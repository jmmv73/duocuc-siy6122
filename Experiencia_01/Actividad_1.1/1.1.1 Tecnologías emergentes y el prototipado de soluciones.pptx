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6" r:id="rId2"/>
  </p:sldMasterIdLst>
  <p:notesMasterIdLst>
    <p:notesMasterId r:id="rId3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Lst>
  <p:sldSz cx="20104100" cy="11309350"/>
  <p:notesSz cx="20104100" cy="11309350"/>
  <p:embeddedFontLst>
    <p:embeddedFont>
      <p:font typeface="Bebas Neue" panose="020B0606020202050201" pitchFamily="34" charset="77"/>
      <p:regular r:id="rId32"/>
    </p:embeddedFont>
    <p:embeddedFont>
      <p:font typeface="Franklin Gothic" panose="020B0603020102020204" pitchFamily="34" charset="0"/>
      <p:regular r:id="rId33"/>
      <p:bold r:id="rId34"/>
      <p:italic r:id="rId35"/>
      <p:boldItalic r:id="rId36"/>
    </p:embeddedFont>
    <p:embeddedFont>
      <p:font typeface="Roboto Condensed" panose="02000000000000000000" pitchFamily="2" charset="0"/>
      <p:regular r:id="rId37"/>
      <p:bold r:id="rId38"/>
      <p:italic r:id="rId39"/>
      <p:boldItalic r:id="rId40"/>
    </p:embeddedFont>
    <p:embeddedFont>
      <p:font typeface="Roboto Mono" pitchFamily="49"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6" roundtripDataSignature="AMtx7mhbY+FGqTefKHcDo70BStimqU52S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2010BCC-A991-4074-9AAB-517A403E0E78}">
  <a:tblStyle styleId="{A2010BCC-A991-4074-9AAB-517A403E0E78}"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9E7EB"/>
          </a:solidFill>
        </a:fill>
      </a:tcStyle>
    </a:wholeTbl>
    <a:band1H>
      <a:tcTxStyle/>
      <a:tcStyle>
        <a:tcBdr/>
        <a:fill>
          <a:solidFill>
            <a:srgbClr val="F2CCD5"/>
          </a:solidFill>
        </a:fill>
      </a:tcStyle>
    </a:band1H>
    <a:band2H>
      <a:tcTxStyle/>
      <a:tcStyle>
        <a:tcBdr/>
      </a:tcStyle>
    </a:band2H>
    <a:band1V>
      <a:tcTxStyle/>
      <a:tcStyle>
        <a:tcBdr/>
        <a:fill>
          <a:solidFill>
            <a:srgbClr val="F2CCD5"/>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70" d="100"/>
          <a:sy n="70" d="100"/>
        </p:scale>
        <p:origin x="896" y="19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8.fntdata"/><Relationship Id="rId21" Type="http://schemas.openxmlformats.org/officeDocument/2006/relationships/slide" Target="slides/slide19.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5.fntdata"/><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2.fntdata"/><Relationship Id="rId38" Type="http://schemas.openxmlformats.org/officeDocument/2006/relationships/font" Target="fonts/font7.fntdata"/><Relationship Id="rId46" Type="http://customschemas.google.com/relationships/presentationmetadata" Target="metadata"/><Relationship Id="rId20" Type="http://schemas.openxmlformats.org/officeDocument/2006/relationships/slide" Target="slides/slide18.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351350" y="848200"/>
            <a:ext cx="13403400" cy="4241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notes"/>
          <p:cNvSpPr txBox="1">
            <a:spLocks noGrp="1"/>
          </p:cNvSpPr>
          <p:nvPr>
            <p:ph type="body" idx="1"/>
          </p:nvPr>
        </p:nvSpPr>
        <p:spPr>
          <a:xfrm>
            <a:off x="2010400" y="5371925"/>
            <a:ext cx="16083275"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1: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133e68395f5_0_95:notes"/>
          <p:cNvSpPr txBox="1">
            <a:spLocks noGrp="1"/>
          </p:cNvSpPr>
          <p:nvPr>
            <p:ph type="body" idx="1"/>
          </p:nvPr>
        </p:nvSpPr>
        <p:spPr>
          <a:xfrm>
            <a:off x="2010410" y="5371941"/>
            <a:ext cx="16083300"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g133e68395f5_0_95:notes"/>
          <p:cNvSpPr>
            <a:spLocks noGrp="1" noRot="1" noChangeAspect="1"/>
          </p:cNvSpPr>
          <p:nvPr>
            <p:ph type="sldImg" idx="2"/>
          </p:nvPr>
        </p:nvSpPr>
        <p:spPr>
          <a:xfrm>
            <a:off x="1118035" y="848201"/>
            <a:ext cx="17870100" cy="424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33e68395f5_0_102:notes"/>
          <p:cNvSpPr>
            <a:spLocks noGrp="1" noRot="1" noChangeAspect="1"/>
          </p:cNvSpPr>
          <p:nvPr>
            <p:ph type="sldImg" idx="2"/>
          </p:nvPr>
        </p:nvSpPr>
        <p:spPr>
          <a:xfrm>
            <a:off x="6281738" y="847725"/>
            <a:ext cx="7540625"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g133e68395f5_0_102:notes"/>
          <p:cNvSpPr txBox="1">
            <a:spLocks noGrp="1"/>
          </p:cNvSpPr>
          <p:nvPr>
            <p:ph type="body" idx="1"/>
          </p:nvPr>
        </p:nvSpPr>
        <p:spPr>
          <a:xfrm>
            <a:off x="2010410" y="5371941"/>
            <a:ext cx="16083300" cy="5089200"/>
          </a:xfrm>
          <a:prstGeom prst="rect">
            <a:avLst/>
          </a:prstGeom>
          <a:noFill/>
          <a:ln>
            <a:noFill/>
          </a:ln>
        </p:spPr>
        <p:txBody>
          <a:bodyPr spcFirstLastPara="1" wrap="square" lIns="216375" tIns="216375" rIns="216375" bIns="216375" anchor="t" anchorCtr="0">
            <a:noAutofit/>
          </a:bodyPr>
          <a:lstStyle/>
          <a:p>
            <a:pPr marL="0" lvl="0" indent="0" algn="l" rtl="0">
              <a:lnSpc>
                <a:spcPct val="100000"/>
              </a:lnSpc>
              <a:spcBef>
                <a:spcPts val="0"/>
              </a:spcBef>
              <a:spcAft>
                <a:spcPts val="0"/>
              </a:spcAft>
              <a:buSzPts val="26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133e68395f5_0_108:notes"/>
          <p:cNvSpPr>
            <a:spLocks noGrp="1" noRot="1" noChangeAspect="1"/>
          </p:cNvSpPr>
          <p:nvPr>
            <p:ph type="sldImg" idx="2"/>
          </p:nvPr>
        </p:nvSpPr>
        <p:spPr>
          <a:xfrm>
            <a:off x="1117522" y="848201"/>
            <a:ext cx="17869200" cy="4241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g133e68395f5_0_108:notes"/>
          <p:cNvSpPr txBox="1">
            <a:spLocks noGrp="1"/>
          </p:cNvSpPr>
          <p:nvPr>
            <p:ph type="body" idx="1"/>
          </p:nvPr>
        </p:nvSpPr>
        <p:spPr>
          <a:xfrm>
            <a:off x="2010410" y="5371941"/>
            <a:ext cx="16083300" cy="5089200"/>
          </a:xfrm>
          <a:prstGeom prst="rect">
            <a:avLst/>
          </a:prstGeom>
          <a:noFill/>
          <a:ln>
            <a:noFill/>
          </a:ln>
        </p:spPr>
        <p:txBody>
          <a:bodyPr spcFirstLastPara="1" wrap="square" lIns="216375" tIns="216375" rIns="216375" bIns="216375" anchor="t" anchorCtr="0">
            <a:noAutofit/>
          </a:bodyPr>
          <a:lstStyle/>
          <a:p>
            <a:pPr marL="0" lvl="0" indent="0" algn="l" rtl="0">
              <a:lnSpc>
                <a:spcPct val="100000"/>
              </a:lnSpc>
              <a:spcBef>
                <a:spcPts val="0"/>
              </a:spcBef>
              <a:spcAft>
                <a:spcPts val="0"/>
              </a:spcAft>
              <a:buSzPts val="26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2:notes"/>
          <p:cNvSpPr txBox="1">
            <a:spLocks noGrp="1"/>
          </p:cNvSpPr>
          <p:nvPr>
            <p:ph type="body" idx="1"/>
          </p:nvPr>
        </p:nvSpPr>
        <p:spPr>
          <a:xfrm>
            <a:off x="2010400" y="5371925"/>
            <a:ext cx="16083275"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CL"/>
              <a:t>Utilizar dinámica kahoot</a:t>
            </a:r>
            <a:endParaRPr/>
          </a:p>
        </p:txBody>
      </p:sp>
      <p:sp>
        <p:nvSpPr>
          <p:cNvPr id="186" name="Google Shape;186;p2:notes"/>
          <p:cNvSpPr>
            <a:spLocks noGrp="1" noRot="1" noChangeAspect="1"/>
          </p:cNvSpPr>
          <p:nvPr>
            <p:ph type="sldImg" idx="2"/>
          </p:nvPr>
        </p:nvSpPr>
        <p:spPr>
          <a:xfrm>
            <a:off x="3351350" y="848200"/>
            <a:ext cx="13403400" cy="4241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133e68395f5_0_312:notes"/>
          <p:cNvSpPr txBox="1">
            <a:spLocks noGrp="1"/>
          </p:cNvSpPr>
          <p:nvPr>
            <p:ph type="body" idx="1"/>
          </p:nvPr>
        </p:nvSpPr>
        <p:spPr>
          <a:xfrm>
            <a:off x="2010410" y="5371941"/>
            <a:ext cx="16083300"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g133e68395f5_0_312: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33e68395f5_0_320:notes"/>
          <p:cNvSpPr txBox="1">
            <a:spLocks noGrp="1"/>
          </p:cNvSpPr>
          <p:nvPr>
            <p:ph type="body" idx="1"/>
          </p:nvPr>
        </p:nvSpPr>
        <p:spPr>
          <a:xfrm>
            <a:off x="2010410" y="5371941"/>
            <a:ext cx="16083300"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g133e68395f5_0_320:notes"/>
          <p:cNvSpPr>
            <a:spLocks noGrp="1" noRot="1" noChangeAspect="1"/>
          </p:cNvSpPr>
          <p:nvPr>
            <p:ph type="sldImg" idx="2"/>
          </p:nvPr>
        </p:nvSpPr>
        <p:spPr>
          <a:xfrm>
            <a:off x="1118035" y="848201"/>
            <a:ext cx="17870100" cy="424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133e68395f5_0_328:notes"/>
          <p:cNvSpPr txBox="1">
            <a:spLocks noGrp="1"/>
          </p:cNvSpPr>
          <p:nvPr>
            <p:ph type="body" idx="1"/>
          </p:nvPr>
        </p:nvSpPr>
        <p:spPr>
          <a:xfrm>
            <a:off x="2010410" y="5371941"/>
            <a:ext cx="16083300"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g133e68395f5_0_328:notes"/>
          <p:cNvSpPr>
            <a:spLocks noGrp="1" noRot="1" noChangeAspect="1"/>
          </p:cNvSpPr>
          <p:nvPr>
            <p:ph type="sldImg" idx="2"/>
          </p:nvPr>
        </p:nvSpPr>
        <p:spPr>
          <a:xfrm>
            <a:off x="1118035" y="848201"/>
            <a:ext cx="17870100" cy="424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133e68395f5_0_451:notes"/>
          <p:cNvSpPr txBox="1">
            <a:spLocks noGrp="1"/>
          </p:cNvSpPr>
          <p:nvPr>
            <p:ph type="body" idx="1"/>
          </p:nvPr>
        </p:nvSpPr>
        <p:spPr>
          <a:xfrm>
            <a:off x="2010400" y="5371925"/>
            <a:ext cx="16083300"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g133e68395f5_0_451:notes"/>
          <p:cNvSpPr>
            <a:spLocks noGrp="1" noRot="1" noChangeAspect="1"/>
          </p:cNvSpPr>
          <p:nvPr>
            <p:ph type="sldImg" idx="2"/>
          </p:nvPr>
        </p:nvSpPr>
        <p:spPr>
          <a:xfrm>
            <a:off x="3351350" y="848200"/>
            <a:ext cx="13403400" cy="424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133e68395f5_0_336:notes"/>
          <p:cNvSpPr txBox="1">
            <a:spLocks noGrp="1"/>
          </p:cNvSpPr>
          <p:nvPr>
            <p:ph type="body" idx="1"/>
          </p:nvPr>
        </p:nvSpPr>
        <p:spPr>
          <a:xfrm>
            <a:off x="2010410" y="5371941"/>
            <a:ext cx="16083300"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g133e68395f5_0_336:notes"/>
          <p:cNvSpPr>
            <a:spLocks noGrp="1" noRot="1" noChangeAspect="1"/>
          </p:cNvSpPr>
          <p:nvPr>
            <p:ph type="sldImg" idx="2"/>
          </p:nvPr>
        </p:nvSpPr>
        <p:spPr>
          <a:xfrm>
            <a:off x="1118035" y="848201"/>
            <a:ext cx="17870100" cy="424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133e68395f5_0_343:notes"/>
          <p:cNvSpPr txBox="1">
            <a:spLocks noGrp="1"/>
          </p:cNvSpPr>
          <p:nvPr>
            <p:ph type="body" idx="1"/>
          </p:nvPr>
        </p:nvSpPr>
        <p:spPr>
          <a:xfrm>
            <a:off x="2010410" y="5371941"/>
            <a:ext cx="16083300"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g133e68395f5_0_343:notes"/>
          <p:cNvSpPr>
            <a:spLocks noGrp="1" noRot="1" noChangeAspect="1"/>
          </p:cNvSpPr>
          <p:nvPr>
            <p:ph type="sldImg" idx="2"/>
          </p:nvPr>
        </p:nvSpPr>
        <p:spPr>
          <a:xfrm>
            <a:off x="1118035" y="848201"/>
            <a:ext cx="17870100" cy="424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133e68395f5_0_350:notes"/>
          <p:cNvSpPr txBox="1">
            <a:spLocks noGrp="1"/>
          </p:cNvSpPr>
          <p:nvPr>
            <p:ph type="body" idx="1"/>
          </p:nvPr>
        </p:nvSpPr>
        <p:spPr>
          <a:xfrm>
            <a:off x="2010410" y="5371941"/>
            <a:ext cx="16083300"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g133e68395f5_0_350:notes"/>
          <p:cNvSpPr>
            <a:spLocks noGrp="1" noRot="1" noChangeAspect="1"/>
          </p:cNvSpPr>
          <p:nvPr>
            <p:ph type="sldImg" idx="2"/>
          </p:nvPr>
        </p:nvSpPr>
        <p:spPr>
          <a:xfrm>
            <a:off x="1118035" y="848201"/>
            <a:ext cx="17870100" cy="424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4:notes"/>
          <p:cNvSpPr txBox="1">
            <a:spLocks noGrp="1"/>
          </p:cNvSpPr>
          <p:nvPr>
            <p:ph type="body" idx="1"/>
          </p:nvPr>
        </p:nvSpPr>
        <p:spPr>
          <a:xfrm>
            <a:off x="2010400" y="5371925"/>
            <a:ext cx="16083275"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p4:notes"/>
          <p:cNvSpPr>
            <a:spLocks noGrp="1" noRot="1" noChangeAspect="1"/>
          </p:cNvSpPr>
          <p:nvPr>
            <p:ph type="sldImg" idx="2"/>
          </p:nvPr>
        </p:nvSpPr>
        <p:spPr>
          <a:xfrm>
            <a:off x="3351350" y="848200"/>
            <a:ext cx="13403400" cy="4241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6:notes"/>
          <p:cNvSpPr txBox="1">
            <a:spLocks noGrp="1"/>
          </p:cNvSpPr>
          <p:nvPr>
            <p:ph type="body" idx="1"/>
          </p:nvPr>
        </p:nvSpPr>
        <p:spPr>
          <a:xfrm>
            <a:off x="2010400" y="5371925"/>
            <a:ext cx="16083275"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p6:notes"/>
          <p:cNvSpPr>
            <a:spLocks noGrp="1" noRot="1" noChangeAspect="1"/>
          </p:cNvSpPr>
          <p:nvPr>
            <p:ph type="sldImg" idx="2"/>
          </p:nvPr>
        </p:nvSpPr>
        <p:spPr>
          <a:xfrm>
            <a:off x="3351350" y="848200"/>
            <a:ext cx="13403400" cy="4241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3:notes"/>
          <p:cNvSpPr txBox="1">
            <a:spLocks noGrp="1"/>
          </p:cNvSpPr>
          <p:nvPr>
            <p:ph type="body" idx="1"/>
          </p:nvPr>
        </p:nvSpPr>
        <p:spPr>
          <a:xfrm>
            <a:off x="2010400" y="5371925"/>
            <a:ext cx="16083275"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0" name="Google Shape;270;p3:notes"/>
          <p:cNvSpPr>
            <a:spLocks noGrp="1" noRot="1" noChangeAspect="1"/>
          </p:cNvSpPr>
          <p:nvPr>
            <p:ph type="sldImg" idx="2"/>
          </p:nvPr>
        </p:nvSpPr>
        <p:spPr>
          <a:xfrm>
            <a:off x="3351350" y="848200"/>
            <a:ext cx="13403400" cy="4241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133e68395f5_0_466:notes"/>
          <p:cNvSpPr txBox="1">
            <a:spLocks noGrp="1"/>
          </p:cNvSpPr>
          <p:nvPr>
            <p:ph type="body" idx="1"/>
          </p:nvPr>
        </p:nvSpPr>
        <p:spPr>
          <a:xfrm>
            <a:off x="2010400" y="5371925"/>
            <a:ext cx="16083300"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g133e68395f5_0_466:notes"/>
          <p:cNvSpPr>
            <a:spLocks noGrp="1" noRot="1" noChangeAspect="1"/>
          </p:cNvSpPr>
          <p:nvPr>
            <p:ph type="sldImg" idx="2"/>
          </p:nvPr>
        </p:nvSpPr>
        <p:spPr>
          <a:xfrm>
            <a:off x="3351350" y="848200"/>
            <a:ext cx="13403400" cy="424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133e68395f5_0_475:notes"/>
          <p:cNvSpPr txBox="1">
            <a:spLocks noGrp="1"/>
          </p:cNvSpPr>
          <p:nvPr>
            <p:ph type="body" idx="1"/>
          </p:nvPr>
        </p:nvSpPr>
        <p:spPr>
          <a:xfrm>
            <a:off x="2010400" y="5371925"/>
            <a:ext cx="16083300"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8" name="Google Shape;288;g133e68395f5_0_475:notes"/>
          <p:cNvSpPr>
            <a:spLocks noGrp="1" noRot="1" noChangeAspect="1"/>
          </p:cNvSpPr>
          <p:nvPr>
            <p:ph type="sldImg" idx="2"/>
          </p:nvPr>
        </p:nvSpPr>
        <p:spPr>
          <a:xfrm>
            <a:off x="3351350" y="848200"/>
            <a:ext cx="13403400" cy="424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133e68395f5_0_357:notes"/>
          <p:cNvSpPr txBox="1">
            <a:spLocks noGrp="1"/>
          </p:cNvSpPr>
          <p:nvPr>
            <p:ph type="body" idx="1"/>
          </p:nvPr>
        </p:nvSpPr>
        <p:spPr>
          <a:xfrm>
            <a:off x="2010410" y="5371941"/>
            <a:ext cx="16083300"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4" name="Google Shape;294;g133e68395f5_0_357:notes"/>
          <p:cNvSpPr>
            <a:spLocks noGrp="1" noRot="1" noChangeAspect="1"/>
          </p:cNvSpPr>
          <p:nvPr>
            <p:ph type="sldImg" idx="2"/>
          </p:nvPr>
        </p:nvSpPr>
        <p:spPr>
          <a:xfrm>
            <a:off x="1118035" y="848201"/>
            <a:ext cx="17870100" cy="424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133e68395f5_0_364:notes"/>
          <p:cNvSpPr txBox="1">
            <a:spLocks noGrp="1"/>
          </p:cNvSpPr>
          <p:nvPr>
            <p:ph type="body" idx="1"/>
          </p:nvPr>
        </p:nvSpPr>
        <p:spPr>
          <a:xfrm>
            <a:off x="2010410" y="5371941"/>
            <a:ext cx="16083300"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g133e68395f5_0_364:notes"/>
          <p:cNvSpPr>
            <a:spLocks noGrp="1" noRot="1" noChangeAspect="1"/>
          </p:cNvSpPr>
          <p:nvPr>
            <p:ph type="sldImg" idx="2"/>
          </p:nvPr>
        </p:nvSpPr>
        <p:spPr>
          <a:xfrm>
            <a:off x="1118035" y="848201"/>
            <a:ext cx="17870100" cy="424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133e68395f5_0_371:notes"/>
          <p:cNvSpPr txBox="1">
            <a:spLocks noGrp="1"/>
          </p:cNvSpPr>
          <p:nvPr>
            <p:ph type="body" idx="1"/>
          </p:nvPr>
        </p:nvSpPr>
        <p:spPr>
          <a:xfrm>
            <a:off x="2010410" y="5371941"/>
            <a:ext cx="16083300"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0" name="Google Shape;310;g133e68395f5_0_371: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133e68395f5_0_378:notes"/>
          <p:cNvSpPr txBox="1">
            <a:spLocks noGrp="1"/>
          </p:cNvSpPr>
          <p:nvPr>
            <p:ph type="body" idx="1"/>
          </p:nvPr>
        </p:nvSpPr>
        <p:spPr>
          <a:xfrm>
            <a:off x="2010410" y="5371941"/>
            <a:ext cx="16083300"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8" name="Google Shape;318;g133e68395f5_0_378: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133e68395f5_0_385:notes"/>
          <p:cNvSpPr txBox="1">
            <a:spLocks noGrp="1"/>
          </p:cNvSpPr>
          <p:nvPr>
            <p:ph type="body" idx="1"/>
          </p:nvPr>
        </p:nvSpPr>
        <p:spPr>
          <a:xfrm>
            <a:off x="2010410" y="5371941"/>
            <a:ext cx="16083300"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 name="Google Shape;326;g133e68395f5_0_385:notes"/>
          <p:cNvSpPr>
            <a:spLocks noGrp="1" noRot="1" noChangeAspect="1"/>
          </p:cNvSpPr>
          <p:nvPr>
            <p:ph type="sldImg" idx="2"/>
          </p:nvPr>
        </p:nvSpPr>
        <p:spPr>
          <a:xfrm>
            <a:off x="1118035" y="848201"/>
            <a:ext cx="17870100" cy="424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133e68395f5_0_446:notes"/>
          <p:cNvSpPr txBox="1">
            <a:spLocks noGrp="1"/>
          </p:cNvSpPr>
          <p:nvPr>
            <p:ph type="body" idx="1"/>
          </p:nvPr>
        </p:nvSpPr>
        <p:spPr>
          <a:xfrm>
            <a:off x="2010400" y="5371925"/>
            <a:ext cx="16083300"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2" name="Google Shape;332;g133e68395f5_0_446:notes"/>
          <p:cNvSpPr>
            <a:spLocks noGrp="1" noRot="1" noChangeAspect="1"/>
          </p:cNvSpPr>
          <p:nvPr>
            <p:ph type="sldImg" idx="2"/>
          </p:nvPr>
        </p:nvSpPr>
        <p:spPr>
          <a:xfrm>
            <a:off x="3351350" y="848200"/>
            <a:ext cx="13403400" cy="424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133e68395f5_0_480:notes"/>
          <p:cNvSpPr txBox="1">
            <a:spLocks noGrp="1"/>
          </p:cNvSpPr>
          <p:nvPr>
            <p:ph type="body" idx="1"/>
          </p:nvPr>
        </p:nvSpPr>
        <p:spPr>
          <a:xfrm>
            <a:off x="2010400" y="5371925"/>
            <a:ext cx="16083300"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8" name="Google Shape;338;g133e68395f5_0_480:notes"/>
          <p:cNvSpPr>
            <a:spLocks noGrp="1" noRot="1" noChangeAspect="1"/>
          </p:cNvSpPr>
          <p:nvPr>
            <p:ph type="sldImg" idx="2"/>
          </p:nvPr>
        </p:nvSpPr>
        <p:spPr>
          <a:xfrm>
            <a:off x="3351350" y="848200"/>
            <a:ext cx="13403400" cy="424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133e68395f5_0_489:notes"/>
          <p:cNvSpPr txBox="1">
            <a:spLocks noGrp="1"/>
          </p:cNvSpPr>
          <p:nvPr>
            <p:ph type="body" idx="1"/>
          </p:nvPr>
        </p:nvSpPr>
        <p:spPr>
          <a:xfrm>
            <a:off x="2010400" y="5371925"/>
            <a:ext cx="16083300"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6" name="Google Shape;346;g133e68395f5_0_489:notes"/>
          <p:cNvSpPr>
            <a:spLocks noGrp="1" noRot="1" noChangeAspect="1"/>
          </p:cNvSpPr>
          <p:nvPr>
            <p:ph type="sldImg" idx="2"/>
          </p:nvPr>
        </p:nvSpPr>
        <p:spPr>
          <a:xfrm>
            <a:off x="3351350" y="848200"/>
            <a:ext cx="13403400" cy="424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7:notes"/>
          <p:cNvSpPr txBox="1">
            <a:spLocks noGrp="1"/>
          </p:cNvSpPr>
          <p:nvPr>
            <p:ph type="body" idx="1"/>
          </p:nvPr>
        </p:nvSpPr>
        <p:spPr>
          <a:xfrm>
            <a:off x="2010400" y="5371925"/>
            <a:ext cx="16083275"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6" name="Google Shape;356;p7:notes"/>
          <p:cNvSpPr>
            <a:spLocks noGrp="1" noRot="1" noChangeAspect="1"/>
          </p:cNvSpPr>
          <p:nvPr>
            <p:ph type="sldImg" idx="2"/>
          </p:nvPr>
        </p:nvSpPr>
        <p:spPr>
          <a:xfrm>
            <a:off x="3351350" y="848200"/>
            <a:ext cx="13403400" cy="4241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133e68395f5_0_501:notes"/>
          <p:cNvSpPr txBox="1">
            <a:spLocks noGrp="1"/>
          </p:cNvSpPr>
          <p:nvPr>
            <p:ph type="body" idx="1"/>
          </p:nvPr>
        </p:nvSpPr>
        <p:spPr>
          <a:xfrm>
            <a:off x="2010400" y="5371925"/>
            <a:ext cx="16083300"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2" name="Google Shape;362;g133e68395f5_0_501:notes"/>
          <p:cNvSpPr>
            <a:spLocks noGrp="1" noRot="1" noChangeAspect="1"/>
          </p:cNvSpPr>
          <p:nvPr>
            <p:ph type="sldImg" idx="2"/>
          </p:nvPr>
        </p:nvSpPr>
        <p:spPr>
          <a:xfrm>
            <a:off x="3351350" y="848200"/>
            <a:ext cx="13403400" cy="424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133e68395f5_0_513:notes"/>
          <p:cNvSpPr txBox="1">
            <a:spLocks noGrp="1"/>
          </p:cNvSpPr>
          <p:nvPr>
            <p:ph type="body" idx="1"/>
          </p:nvPr>
        </p:nvSpPr>
        <p:spPr>
          <a:xfrm>
            <a:off x="2010400" y="5371925"/>
            <a:ext cx="16083300"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3" name="Google Shape;373;g133e68395f5_0_513: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1"/>
        <p:cNvGrpSpPr/>
        <p:nvPr/>
      </p:nvGrpSpPr>
      <p:grpSpPr>
        <a:xfrm>
          <a:off x="0" y="0"/>
          <a:ext cx="0" cy="0"/>
          <a:chOff x="0" y="0"/>
          <a:chExt cx="0" cy="0"/>
        </a:xfrm>
      </p:grpSpPr>
      <p:pic>
        <p:nvPicPr>
          <p:cNvPr id="12" name="Google Shape;12;p9"/>
          <p:cNvPicPr preferRelativeResize="0"/>
          <p:nvPr/>
        </p:nvPicPr>
        <p:blipFill rotWithShape="1">
          <a:blip r:embed="rId2">
            <a:alphaModFix/>
          </a:blip>
          <a:srcRect/>
          <a:stretch/>
        </p:blipFill>
        <p:spPr>
          <a:xfrm>
            <a:off x="0" y="8255"/>
            <a:ext cx="20104100" cy="11308556"/>
          </a:xfrm>
          <a:prstGeom prst="rect">
            <a:avLst/>
          </a:prstGeom>
          <a:noFill/>
          <a:ln>
            <a:noFill/>
          </a:ln>
        </p:spPr>
      </p:pic>
      <p:sp>
        <p:nvSpPr>
          <p:cNvPr id="13" name="Google Shape;13;p9"/>
          <p:cNvSpPr/>
          <p:nvPr/>
        </p:nvSpPr>
        <p:spPr>
          <a:xfrm>
            <a:off x="5092767" y="7368222"/>
            <a:ext cx="10694670" cy="53340"/>
          </a:xfrm>
          <a:custGeom>
            <a:avLst/>
            <a:gdLst/>
            <a:ahLst/>
            <a:cxnLst/>
            <a:rect l="l" t="t" r="r" b="b"/>
            <a:pathLst>
              <a:path w="10694669" h="53340" extrusionOk="0">
                <a:moveTo>
                  <a:pt x="10667601" y="0"/>
                </a:moveTo>
                <a:lnTo>
                  <a:pt x="26606" y="0"/>
                </a:lnTo>
                <a:lnTo>
                  <a:pt x="16264" y="2097"/>
                </a:lnTo>
                <a:lnTo>
                  <a:pt x="7806" y="7809"/>
                </a:lnTo>
                <a:lnTo>
                  <a:pt x="2095" y="16269"/>
                </a:lnTo>
                <a:lnTo>
                  <a:pt x="0" y="26606"/>
                </a:lnTo>
                <a:lnTo>
                  <a:pt x="2095" y="36942"/>
                </a:lnTo>
                <a:lnTo>
                  <a:pt x="7806" y="45397"/>
                </a:lnTo>
                <a:lnTo>
                  <a:pt x="16264" y="51106"/>
                </a:lnTo>
                <a:lnTo>
                  <a:pt x="26606" y="53202"/>
                </a:lnTo>
                <a:lnTo>
                  <a:pt x="10667601" y="53202"/>
                </a:lnTo>
                <a:lnTo>
                  <a:pt x="10677937" y="51106"/>
                </a:lnTo>
                <a:lnTo>
                  <a:pt x="10686393" y="45397"/>
                </a:lnTo>
                <a:lnTo>
                  <a:pt x="10692102" y="36942"/>
                </a:lnTo>
                <a:lnTo>
                  <a:pt x="10694197" y="26606"/>
                </a:lnTo>
                <a:lnTo>
                  <a:pt x="10692102" y="16269"/>
                </a:lnTo>
                <a:lnTo>
                  <a:pt x="10686393" y="7809"/>
                </a:lnTo>
                <a:lnTo>
                  <a:pt x="10677937" y="2097"/>
                </a:lnTo>
                <a:lnTo>
                  <a:pt x="10667601"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 name="Google Shape;14;p9"/>
          <p:cNvSpPr/>
          <p:nvPr/>
        </p:nvSpPr>
        <p:spPr>
          <a:xfrm>
            <a:off x="5092767" y="6322551"/>
            <a:ext cx="10694670" cy="1045671"/>
          </a:xfrm>
          <a:custGeom>
            <a:avLst/>
            <a:gdLst/>
            <a:ahLst/>
            <a:cxnLst/>
            <a:rect l="l" t="t" r="r" b="b"/>
            <a:pathLst>
              <a:path w="10694669" h="1025525" extrusionOk="0">
                <a:moveTo>
                  <a:pt x="10694197" y="0"/>
                </a:moveTo>
                <a:lnTo>
                  <a:pt x="0" y="0"/>
                </a:lnTo>
                <a:lnTo>
                  <a:pt x="0" y="1025330"/>
                </a:lnTo>
                <a:lnTo>
                  <a:pt x="10694197" y="1025330"/>
                </a:lnTo>
                <a:lnTo>
                  <a:pt x="10694197" y="0"/>
                </a:lnTo>
                <a:close/>
              </a:path>
            </a:pathLst>
          </a:custGeom>
          <a:solidFill>
            <a:srgbClr val="317DE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 name="Google Shape;15;p9"/>
          <p:cNvSpPr txBox="1">
            <a:spLocks noGrp="1"/>
          </p:cNvSpPr>
          <p:nvPr>
            <p:ph type="body" idx="1"/>
          </p:nvPr>
        </p:nvSpPr>
        <p:spPr>
          <a:xfrm>
            <a:off x="5138402" y="6401309"/>
            <a:ext cx="10649035" cy="830997"/>
          </a:xfrm>
          <a:prstGeom prst="rect">
            <a:avLst/>
          </a:prstGeom>
          <a:noFill/>
          <a:ln>
            <a:noFill/>
          </a:ln>
        </p:spPr>
        <p:txBody>
          <a:bodyPr spcFirstLastPara="1" wrap="square" lIns="0" tIns="0" rIns="0" bIns="0" anchor="t" anchorCtr="0">
            <a:spAutoFit/>
          </a:bodyPr>
          <a:lstStyle>
            <a:lvl1pPr marL="457200" lvl="0" indent="-228600" algn="ctr">
              <a:spcBef>
                <a:spcPts val="0"/>
              </a:spcBef>
              <a:spcAft>
                <a:spcPts val="0"/>
              </a:spcAft>
              <a:buSzPts val="1400"/>
              <a:buNone/>
              <a:defRPr sz="5400" b="1">
                <a:solidFill>
                  <a:schemeClr val="dk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6" name="Google Shape;16;p9"/>
          <p:cNvSpPr txBox="1">
            <a:spLocks noGrp="1"/>
          </p:cNvSpPr>
          <p:nvPr>
            <p:ph type="body" idx="2"/>
          </p:nvPr>
        </p:nvSpPr>
        <p:spPr>
          <a:xfrm>
            <a:off x="4718050" y="5246439"/>
            <a:ext cx="11429999" cy="923330"/>
          </a:xfrm>
          <a:prstGeom prst="rect">
            <a:avLst/>
          </a:prstGeom>
          <a:noFill/>
          <a:ln>
            <a:noFill/>
          </a:ln>
        </p:spPr>
        <p:txBody>
          <a:bodyPr spcFirstLastPara="1" wrap="square" lIns="0" tIns="0" rIns="0" bIns="0" anchor="t" anchorCtr="0">
            <a:spAutoFit/>
          </a:bodyPr>
          <a:lstStyle>
            <a:lvl1pPr marL="457200" lvl="0" indent="-228600" algn="ctr">
              <a:spcBef>
                <a:spcPts val="0"/>
              </a:spcBef>
              <a:spcAft>
                <a:spcPts val="0"/>
              </a:spcAft>
              <a:buSzPts val="1400"/>
              <a:buNone/>
              <a:defRPr sz="6000" b="1">
                <a:solidFill>
                  <a:schemeClr val="lt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7" name="Google Shape;17;p9"/>
          <p:cNvSpPr txBox="1">
            <a:spLocks noGrp="1"/>
          </p:cNvSpPr>
          <p:nvPr>
            <p:ph type="body" idx="3"/>
          </p:nvPr>
        </p:nvSpPr>
        <p:spPr>
          <a:xfrm>
            <a:off x="5092767" y="7676832"/>
            <a:ext cx="10694988" cy="492443"/>
          </a:xfrm>
          <a:prstGeom prst="rect">
            <a:avLst/>
          </a:prstGeom>
          <a:noFill/>
          <a:ln>
            <a:noFill/>
          </a:ln>
        </p:spPr>
        <p:txBody>
          <a:bodyPr spcFirstLastPara="1" wrap="square" lIns="0" tIns="0" rIns="0" bIns="0" anchor="t" anchorCtr="0">
            <a:spAutoFit/>
          </a:bodyPr>
          <a:lstStyle>
            <a:lvl1pPr marL="457200" lvl="0" indent="-228600" algn="ctr">
              <a:spcBef>
                <a:spcPts val="0"/>
              </a:spcBef>
              <a:spcAft>
                <a:spcPts val="0"/>
              </a:spcAft>
              <a:buSzPts val="1400"/>
              <a:buNone/>
              <a:defRPr sz="3200">
                <a:solidFill>
                  <a:schemeClr val="lt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pic>
        <p:nvPicPr>
          <p:cNvPr id="18" name="Google Shape;18;p9"/>
          <p:cNvPicPr preferRelativeResize="0"/>
          <p:nvPr/>
        </p:nvPicPr>
        <p:blipFill rotWithShape="1">
          <a:blip r:embed="rId3">
            <a:alphaModFix/>
          </a:blip>
          <a:srcRect/>
          <a:stretch/>
        </p:blipFill>
        <p:spPr>
          <a:xfrm>
            <a:off x="7489667" y="8484983"/>
            <a:ext cx="6220794" cy="2046492"/>
          </a:xfrm>
          <a:prstGeom prst="rect">
            <a:avLst/>
          </a:prstGeom>
          <a:noFill/>
          <a:ln>
            <a:noFill/>
          </a:ln>
        </p:spPr>
      </p:pic>
      <p:pic>
        <p:nvPicPr>
          <p:cNvPr id="19" name="Google Shape;19;p9"/>
          <p:cNvPicPr preferRelativeResize="0"/>
          <p:nvPr/>
        </p:nvPicPr>
        <p:blipFill rotWithShape="1">
          <a:blip r:embed="rId4">
            <a:alphaModFix/>
          </a:blip>
          <a:srcRect/>
          <a:stretch/>
        </p:blipFill>
        <p:spPr>
          <a:xfrm>
            <a:off x="8210952" y="10282677"/>
            <a:ext cx="4224383" cy="83351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20"/>
        <p:cNvGrpSpPr/>
        <p:nvPr/>
      </p:nvGrpSpPr>
      <p:grpSpPr>
        <a:xfrm>
          <a:off x="0" y="0"/>
          <a:ext cx="0" cy="0"/>
          <a:chOff x="0" y="0"/>
          <a:chExt cx="0" cy="0"/>
        </a:xfrm>
      </p:grpSpPr>
      <p:sp>
        <p:nvSpPr>
          <p:cNvPr id="21" name="Google Shape;21;p10"/>
          <p:cNvSpPr/>
          <p:nvPr/>
        </p:nvSpPr>
        <p:spPr>
          <a:xfrm>
            <a:off x="14603006" y="1768475"/>
            <a:ext cx="3392804" cy="7564755"/>
          </a:xfrm>
          <a:custGeom>
            <a:avLst/>
            <a:gdLst/>
            <a:ahLst/>
            <a:cxnLst/>
            <a:rect l="l" t="t" r="r" b="b"/>
            <a:pathLst>
              <a:path w="3392805" h="7564755" extrusionOk="0">
                <a:moveTo>
                  <a:pt x="3392671" y="0"/>
                </a:moveTo>
                <a:lnTo>
                  <a:pt x="0" y="0"/>
                </a:lnTo>
                <a:lnTo>
                  <a:pt x="0" y="7564701"/>
                </a:lnTo>
                <a:lnTo>
                  <a:pt x="3392671" y="7564701"/>
                </a:lnTo>
                <a:lnTo>
                  <a:pt x="3392671" y="0"/>
                </a:lnTo>
                <a:close/>
              </a:path>
            </a:pathLst>
          </a:custGeom>
          <a:solidFill>
            <a:srgbClr val="317DE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 name="Google Shape;22;p10"/>
          <p:cNvSpPr/>
          <p:nvPr/>
        </p:nvSpPr>
        <p:spPr>
          <a:xfrm>
            <a:off x="10415337" y="1768476"/>
            <a:ext cx="3392804" cy="7616568"/>
          </a:xfrm>
          <a:custGeom>
            <a:avLst/>
            <a:gdLst/>
            <a:ahLst/>
            <a:cxnLst/>
            <a:rect l="l" t="t" r="r" b="b"/>
            <a:pathLst>
              <a:path w="3392805" h="7564755" extrusionOk="0">
                <a:moveTo>
                  <a:pt x="3392671" y="0"/>
                </a:moveTo>
                <a:lnTo>
                  <a:pt x="0" y="0"/>
                </a:lnTo>
                <a:lnTo>
                  <a:pt x="0" y="7564701"/>
                </a:lnTo>
                <a:lnTo>
                  <a:pt x="3392671" y="7564701"/>
                </a:lnTo>
                <a:lnTo>
                  <a:pt x="3392671" y="0"/>
                </a:lnTo>
                <a:close/>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 name="Google Shape;23;p10"/>
          <p:cNvSpPr/>
          <p:nvPr/>
        </p:nvSpPr>
        <p:spPr>
          <a:xfrm>
            <a:off x="6347214" y="1813303"/>
            <a:ext cx="3392804" cy="7564755"/>
          </a:xfrm>
          <a:custGeom>
            <a:avLst/>
            <a:gdLst/>
            <a:ahLst/>
            <a:cxnLst/>
            <a:rect l="l" t="t" r="r" b="b"/>
            <a:pathLst>
              <a:path w="3392805" h="7564755" extrusionOk="0">
                <a:moveTo>
                  <a:pt x="3392671" y="0"/>
                </a:moveTo>
                <a:lnTo>
                  <a:pt x="0" y="0"/>
                </a:lnTo>
                <a:lnTo>
                  <a:pt x="0" y="7564701"/>
                </a:lnTo>
                <a:lnTo>
                  <a:pt x="3392671" y="7564701"/>
                </a:lnTo>
                <a:lnTo>
                  <a:pt x="3392671" y="0"/>
                </a:lnTo>
                <a:close/>
              </a:path>
            </a:pathLst>
          </a:custGeom>
          <a:solidFill>
            <a:srgbClr val="317DE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 name="Google Shape;24;p10"/>
          <p:cNvSpPr/>
          <p:nvPr/>
        </p:nvSpPr>
        <p:spPr>
          <a:xfrm>
            <a:off x="2235659" y="1820288"/>
            <a:ext cx="3392804" cy="7564755"/>
          </a:xfrm>
          <a:custGeom>
            <a:avLst/>
            <a:gdLst/>
            <a:ahLst/>
            <a:cxnLst/>
            <a:rect l="l" t="t" r="r" b="b"/>
            <a:pathLst>
              <a:path w="3392805" h="7564755" extrusionOk="0">
                <a:moveTo>
                  <a:pt x="3392671" y="0"/>
                </a:moveTo>
                <a:lnTo>
                  <a:pt x="0" y="0"/>
                </a:lnTo>
                <a:lnTo>
                  <a:pt x="0" y="7564701"/>
                </a:lnTo>
                <a:lnTo>
                  <a:pt x="3392671" y="7564701"/>
                </a:lnTo>
                <a:lnTo>
                  <a:pt x="3392671" y="0"/>
                </a:lnTo>
                <a:close/>
              </a:path>
            </a:pathLst>
          </a:custGeom>
          <a:solidFill>
            <a:srgbClr val="317DE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 name="Google Shape;25;p10"/>
          <p:cNvSpPr txBox="1">
            <a:spLocks noGrp="1"/>
          </p:cNvSpPr>
          <p:nvPr>
            <p:ph type="body" idx="1"/>
          </p:nvPr>
        </p:nvSpPr>
        <p:spPr>
          <a:xfrm>
            <a:off x="2432050" y="4968875"/>
            <a:ext cx="3005299" cy="553998"/>
          </a:xfrm>
          <a:prstGeom prst="rect">
            <a:avLst/>
          </a:prstGeom>
          <a:noFill/>
          <a:ln>
            <a:noFill/>
          </a:ln>
        </p:spPr>
        <p:txBody>
          <a:bodyPr spcFirstLastPara="1" wrap="square" lIns="0" tIns="0" rIns="0" bIns="0" anchor="t" anchorCtr="0">
            <a:spAutoFit/>
          </a:bodyPr>
          <a:lstStyle>
            <a:lvl1pPr marL="457200" lvl="0" indent="-228600" algn="ctr">
              <a:spcBef>
                <a:spcPts val="0"/>
              </a:spcBef>
              <a:spcAft>
                <a:spcPts val="0"/>
              </a:spcAft>
              <a:buSzPts val="1400"/>
              <a:buNone/>
              <a:defRPr sz="3600" b="1">
                <a:solidFill>
                  <a:schemeClr val="lt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 name="Google Shape;26;p10"/>
          <p:cNvSpPr txBox="1">
            <a:spLocks noGrp="1"/>
          </p:cNvSpPr>
          <p:nvPr>
            <p:ph type="body" idx="2"/>
          </p:nvPr>
        </p:nvSpPr>
        <p:spPr>
          <a:xfrm>
            <a:off x="2432050" y="2200396"/>
            <a:ext cx="2955170" cy="2308324"/>
          </a:xfrm>
          <a:prstGeom prst="rect">
            <a:avLst/>
          </a:prstGeom>
          <a:noFill/>
          <a:ln>
            <a:noFill/>
          </a:ln>
        </p:spPr>
        <p:txBody>
          <a:bodyPr spcFirstLastPara="1" wrap="square" lIns="0" tIns="0" rIns="0" bIns="0" anchor="t" anchorCtr="0">
            <a:spAutoFit/>
          </a:bodyPr>
          <a:lstStyle>
            <a:lvl1pPr marL="457200" lvl="0" indent="-228600" algn="ctr">
              <a:spcBef>
                <a:spcPts val="0"/>
              </a:spcBef>
              <a:spcAft>
                <a:spcPts val="0"/>
              </a:spcAft>
              <a:buSzPts val="1400"/>
              <a:buNone/>
              <a:defRPr sz="15000" b="1">
                <a:solidFill>
                  <a:schemeClr val="lt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7" name="Google Shape;27;p10"/>
          <p:cNvSpPr txBox="1">
            <a:spLocks noGrp="1"/>
          </p:cNvSpPr>
          <p:nvPr>
            <p:ph type="body" idx="3"/>
          </p:nvPr>
        </p:nvSpPr>
        <p:spPr>
          <a:xfrm>
            <a:off x="2520907" y="5908547"/>
            <a:ext cx="2916442" cy="553998"/>
          </a:xfrm>
          <a:prstGeom prst="rect">
            <a:avLst/>
          </a:prstGeom>
          <a:noFill/>
          <a:ln>
            <a:noFill/>
          </a:ln>
        </p:spPr>
        <p:txBody>
          <a:bodyPr spcFirstLastPara="1" wrap="square" lIns="0" tIns="0" rIns="0" bIns="0" anchor="t" anchorCtr="0">
            <a:spAutoFit/>
          </a:bodyPr>
          <a:lstStyle>
            <a:lvl1pPr marL="457200" lvl="0" indent="-228600" algn="ctr">
              <a:spcBef>
                <a:spcPts val="0"/>
              </a:spcBef>
              <a:spcAft>
                <a:spcPts val="0"/>
              </a:spcAft>
              <a:buSzPts val="1400"/>
              <a:buNone/>
              <a:defRPr>
                <a:solidFill>
                  <a:schemeClr val="lt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8" name="Google Shape;28;p10"/>
          <p:cNvSpPr txBox="1">
            <a:spLocks noGrp="1"/>
          </p:cNvSpPr>
          <p:nvPr>
            <p:ph type="body" idx="4"/>
          </p:nvPr>
        </p:nvSpPr>
        <p:spPr>
          <a:xfrm>
            <a:off x="6569873" y="4968875"/>
            <a:ext cx="3005299" cy="553998"/>
          </a:xfrm>
          <a:prstGeom prst="rect">
            <a:avLst/>
          </a:prstGeom>
          <a:noFill/>
          <a:ln>
            <a:noFill/>
          </a:ln>
        </p:spPr>
        <p:txBody>
          <a:bodyPr spcFirstLastPara="1" wrap="square" lIns="0" tIns="0" rIns="0" bIns="0" anchor="t" anchorCtr="0">
            <a:spAutoFit/>
          </a:bodyPr>
          <a:lstStyle>
            <a:lvl1pPr marL="457200" lvl="0" indent="-228600" algn="ctr">
              <a:spcBef>
                <a:spcPts val="0"/>
              </a:spcBef>
              <a:spcAft>
                <a:spcPts val="0"/>
              </a:spcAft>
              <a:buSzPts val="1400"/>
              <a:buNone/>
              <a:defRPr sz="3600" b="1">
                <a:solidFill>
                  <a:schemeClr val="lt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9" name="Google Shape;29;p10"/>
          <p:cNvSpPr txBox="1">
            <a:spLocks noGrp="1"/>
          </p:cNvSpPr>
          <p:nvPr>
            <p:ph type="body" idx="5"/>
          </p:nvPr>
        </p:nvSpPr>
        <p:spPr>
          <a:xfrm>
            <a:off x="6569873" y="2200396"/>
            <a:ext cx="2955170" cy="2308324"/>
          </a:xfrm>
          <a:prstGeom prst="rect">
            <a:avLst/>
          </a:prstGeom>
          <a:noFill/>
          <a:ln>
            <a:noFill/>
          </a:ln>
        </p:spPr>
        <p:txBody>
          <a:bodyPr spcFirstLastPara="1" wrap="square" lIns="0" tIns="0" rIns="0" bIns="0" anchor="t" anchorCtr="0">
            <a:spAutoFit/>
          </a:bodyPr>
          <a:lstStyle>
            <a:lvl1pPr marL="457200" lvl="0" indent="-228600" algn="ctr">
              <a:spcBef>
                <a:spcPts val="0"/>
              </a:spcBef>
              <a:spcAft>
                <a:spcPts val="0"/>
              </a:spcAft>
              <a:buSzPts val="1400"/>
              <a:buNone/>
              <a:defRPr sz="15000" b="1">
                <a:solidFill>
                  <a:schemeClr val="lt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0" name="Google Shape;30;p10"/>
          <p:cNvSpPr txBox="1">
            <a:spLocks noGrp="1"/>
          </p:cNvSpPr>
          <p:nvPr>
            <p:ph type="body" idx="6"/>
          </p:nvPr>
        </p:nvSpPr>
        <p:spPr>
          <a:xfrm>
            <a:off x="6658730" y="5908547"/>
            <a:ext cx="2916442" cy="553998"/>
          </a:xfrm>
          <a:prstGeom prst="rect">
            <a:avLst/>
          </a:prstGeom>
          <a:noFill/>
          <a:ln>
            <a:noFill/>
          </a:ln>
        </p:spPr>
        <p:txBody>
          <a:bodyPr spcFirstLastPara="1" wrap="square" lIns="0" tIns="0" rIns="0" bIns="0" anchor="t" anchorCtr="0">
            <a:spAutoFit/>
          </a:bodyPr>
          <a:lstStyle>
            <a:lvl1pPr marL="457200" lvl="0" indent="-228600" algn="ctr">
              <a:spcBef>
                <a:spcPts val="0"/>
              </a:spcBef>
              <a:spcAft>
                <a:spcPts val="0"/>
              </a:spcAft>
              <a:buSzPts val="1400"/>
              <a:buNone/>
              <a:defRPr>
                <a:solidFill>
                  <a:schemeClr val="lt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 name="Google Shape;31;p10"/>
          <p:cNvSpPr txBox="1">
            <a:spLocks noGrp="1"/>
          </p:cNvSpPr>
          <p:nvPr>
            <p:ph type="body" idx="7"/>
          </p:nvPr>
        </p:nvSpPr>
        <p:spPr>
          <a:xfrm>
            <a:off x="10642730" y="4968875"/>
            <a:ext cx="3005299" cy="553998"/>
          </a:xfrm>
          <a:prstGeom prst="rect">
            <a:avLst/>
          </a:prstGeom>
          <a:noFill/>
          <a:ln>
            <a:noFill/>
          </a:ln>
        </p:spPr>
        <p:txBody>
          <a:bodyPr spcFirstLastPara="1" wrap="square" lIns="0" tIns="0" rIns="0" bIns="0" anchor="t" anchorCtr="0">
            <a:spAutoFit/>
          </a:bodyPr>
          <a:lstStyle>
            <a:lvl1pPr marL="457200" lvl="0" indent="-228600" algn="ctr">
              <a:spcBef>
                <a:spcPts val="0"/>
              </a:spcBef>
              <a:spcAft>
                <a:spcPts val="0"/>
              </a:spcAft>
              <a:buSzPts val="1400"/>
              <a:buNone/>
              <a:defRPr sz="3600" b="1">
                <a:solidFill>
                  <a:schemeClr val="lt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10"/>
          <p:cNvSpPr txBox="1">
            <a:spLocks noGrp="1"/>
          </p:cNvSpPr>
          <p:nvPr>
            <p:ph type="body" idx="8"/>
          </p:nvPr>
        </p:nvSpPr>
        <p:spPr>
          <a:xfrm>
            <a:off x="10642730" y="2200396"/>
            <a:ext cx="2955170" cy="2308324"/>
          </a:xfrm>
          <a:prstGeom prst="rect">
            <a:avLst/>
          </a:prstGeom>
          <a:noFill/>
          <a:ln>
            <a:noFill/>
          </a:ln>
        </p:spPr>
        <p:txBody>
          <a:bodyPr spcFirstLastPara="1" wrap="square" lIns="0" tIns="0" rIns="0" bIns="0" anchor="t" anchorCtr="0">
            <a:spAutoFit/>
          </a:bodyPr>
          <a:lstStyle>
            <a:lvl1pPr marL="457200" lvl="0" indent="-228600" algn="ctr">
              <a:spcBef>
                <a:spcPts val="0"/>
              </a:spcBef>
              <a:spcAft>
                <a:spcPts val="0"/>
              </a:spcAft>
              <a:buSzPts val="1400"/>
              <a:buNone/>
              <a:defRPr sz="15000" b="1">
                <a:solidFill>
                  <a:schemeClr val="lt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10"/>
          <p:cNvSpPr txBox="1">
            <a:spLocks noGrp="1"/>
          </p:cNvSpPr>
          <p:nvPr>
            <p:ph type="body" idx="9"/>
          </p:nvPr>
        </p:nvSpPr>
        <p:spPr>
          <a:xfrm>
            <a:off x="10731587" y="5908547"/>
            <a:ext cx="2916442" cy="553998"/>
          </a:xfrm>
          <a:prstGeom prst="rect">
            <a:avLst/>
          </a:prstGeom>
          <a:noFill/>
          <a:ln>
            <a:noFill/>
          </a:ln>
        </p:spPr>
        <p:txBody>
          <a:bodyPr spcFirstLastPara="1" wrap="square" lIns="0" tIns="0" rIns="0" bIns="0" anchor="t" anchorCtr="0">
            <a:spAutoFit/>
          </a:bodyPr>
          <a:lstStyle>
            <a:lvl1pPr marL="457200" lvl="0" indent="-228600" algn="ctr">
              <a:spcBef>
                <a:spcPts val="0"/>
              </a:spcBef>
              <a:spcAft>
                <a:spcPts val="0"/>
              </a:spcAft>
              <a:buSzPts val="1400"/>
              <a:buNone/>
              <a:defRPr>
                <a:solidFill>
                  <a:schemeClr val="lt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4" name="Google Shape;34;p10"/>
          <p:cNvSpPr txBox="1">
            <a:spLocks noGrp="1"/>
          </p:cNvSpPr>
          <p:nvPr>
            <p:ph type="body" idx="13"/>
          </p:nvPr>
        </p:nvSpPr>
        <p:spPr>
          <a:xfrm>
            <a:off x="14844104" y="4968875"/>
            <a:ext cx="3005299" cy="553998"/>
          </a:xfrm>
          <a:prstGeom prst="rect">
            <a:avLst/>
          </a:prstGeom>
          <a:noFill/>
          <a:ln>
            <a:noFill/>
          </a:ln>
        </p:spPr>
        <p:txBody>
          <a:bodyPr spcFirstLastPara="1" wrap="square" lIns="0" tIns="0" rIns="0" bIns="0" anchor="t" anchorCtr="0">
            <a:spAutoFit/>
          </a:bodyPr>
          <a:lstStyle>
            <a:lvl1pPr marL="457200" lvl="0" indent="-228600" algn="ctr">
              <a:spcBef>
                <a:spcPts val="0"/>
              </a:spcBef>
              <a:spcAft>
                <a:spcPts val="0"/>
              </a:spcAft>
              <a:buSzPts val="1400"/>
              <a:buNone/>
              <a:defRPr sz="3600" b="1">
                <a:solidFill>
                  <a:schemeClr val="lt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5" name="Google Shape;35;p10"/>
          <p:cNvSpPr txBox="1">
            <a:spLocks noGrp="1"/>
          </p:cNvSpPr>
          <p:nvPr>
            <p:ph type="body" idx="14"/>
          </p:nvPr>
        </p:nvSpPr>
        <p:spPr>
          <a:xfrm>
            <a:off x="14844104" y="2200396"/>
            <a:ext cx="2955170" cy="2308324"/>
          </a:xfrm>
          <a:prstGeom prst="rect">
            <a:avLst/>
          </a:prstGeom>
          <a:noFill/>
          <a:ln>
            <a:noFill/>
          </a:ln>
        </p:spPr>
        <p:txBody>
          <a:bodyPr spcFirstLastPara="1" wrap="square" lIns="0" tIns="0" rIns="0" bIns="0" anchor="t" anchorCtr="0">
            <a:spAutoFit/>
          </a:bodyPr>
          <a:lstStyle>
            <a:lvl1pPr marL="457200" lvl="0" indent="-228600" algn="ctr">
              <a:spcBef>
                <a:spcPts val="0"/>
              </a:spcBef>
              <a:spcAft>
                <a:spcPts val="0"/>
              </a:spcAft>
              <a:buSzPts val="1400"/>
              <a:buNone/>
              <a:defRPr sz="15000" b="1">
                <a:solidFill>
                  <a:schemeClr val="lt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6" name="Google Shape;36;p10"/>
          <p:cNvSpPr txBox="1">
            <a:spLocks noGrp="1"/>
          </p:cNvSpPr>
          <p:nvPr>
            <p:ph type="body" idx="15"/>
          </p:nvPr>
        </p:nvSpPr>
        <p:spPr>
          <a:xfrm>
            <a:off x="14932961" y="5908547"/>
            <a:ext cx="2916442" cy="553998"/>
          </a:xfrm>
          <a:prstGeom prst="rect">
            <a:avLst/>
          </a:prstGeom>
          <a:noFill/>
          <a:ln>
            <a:noFill/>
          </a:ln>
        </p:spPr>
        <p:txBody>
          <a:bodyPr spcFirstLastPara="1" wrap="square" lIns="0" tIns="0" rIns="0" bIns="0" anchor="t" anchorCtr="0">
            <a:spAutoFit/>
          </a:bodyPr>
          <a:lstStyle>
            <a:lvl1pPr marL="457200" lvl="0" indent="-228600" algn="ctr">
              <a:spcBef>
                <a:spcPts val="0"/>
              </a:spcBef>
              <a:spcAft>
                <a:spcPts val="0"/>
              </a:spcAft>
              <a:buSzPts val="1400"/>
              <a:buNone/>
              <a:defRPr>
                <a:solidFill>
                  <a:schemeClr val="lt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7" name="Google Shape;37;p10"/>
          <p:cNvSpPr/>
          <p:nvPr/>
        </p:nvSpPr>
        <p:spPr>
          <a:xfrm>
            <a:off x="3579241" y="5730875"/>
            <a:ext cx="751840" cy="60325"/>
          </a:xfrm>
          <a:custGeom>
            <a:avLst/>
            <a:gdLst/>
            <a:ahLst/>
            <a:cxnLst/>
            <a:rect l="l" t="t" r="r" b="b"/>
            <a:pathLst>
              <a:path w="751839" h="60325" extrusionOk="0">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 name="Google Shape;38;p10"/>
          <p:cNvSpPr/>
          <p:nvPr/>
        </p:nvSpPr>
        <p:spPr>
          <a:xfrm>
            <a:off x="7667696" y="5730875"/>
            <a:ext cx="751840" cy="60325"/>
          </a:xfrm>
          <a:custGeom>
            <a:avLst/>
            <a:gdLst/>
            <a:ahLst/>
            <a:cxnLst/>
            <a:rect l="l" t="t" r="r" b="b"/>
            <a:pathLst>
              <a:path w="751839" h="60325" extrusionOk="0">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 name="Google Shape;39;p10"/>
          <p:cNvSpPr/>
          <p:nvPr/>
        </p:nvSpPr>
        <p:spPr>
          <a:xfrm>
            <a:off x="15995650" y="5730875"/>
            <a:ext cx="751840" cy="60325"/>
          </a:xfrm>
          <a:custGeom>
            <a:avLst/>
            <a:gdLst/>
            <a:ahLst/>
            <a:cxnLst/>
            <a:rect l="l" t="t" r="r" b="b"/>
            <a:pathLst>
              <a:path w="751839" h="60325" extrusionOk="0">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 name="Google Shape;40;p10"/>
          <p:cNvSpPr/>
          <p:nvPr/>
        </p:nvSpPr>
        <p:spPr>
          <a:xfrm>
            <a:off x="11728450" y="5719885"/>
            <a:ext cx="751840" cy="60325"/>
          </a:xfrm>
          <a:custGeom>
            <a:avLst/>
            <a:gdLst/>
            <a:ahLst/>
            <a:cxnLst/>
            <a:rect l="l" t="t" r="r" b="b"/>
            <a:pathLst>
              <a:path w="751839" h="60325" extrusionOk="0">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lt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 name="Google Shape;41;p10"/>
          <p:cNvSpPr/>
          <p:nvPr/>
        </p:nvSpPr>
        <p:spPr>
          <a:xfrm>
            <a:off x="16958625" y="10426287"/>
            <a:ext cx="1618615" cy="525145"/>
          </a:xfrm>
          <a:custGeom>
            <a:avLst/>
            <a:gdLst/>
            <a:ahLst/>
            <a:cxnLst/>
            <a:rect l="l" t="t" r="r" b="b"/>
            <a:pathLst>
              <a:path w="1618615" h="525145" extrusionOk="0">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extrusionOk="0">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extrusionOk="0">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extrusionOk="0">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 name="Google Shape;42;p10"/>
          <p:cNvSpPr/>
          <p:nvPr/>
        </p:nvSpPr>
        <p:spPr>
          <a:xfrm>
            <a:off x="18689266" y="10470436"/>
            <a:ext cx="388620" cy="482600"/>
          </a:xfrm>
          <a:custGeom>
            <a:avLst/>
            <a:gdLst/>
            <a:ahLst/>
            <a:cxnLst/>
            <a:rect l="l" t="t" r="r" b="b"/>
            <a:pathLst>
              <a:path w="388619" h="482600" extrusionOk="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43" name="Google Shape;43;p10"/>
          <p:cNvGrpSpPr/>
          <p:nvPr/>
        </p:nvGrpSpPr>
        <p:grpSpPr>
          <a:xfrm>
            <a:off x="19131280" y="10355374"/>
            <a:ext cx="445703" cy="598161"/>
            <a:chOff x="18406074" y="10234089"/>
            <a:chExt cx="445703" cy="598161"/>
          </a:xfrm>
        </p:grpSpPr>
        <p:sp>
          <p:nvSpPr>
            <p:cNvPr id="44" name="Google Shape;44;p10"/>
            <p:cNvSpPr/>
            <p:nvPr/>
          </p:nvSpPr>
          <p:spPr>
            <a:xfrm>
              <a:off x="18406074" y="10341395"/>
              <a:ext cx="376555" cy="490855"/>
            </a:xfrm>
            <a:custGeom>
              <a:avLst/>
              <a:gdLst/>
              <a:ahLst/>
              <a:cxnLst/>
              <a:rect l="l" t="t" r="r" b="b"/>
              <a:pathLst>
                <a:path w="376555" h="490854" extrusionOk="0">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5" name="Google Shape;45;p10"/>
            <p:cNvPicPr preferRelativeResize="0"/>
            <p:nvPr/>
          </p:nvPicPr>
          <p:blipFill rotWithShape="1">
            <a:blip r:embed="rId2">
              <a:alphaModFix/>
            </a:blip>
            <a:srcRect/>
            <a:stretch/>
          </p:blipFill>
          <p:spPr>
            <a:xfrm>
              <a:off x="18739823" y="10234089"/>
              <a:ext cx="111954" cy="111944"/>
            </a:xfrm>
            <a:prstGeom prst="rect">
              <a:avLst/>
            </a:prstGeom>
            <a:noFill/>
            <a:ln>
              <a:noFill/>
            </a:ln>
          </p:spPr>
        </p:pic>
      </p:grpSp>
      <p:pic>
        <p:nvPicPr>
          <p:cNvPr id="46" name="Google Shape;46;p10"/>
          <p:cNvPicPr preferRelativeResize="0"/>
          <p:nvPr/>
        </p:nvPicPr>
        <p:blipFill rotWithShape="1">
          <a:blip r:embed="rId3">
            <a:alphaModFix/>
          </a:blip>
          <a:srcRect/>
          <a:stretch/>
        </p:blipFill>
        <p:spPr>
          <a:xfrm>
            <a:off x="12325995" y="10351817"/>
            <a:ext cx="4224383" cy="83351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and Content">
  <p:cSld name="Title and Content">
    <p:bg>
      <p:bgPr>
        <a:solidFill>
          <a:schemeClr val="lt1"/>
        </a:solidFill>
        <a:effectLst/>
      </p:bgPr>
    </p:bg>
    <p:spTree>
      <p:nvGrpSpPr>
        <p:cNvPr id="1" name="Shape 47"/>
        <p:cNvGrpSpPr/>
        <p:nvPr/>
      </p:nvGrpSpPr>
      <p:grpSpPr>
        <a:xfrm>
          <a:off x="0" y="0"/>
          <a:ext cx="0" cy="0"/>
          <a:chOff x="0" y="0"/>
          <a:chExt cx="0" cy="0"/>
        </a:xfrm>
      </p:grpSpPr>
      <p:sp>
        <p:nvSpPr>
          <p:cNvPr id="48" name="Google Shape;48;p11"/>
          <p:cNvSpPr/>
          <p:nvPr/>
        </p:nvSpPr>
        <p:spPr>
          <a:xfrm>
            <a:off x="1" y="828729"/>
            <a:ext cx="4946650" cy="1168346"/>
          </a:xfrm>
          <a:prstGeom prst="rect">
            <a:avLst/>
          </a:prstGeom>
          <a:solidFill>
            <a:srgbClr val="317D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 name="Google Shape;49;p11"/>
          <p:cNvSpPr/>
          <p:nvPr/>
        </p:nvSpPr>
        <p:spPr>
          <a:xfrm>
            <a:off x="4998572" y="828729"/>
            <a:ext cx="152400" cy="1168346"/>
          </a:xfrm>
          <a:custGeom>
            <a:avLst/>
            <a:gdLst/>
            <a:ahLst/>
            <a:cxnLst/>
            <a:rect l="l" t="t" r="r" b="b"/>
            <a:pathLst>
              <a:path w="53339" h="6827520" extrusionOk="0">
                <a:moveTo>
                  <a:pt x="26606" y="0"/>
                </a:moveTo>
                <a:lnTo>
                  <a:pt x="16269" y="2095"/>
                </a:lnTo>
                <a:lnTo>
                  <a:pt x="7809" y="7806"/>
                </a:lnTo>
                <a:lnTo>
                  <a:pt x="2097" y="16264"/>
                </a:lnTo>
                <a:lnTo>
                  <a:pt x="0" y="26606"/>
                </a:lnTo>
                <a:lnTo>
                  <a:pt x="0" y="6800368"/>
                </a:lnTo>
                <a:lnTo>
                  <a:pt x="2097" y="6810704"/>
                </a:lnTo>
                <a:lnTo>
                  <a:pt x="7809" y="6819160"/>
                </a:lnTo>
                <a:lnTo>
                  <a:pt x="16269" y="6824869"/>
                </a:lnTo>
                <a:lnTo>
                  <a:pt x="26606" y="6826964"/>
                </a:lnTo>
                <a:lnTo>
                  <a:pt x="36943" y="6824869"/>
                </a:lnTo>
                <a:lnTo>
                  <a:pt x="45403" y="6819160"/>
                </a:lnTo>
                <a:lnTo>
                  <a:pt x="51115" y="6810704"/>
                </a:lnTo>
                <a:lnTo>
                  <a:pt x="53213" y="6800368"/>
                </a:lnTo>
                <a:lnTo>
                  <a:pt x="53213" y="26606"/>
                </a:lnTo>
                <a:lnTo>
                  <a:pt x="51115" y="16264"/>
                </a:lnTo>
                <a:lnTo>
                  <a:pt x="45403" y="7806"/>
                </a:lnTo>
                <a:lnTo>
                  <a:pt x="36943" y="2095"/>
                </a:lnTo>
                <a:lnTo>
                  <a:pt x="26606" y="0"/>
                </a:lnTo>
                <a:close/>
              </a:path>
            </a:pathLst>
          </a:custGeom>
          <a:solidFill>
            <a:srgbClr val="1A1A1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 name="Google Shape;50;p11"/>
          <p:cNvSpPr txBox="1">
            <a:spLocks noGrp="1"/>
          </p:cNvSpPr>
          <p:nvPr>
            <p:ph type="body" idx="1"/>
          </p:nvPr>
        </p:nvSpPr>
        <p:spPr>
          <a:xfrm>
            <a:off x="574040" y="1258411"/>
            <a:ext cx="4343400" cy="1477328"/>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4800" b="1">
                <a:solidFill>
                  <a:schemeClr val="dk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1" name="Google Shape;51;p11"/>
          <p:cNvSpPr txBox="1">
            <a:spLocks noGrp="1"/>
          </p:cNvSpPr>
          <p:nvPr>
            <p:ph type="body" idx="2"/>
          </p:nvPr>
        </p:nvSpPr>
        <p:spPr>
          <a:xfrm>
            <a:off x="574675" y="2911475"/>
            <a:ext cx="4343400" cy="1231106"/>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000">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2" name="Google Shape;52;p11"/>
          <p:cNvSpPr/>
          <p:nvPr/>
        </p:nvSpPr>
        <p:spPr>
          <a:xfrm>
            <a:off x="16958625" y="10426287"/>
            <a:ext cx="1618615" cy="525145"/>
          </a:xfrm>
          <a:custGeom>
            <a:avLst/>
            <a:gdLst/>
            <a:ahLst/>
            <a:cxnLst/>
            <a:rect l="l" t="t" r="r" b="b"/>
            <a:pathLst>
              <a:path w="1618615" h="525145" extrusionOk="0">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extrusionOk="0">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extrusionOk="0">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extrusionOk="0">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 name="Google Shape;53;p11"/>
          <p:cNvSpPr/>
          <p:nvPr/>
        </p:nvSpPr>
        <p:spPr>
          <a:xfrm>
            <a:off x="18689266" y="10470436"/>
            <a:ext cx="388620" cy="482600"/>
          </a:xfrm>
          <a:custGeom>
            <a:avLst/>
            <a:gdLst/>
            <a:ahLst/>
            <a:cxnLst/>
            <a:rect l="l" t="t" r="r" b="b"/>
            <a:pathLst>
              <a:path w="388619" h="482600" extrusionOk="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54" name="Google Shape;54;p11"/>
          <p:cNvGrpSpPr/>
          <p:nvPr/>
        </p:nvGrpSpPr>
        <p:grpSpPr>
          <a:xfrm>
            <a:off x="19131280" y="10355374"/>
            <a:ext cx="445703" cy="598161"/>
            <a:chOff x="18406074" y="10234089"/>
            <a:chExt cx="445703" cy="598161"/>
          </a:xfrm>
        </p:grpSpPr>
        <p:sp>
          <p:nvSpPr>
            <p:cNvPr id="55" name="Google Shape;55;p11"/>
            <p:cNvSpPr/>
            <p:nvPr/>
          </p:nvSpPr>
          <p:spPr>
            <a:xfrm>
              <a:off x="18406074" y="10341395"/>
              <a:ext cx="376555" cy="490855"/>
            </a:xfrm>
            <a:custGeom>
              <a:avLst/>
              <a:gdLst/>
              <a:ahLst/>
              <a:cxnLst/>
              <a:rect l="l" t="t" r="r" b="b"/>
              <a:pathLst>
                <a:path w="376555" h="490854" extrusionOk="0">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6" name="Google Shape;56;p11"/>
            <p:cNvPicPr preferRelativeResize="0"/>
            <p:nvPr/>
          </p:nvPicPr>
          <p:blipFill rotWithShape="1">
            <a:blip r:embed="rId2">
              <a:alphaModFix/>
            </a:blip>
            <a:srcRect/>
            <a:stretch/>
          </p:blipFill>
          <p:spPr>
            <a:xfrm>
              <a:off x="18739823" y="10234089"/>
              <a:ext cx="111954" cy="111944"/>
            </a:xfrm>
            <a:prstGeom prst="rect">
              <a:avLst/>
            </a:prstGeom>
            <a:noFill/>
            <a:ln>
              <a:noFill/>
            </a:ln>
          </p:spPr>
        </p:pic>
      </p:grpSp>
      <p:pic>
        <p:nvPicPr>
          <p:cNvPr id="57" name="Google Shape;57;p11"/>
          <p:cNvPicPr preferRelativeResize="0"/>
          <p:nvPr/>
        </p:nvPicPr>
        <p:blipFill rotWithShape="1">
          <a:blip r:embed="rId3">
            <a:alphaModFix/>
          </a:blip>
          <a:srcRect/>
          <a:stretch/>
        </p:blipFill>
        <p:spPr>
          <a:xfrm>
            <a:off x="12325995" y="10351817"/>
            <a:ext cx="4224383" cy="83351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58"/>
        <p:cNvGrpSpPr/>
        <p:nvPr/>
      </p:nvGrpSpPr>
      <p:grpSpPr>
        <a:xfrm>
          <a:off x="0" y="0"/>
          <a:ext cx="0" cy="0"/>
          <a:chOff x="0" y="0"/>
          <a:chExt cx="0" cy="0"/>
        </a:xfrm>
      </p:grpSpPr>
      <p:pic>
        <p:nvPicPr>
          <p:cNvPr id="59" name="Google Shape;59;p12"/>
          <p:cNvPicPr preferRelativeResize="0"/>
          <p:nvPr/>
        </p:nvPicPr>
        <p:blipFill rotWithShape="1">
          <a:blip r:embed="rId2">
            <a:alphaModFix/>
          </a:blip>
          <a:srcRect/>
          <a:stretch/>
        </p:blipFill>
        <p:spPr>
          <a:xfrm>
            <a:off x="0" y="0"/>
            <a:ext cx="20104100" cy="7378258"/>
          </a:xfrm>
          <a:prstGeom prst="rect">
            <a:avLst/>
          </a:prstGeom>
          <a:noFill/>
          <a:ln>
            <a:noFill/>
          </a:ln>
        </p:spPr>
      </p:pic>
      <p:sp>
        <p:nvSpPr>
          <p:cNvPr id="60" name="Google Shape;60;p12"/>
          <p:cNvSpPr/>
          <p:nvPr/>
        </p:nvSpPr>
        <p:spPr>
          <a:xfrm>
            <a:off x="16958625" y="10426287"/>
            <a:ext cx="1618615" cy="525145"/>
          </a:xfrm>
          <a:custGeom>
            <a:avLst/>
            <a:gdLst/>
            <a:ahLst/>
            <a:cxnLst/>
            <a:rect l="l" t="t" r="r" b="b"/>
            <a:pathLst>
              <a:path w="1618615" h="525145" extrusionOk="0">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extrusionOk="0">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extrusionOk="0">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extrusionOk="0">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 name="Google Shape;61;p12"/>
          <p:cNvSpPr/>
          <p:nvPr/>
        </p:nvSpPr>
        <p:spPr>
          <a:xfrm>
            <a:off x="18689266" y="10470436"/>
            <a:ext cx="388620" cy="482600"/>
          </a:xfrm>
          <a:custGeom>
            <a:avLst/>
            <a:gdLst/>
            <a:ahLst/>
            <a:cxnLst/>
            <a:rect l="l" t="t" r="r" b="b"/>
            <a:pathLst>
              <a:path w="388619" h="482600" extrusionOk="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62" name="Google Shape;62;p12"/>
          <p:cNvGrpSpPr/>
          <p:nvPr/>
        </p:nvGrpSpPr>
        <p:grpSpPr>
          <a:xfrm>
            <a:off x="19131280" y="10355374"/>
            <a:ext cx="445703" cy="598161"/>
            <a:chOff x="18406074" y="10234089"/>
            <a:chExt cx="445703" cy="598161"/>
          </a:xfrm>
        </p:grpSpPr>
        <p:sp>
          <p:nvSpPr>
            <p:cNvPr id="63" name="Google Shape;63;p12"/>
            <p:cNvSpPr/>
            <p:nvPr/>
          </p:nvSpPr>
          <p:spPr>
            <a:xfrm>
              <a:off x="18406074" y="10341395"/>
              <a:ext cx="376555" cy="490855"/>
            </a:xfrm>
            <a:custGeom>
              <a:avLst/>
              <a:gdLst/>
              <a:ahLst/>
              <a:cxnLst/>
              <a:rect l="l" t="t" r="r" b="b"/>
              <a:pathLst>
                <a:path w="376555" h="490854" extrusionOk="0">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64" name="Google Shape;64;p12"/>
            <p:cNvPicPr preferRelativeResize="0"/>
            <p:nvPr/>
          </p:nvPicPr>
          <p:blipFill rotWithShape="1">
            <a:blip r:embed="rId3">
              <a:alphaModFix/>
            </a:blip>
            <a:srcRect/>
            <a:stretch/>
          </p:blipFill>
          <p:spPr>
            <a:xfrm>
              <a:off x="18739823" y="10234089"/>
              <a:ext cx="111954" cy="111944"/>
            </a:xfrm>
            <a:prstGeom prst="rect">
              <a:avLst/>
            </a:prstGeom>
            <a:noFill/>
            <a:ln>
              <a:noFill/>
            </a:ln>
          </p:spPr>
        </p:pic>
      </p:grpSp>
      <p:pic>
        <p:nvPicPr>
          <p:cNvPr id="65" name="Google Shape;65;p12"/>
          <p:cNvPicPr preferRelativeResize="0"/>
          <p:nvPr/>
        </p:nvPicPr>
        <p:blipFill rotWithShape="1">
          <a:blip r:embed="rId4">
            <a:alphaModFix/>
          </a:blip>
          <a:srcRect/>
          <a:stretch/>
        </p:blipFill>
        <p:spPr>
          <a:xfrm>
            <a:off x="12325995" y="10351817"/>
            <a:ext cx="4224383" cy="833510"/>
          </a:xfrm>
          <a:prstGeom prst="rect">
            <a:avLst/>
          </a:prstGeom>
          <a:noFill/>
          <a:ln>
            <a:noFill/>
          </a:ln>
        </p:spPr>
      </p:pic>
      <p:sp>
        <p:nvSpPr>
          <p:cNvPr id="66" name="Google Shape;66;p12"/>
          <p:cNvSpPr txBox="1">
            <a:spLocks noGrp="1"/>
          </p:cNvSpPr>
          <p:nvPr>
            <p:ph type="title"/>
          </p:nvPr>
        </p:nvSpPr>
        <p:spPr>
          <a:xfrm>
            <a:off x="1321990" y="8235994"/>
            <a:ext cx="6048240" cy="23249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67" name="Google Shape;67;p12"/>
          <p:cNvCxnSpPr/>
          <p:nvPr/>
        </p:nvCxnSpPr>
        <p:spPr>
          <a:xfrm>
            <a:off x="7842250" y="7864475"/>
            <a:ext cx="0" cy="2696441"/>
          </a:xfrm>
          <a:prstGeom prst="straightConnector1">
            <a:avLst/>
          </a:prstGeom>
          <a:noFill/>
          <a:ln w="76200" cap="flat" cmpd="sng">
            <a:solidFill>
              <a:schemeClr val="dk1"/>
            </a:solidFill>
            <a:prstDash val="solid"/>
            <a:round/>
            <a:headEnd type="none" w="sm" len="sm"/>
            <a:tailEnd type="none" w="sm" len="sm"/>
          </a:ln>
        </p:spPr>
      </p:cxnSp>
      <p:sp>
        <p:nvSpPr>
          <p:cNvPr id="68" name="Google Shape;68;p12"/>
          <p:cNvSpPr txBox="1">
            <a:spLocks noGrp="1"/>
          </p:cNvSpPr>
          <p:nvPr>
            <p:ph type="body" idx="1"/>
          </p:nvPr>
        </p:nvSpPr>
        <p:spPr>
          <a:xfrm>
            <a:off x="8314271" y="8170445"/>
            <a:ext cx="11193563" cy="190383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69"/>
        <p:cNvGrpSpPr/>
        <p:nvPr/>
      </p:nvGrpSpPr>
      <p:grpSpPr>
        <a:xfrm>
          <a:off x="0" y="0"/>
          <a:ext cx="0" cy="0"/>
          <a:chOff x="0" y="0"/>
          <a:chExt cx="0" cy="0"/>
        </a:xfrm>
      </p:grpSpPr>
      <p:pic>
        <p:nvPicPr>
          <p:cNvPr id="70" name="Google Shape;70;p13"/>
          <p:cNvPicPr preferRelativeResize="0"/>
          <p:nvPr/>
        </p:nvPicPr>
        <p:blipFill rotWithShape="1">
          <a:blip r:embed="rId2">
            <a:alphaModFix/>
          </a:blip>
          <a:srcRect/>
          <a:stretch/>
        </p:blipFill>
        <p:spPr>
          <a:xfrm>
            <a:off x="-1" y="0"/>
            <a:ext cx="20104101" cy="7407276"/>
          </a:xfrm>
          <a:prstGeom prst="rect">
            <a:avLst/>
          </a:prstGeom>
          <a:noFill/>
          <a:ln>
            <a:noFill/>
          </a:ln>
        </p:spPr>
      </p:pic>
      <p:sp>
        <p:nvSpPr>
          <p:cNvPr id="71" name="Google Shape;71;p13"/>
          <p:cNvSpPr/>
          <p:nvPr/>
        </p:nvSpPr>
        <p:spPr>
          <a:xfrm>
            <a:off x="16958625" y="10426287"/>
            <a:ext cx="1618615" cy="525145"/>
          </a:xfrm>
          <a:custGeom>
            <a:avLst/>
            <a:gdLst/>
            <a:ahLst/>
            <a:cxnLst/>
            <a:rect l="l" t="t" r="r" b="b"/>
            <a:pathLst>
              <a:path w="1618615" h="525145" extrusionOk="0">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extrusionOk="0">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extrusionOk="0">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extrusionOk="0">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 name="Google Shape;72;p13"/>
          <p:cNvSpPr/>
          <p:nvPr/>
        </p:nvSpPr>
        <p:spPr>
          <a:xfrm>
            <a:off x="18689266" y="10470436"/>
            <a:ext cx="388620" cy="482600"/>
          </a:xfrm>
          <a:custGeom>
            <a:avLst/>
            <a:gdLst/>
            <a:ahLst/>
            <a:cxnLst/>
            <a:rect l="l" t="t" r="r" b="b"/>
            <a:pathLst>
              <a:path w="388619" h="482600" extrusionOk="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73" name="Google Shape;73;p13"/>
          <p:cNvGrpSpPr/>
          <p:nvPr/>
        </p:nvGrpSpPr>
        <p:grpSpPr>
          <a:xfrm>
            <a:off x="19131280" y="10355374"/>
            <a:ext cx="445703" cy="598161"/>
            <a:chOff x="18406074" y="10234089"/>
            <a:chExt cx="445703" cy="598161"/>
          </a:xfrm>
        </p:grpSpPr>
        <p:sp>
          <p:nvSpPr>
            <p:cNvPr id="74" name="Google Shape;74;p13"/>
            <p:cNvSpPr/>
            <p:nvPr/>
          </p:nvSpPr>
          <p:spPr>
            <a:xfrm>
              <a:off x="18406074" y="10341395"/>
              <a:ext cx="376555" cy="490855"/>
            </a:xfrm>
            <a:custGeom>
              <a:avLst/>
              <a:gdLst/>
              <a:ahLst/>
              <a:cxnLst/>
              <a:rect l="l" t="t" r="r" b="b"/>
              <a:pathLst>
                <a:path w="376555" h="490854" extrusionOk="0">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75" name="Google Shape;75;p13"/>
            <p:cNvPicPr preferRelativeResize="0"/>
            <p:nvPr/>
          </p:nvPicPr>
          <p:blipFill rotWithShape="1">
            <a:blip r:embed="rId3">
              <a:alphaModFix/>
            </a:blip>
            <a:srcRect/>
            <a:stretch/>
          </p:blipFill>
          <p:spPr>
            <a:xfrm>
              <a:off x="18739823" y="10234089"/>
              <a:ext cx="111954" cy="111944"/>
            </a:xfrm>
            <a:prstGeom prst="rect">
              <a:avLst/>
            </a:prstGeom>
            <a:noFill/>
            <a:ln>
              <a:noFill/>
            </a:ln>
          </p:spPr>
        </p:pic>
      </p:grpSp>
      <p:pic>
        <p:nvPicPr>
          <p:cNvPr id="76" name="Google Shape;76;p13"/>
          <p:cNvPicPr preferRelativeResize="0"/>
          <p:nvPr/>
        </p:nvPicPr>
        <p:blipFill rotWithShape="1">
          <a:blip r:embed="rId4">
            <a:alphaModFix/>
          </a:blip>
          <a:srcRect/>
          <a:stretch/>
        </p:blipFill>
        <p:spPr>
          <a:xfrm>
            <a:off x="12325995" y="10351817"/>
            <a:ext cx="4224383" cy="833510"/>
          </a:xfrm>
          <a:prstGeom prst="rect">
            <a:avLst/>
          </a:prstGeom>
          <a:noFill/>
          <a:ln>
            <a:noFill/>
          </a:ln>
        </p:spPr>
      </p:pic>
      <p:sp>
        <p:nvSpPr>
          <p:cNvPr id="77" name="Google Shape;77;p13"/>
          <p:cNvSpPr txBox="1">
            <a:spLocks noGrp="1"/>
          </p:cNvSpPr>
          <p:nvPr>
            <p:ph type="title"/>
          </p:nvPr>
        </p:nvSpPr>
        <p:spPr>
          <a:xfrm>
            <a:off x="1321990" y="8235994"/>
            <a:ext cx="6048240" cy="23249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78" name="Google Shape;78;p13"/>
          <p:cNvCxnSpPr/>
          <p:nvPr/>
        </p:nvCxnSpPr>
        <p:spPr>
          <a:xfrm>
            <a:off x="7842250" y="7864475"/>
            <a:ext cx="0" cy="2696441"/>
          </a:xfrm>
          <a:prstGeom prst="straightConnector1">
            <a:avLst/>
          </a:prstGeom>
          <a:noFill/>
          <a:ln w="76200" cap="flat" cmpd="sng">
            <a:solidFill>
              <a:schemeClr val="dk1"/>
            </a:solidFill>
            <a:prstDash val="solid"/>
            <a:round/>
            <a:headEnd type="none" w="sm" len="sm"/>
            <a:tailEnd type="none" w="sm" len="sm"/>
          </a:ln>
        </p:spPr>
      </p:cxnSp>
      <p:sp>
        <p:nvSpPr>
          <p:cNvPr id="79" name="Google Shape;79;p13"/>
          <p:cNvSpPr txBox="1">
            <a:spLocks noGrp="1"/>
          </p:cNvSpPr>
          <p:nvPr>
            <p:ph type="body" idx="1"/>
          </p:nvPr>
        </p:nvSpPr>
        <p:spPr>
          <a:xfrm>
            <a:off x="8314271" y="8170445"/>
            <a:ext cx="11193563" cy="190383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80"/>
        <p:cNvGrpSpPr/>
        <p:nvPr/>
      </p:nvGrpSpPr>
      <p:grpSpPr>
        <a:xfrm>
          <a:off x="0" y="0"/>
          <a:ext cx="0" cy="0"/>
          <a:chOff x="0" y="0"/>
          <a:chExt cx="0" cy="0"/>
        </a:xfrm>
      </p:grpSpPr>
      <p:pic>
        <p:nvPicPr>
          <p:cNvPr id="81" name="Google Shape;81;p14"/>
          <p:cNvPicPr preferRelativeResize="0"/>
          <p:nvPr/>
        </p:nvPicPr>
        <p:blipFill rotWithShape="1">
          <a:blip r:embed="rId2">
            <a:alphaModFix/>
          </a:blip>
          <a:srcRect/>
          <a:stretch/>
        </p:blipFill>
        <p:spPr>
          <a:xfrm>
            <a:off x="0" y="-52196"/>
            <a:ext cx="20104100" cy="7520510"/>
          </a:xfrm>
          <a:prstGeom prst="rect">
            <a:avLst/>
          </a:prstGeom>
          <a:noFill/>
          <a:ln>
            <a:noFill/>
          </a:ln>
        </p:spPr>
      </p:pic>
      <p:sp>
        <p:nvSpPr>
          <p:cNvPr id="82" name="Google Shape;82;p14"/>
          <p:cNvSpPr/>
          <p:nvPr/>
        </p:nvSpPr>
        <p:spPr>
          <a:xfrm>
            <a:off x="16958625" y="10426287"/>
            <a:ext cx="1618615" cy="525145"/>
          </a:xfrm>
          <a:custGeom>
            <a:avLst/>
            <a:gdLst/>
            <a:ahLst/>
            <a:cxnLst/>
            <a:rect l="l" t="t" r="r" b="b"/>
            <a:pathLst>
              <a:path w="1618615" h="525145" extrusionOk="0">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extrusionOk="0">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extrusionOk="0">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extrusionOk="0">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 name="Google Shape;83;p14"/>
          <p:cNvSpPr/>
          <p:nvPr/>
        </p:nvSpPr>
        <p:spPr>
          <a:xfrm>
            <a:off x="18689266" y="10470436"/>
            <a:ext cx="388620" cy="482600"/>
          </a:xfrm>
          <a:custGeom>
            <a:avLst/>
            <a:gdLst/>
            <a:ahLst/>
            <a:cxnLst/>
            <a:rect l="l" t="t" r="r" b="b"/>
            <a:pathLst>
              <a:path w="388619" h="482600" extrusionOk="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84" name="Google Shape;84;p14"/>
          <p:cNvGrpSpPr/>
          <p:nvPr/>
        </p:nvGrpSpPr>
        <p:grpSpPr>
          <a:xfrm>
            <a:off x="19131280" y="10355374"/>
            <a:ext cx="445703" cy="598161"/>
            <a:chOff x="18406074" y="10234089"/>
            <a:chExt cx="445703" cy="598161"/>
          </a:xfrm>
        </p:grpSpPr>
        <p:sp>
          <p:nvSpPr>
            <p:cNvPr id="85" name="Google Shape;85;p14"/>
            <p:cNvSpPr/>
            <p:nvPr/>
          </p:nvSpPr>
          <p:spPr>
            <a:xfrm>
              <a:off x="18406074" y="10341395"/>
              <a:ext cx="376555" cy="490855"/>
            </a:xfrm>
            <a:custGeom>
              <a:avLst/>
              <a:gdLst/>
              <a:ahLst/>
              <a:cxnLst/>
              <a:rect l="l" t="t" r="r" b="b"/>
              <a:pathLst>
                <a:path w="376555" h="490854" extrusionOk="0">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86" name="Google Shape;86;p14"/>
            <p:cNvPicPr preferRelativeResize="0"/>
            <p:nvPr/>
          </p:nvPicPr>
          <p:blipFill rotWithShape="1">
            <a:blip r:embed="rId3">
              <a:alphaModFix/>
            </a:blip>
            <a:srcRect/>
            <a:stretch/>
          </p:blipFill>
          <p:spPr>
            <a:xfrm>
              <a:off x="18739823" y="10234089"/>
              <a:ext cx="111954" cy="111944"/>
            </a:xfrm>
            <a:prstGeom prst="rect">
              <a:avLst/>
            </a:prstGeom>
            <a:noFill/>
            <a:ln>
              <a:noFill/>
            </a:ln>
          </p:spPr>
        </p:pic>
      </p:grpSp>
      <p:pic>
        <p:nvPicPr>
          <p:cNvPr id="87" name="Google Shape;87;p14"/>
          <p:cNvPicPr preferRelativeResize="0"/>
          <p:nvPr/>
        </p:nvPicPr>
        <p:blipFill rotWithShape="1">
          <a:blip r:embed="rId4">
            <a:alphaModFix/>
          </a:blip>
          <a:srcRect/>
          <a:stretch/>
        </p:blipFill>
        <p:spPr>
          <a:xfrm>
            <a:off x="12325995" y="10351817"/>
            <a:ext cx="4224383" cy="833510"/>
          </a:xfrm>
          <a:prstGeom prst="rect">
            <a:avLst/>
          </a:prstGeom>
          <a:noFill/>
          <a:ln>
            <a:noFill/>
          </a:ln>
        </p:spPr>
      </p:pic>
      <p:sp>
        <p:nvSpPr>
          <p:cNvPr id="88" name="Google Shape;88;p14"/>
          <p:cNvSpPr txBox="1">
            <a:spLocks noGrp="1"/>
          </p:cNvSpPr>
          <p:nvPr>
            <p:ph type="title"/>
          </p:nvPr>
        </p:nvSpPr>
        <p:spPr>
          <a:xfrm>
            <a:off x="1321990" y="8235994"/>
            <a:ext cx="6048240" cy="23249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89" name="Google Shape;89;p14"/>
          <p:cNvCxnSpPr/>
          <p:nvPr/>
        </p:nvCxnSpPr>
        <p:spPr>
          <a:xfrm>
            <a:off x="7842250" y="7864475"/>
            <a:ext cx="0" cy="2696441"/>
          </a:xfrm>
          <a:prstGeom prst="straightConnector1">
            <a:avLst/>
          </a:prstGeom>
          <a:noFill/>
          <a:ln w="76200" cap="flat" cmpd="sng">
            <a:solidFill>
              <a:schemeClr val="dk1"/>
            </a:solidFill>
            <a:prstDash val="solid"/>
            <a:round/>
            <a:headEnd type="none" w="sm" len="sm"/>
            <a:tailEnd type="none" w="sm" len="sm"/>
          </a:ln>
        </p:spPr>
      </p:cxnSp>
      <p:sp>
        <p:nvSpPr>
          <p:cNvPr id="90" name="Google Shape;90;p14"/>
          <p:cNvSpPr txBox="1">
            <a:spLocks noGrp="1"/>
          </p:cNvSpPr>
          <p:nvPr>
            <p:ph type="body" idx="1"/>
          </p:nvPr>
        </p:nvSpPr>
        <p:spPr>
          <a:xfrm>
            <a:off x="8314271" y="8170445"/>
            <a:ext cx="11193563" cy="190383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Diseño personalizado">
  <p:cSld name="1_Diseño personalizado">
    <p:spTree>
      <p:nvGrpSpPr>
        <p:cNvPr id="1" name="Shape 91"/>
        <p:cNvGrpSpPr/>
        <p:nvPr/>
      </p:nvGrpSpPr>
      <p:grpSpPr>
        <a:xfrm>
          <a:off x="0" y="0"/>
          <a:ext cx="0" cy="0"/>
          <a:chOff x="0" y="0"/>
          <a:chExt cx="0" cy="0"/>
        </a:xfrm>
      </p:grpSpPr>
      <p:pic>
        <p:nvPicPr>
          <p:cNvPr id="92" name="Google Shape;92;p15"/>
          <p:cNvPicPr preferRelativeResize="0"/>
          <p:nvPr/>
        </p:nvPicPr>
        <p:blipFill rotWithShape="1">
          <a:blip r:embed="rId2">
            <a:alphaModFix/>
          </a:blip>
          <a:srcRect/>
          <a:stretch/>
        </p:blipFill>
        <p:spPr>
          <a:xfrm>
            <a:off x="-1" y="-22225"/>
            <a:ext cx="20112123" cy="7534688"/>
          </a:xfrm>
          <a:prstGeom prst="rect">
            <a:avLst/>
          </a:prstGeom>
          <a:noFill/>
          <a:ln>
            <a:noFill/>
          </a:ln>
        </p:spPr>
      </p:pic>
      <p:sp>
        <p:nvSpPr>
          <p:cNvPr id="93" name="Google Shape;93;p15"/>
          <p:cNvSpPr/>
          <p:nvPr/>
        </p:nvSpPr>
        <p:spPr>
          <a:xfrm>
            <a:off x="16958625" y="10426287"/>
            <a:ext cx="1618615" cy="525145"/>
          </a:xfrm>
          <a:custGeom>
            <a:avLst/>
            <a:gdLst/>
            <a:ahLst/>
            <a:cxnLst/>
            <a:rect l="l" t="t" r="r" b="b"/>
            <a:pathLst>
              <a:path w="1618615" h="525145" extrusionOk="0">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extrusionOk="0">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extrusionOk="0">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extrusionOk="0">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4" name="Google Shape;94;p15"/>
          <p:cNvSpPr/>
          <p:nvPr/>
        </p:nvSpPr>
        <p:spPr>
          <a:xfrm>
            <a:off x="18689266" y="10470436"/>
            <a:ext cx="388620" cy="482600"/>
          </a:xfrm>
          <a:custGeom>
            <a:avLst/>
            <a:gdLst/>
            <a:ahLst/>
            <a:cxnLst/>
            <a:rect l="l" t="t" r="r" b="b"/>
            <a:pathLst>
              <a:path w="388619" h="482600" extrusionOk="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95" name="Google Shape;95;p15"/>
          <p:cNvGrpSpPr/>
          <p:nvPr/>
        </p:nvGrpSpPr>
        <p:grpSpPr>
          <a:xfrm>
            <a:off x="19131280" y="10355374"/>
            <a:ext cx="445703" cy="598161"/>
            <a:chOff x="18406074" y="10234089"/>
            <a:chExt cx="445703" cy="598161"/>
          </a:xfrm>
        </p:grpSpPr>
        <p:sp>
          <p:nvSpPr>
            <p:cNvPr id="96" name="Google Shape;96;p15"/>
            <p:cNvSpPr/>
            <p:nvPr/>
          </p:nvSpPr>
          <p:spPr>
            <a:xfrm>
              <a:off x="18406074" y="10341395"/>
              <a:ext cx="376555" cy="490855"/>
            </a:xfrm>
            <a:custGeom>
              <a:avLst/>
              <a:gdLst/>
              <a:ahLst/>
              <a:cxnLst/>
              <a:rect l="l" t="t" r="r" b="b"/>
              <a:pathLst>
                <a:path w="376555" h="490854" extrusionOk="0">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97" name="Google Shape;97;p15"/>
            <p:cNvPicPr preferRelativeResize="0"/>
            <p:nvPr/>
          </p:nvPicPr>
          <p:blipFill rotWithShape="1">
            <a:blip r:embed="rId3">
              <a:alphaModFix/>
            </a:blip>
            <a:srcRect/>
            <a:stretch/>
          </p:blipFill>
          <p:spPr>
            <a:xfrm>
              <a:off x="18739823" y="10234089"/>
              <a:ext cx="111954" cy="111944"/>
            </a:xfrm>
            <a:prstGeom prst="rect">
              <a:avLst/>
            </a:prstGeom>
            <a:noFill/>
            <a:ln>
              <a:noFill/>
            </a:ln>
          </p:spPr>
        </p:pic>
      </p:grpSp>
      <p:pic>
        <p:nvPicPr>
          <p:cNvPr id="98" name="Google Shape;98;p15"/>
          <p:cNvPicPr preferRelativeResize="0"/>
          <p:nvPr/>
        </p:nvPicPr>
        <p:blipFill rotWithShape="1">
          <a:blip r:embed="rId4">
            <a:alphaModFix/>
          </a:blip>
          <a:srcRect/>
          <a:stretch/>
        </p:blipFill>
        <p:spPr>
          <a:xfrm>
            <a:off x="12325995" y="10351817"/>
            <a:ext cx="4224383" cy="833510"/>
          </a:xfrm>
          <a:prstGeom prst="rect">
            <a:avLst/>
          </a:prstGeom>
          <a:noFill/>
          <a:ln>
            <a:noFill/>
          </a:ln>
        </p:spPr>
      </p:pic>
      <p:sp>
        <p:nvSpPr>
          <p:cNvPr id="99" name="Google Shape;99;p15"/>
          <p:cNvSpPr txBox="1">
            <a:spLocks noGrp="1"/>
          </p:cNvSpPr>
          <p:nvPr>
            <p:ph type="title"/>
          </p:nvPr>
        </p:nvSpPr>
        <p:spPr>
          <a:xfrm>
            <a:off x="1321990" y="8235994"/>
            <a:ext cx="6048240" cy="23249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00" name="Google Shape;100;p15"/>
          <p:cNvCxnSpPr/>
          <p:nvPr/>
        </p:nvCxnSpPr>
        <p:spPr>
          <a:xfrm>
            <a:off x="7842250" y="7864475"/>
            <a:ext cx="0" cy="2696441"/>
          </a:xfrm>
          <a:prstGeom prst="straightConnector1">
            <a:avLst/>
          </a:prstGeom>
          <a:noFill/>
          <a:ln w="76200" cap="flat" cmpd="sng">
            <a:solidFill>
              <a:schemeClr val="dk1"/>
            </a:solidFill>
            <a:prstDash val="solid"/>
            <a:round/>
            <a:headEnd type="none" w="sm" len="sm"/>
            <a:tailEnd type="none" w="sm" len="sm"/>
          </a:ln>
        </p:spPr>
      </p:cxnSp>
      <p:sp>
        <p:nvSpPr>
          <p:cNvPr id="101" name="Google Shape;101;p15"/>
          <p:cNvSpPr txBox="1">
            <a:spLocks noGrp="1"/>
          </p:cNvSpPr>
          <p:nvPr>
            <p:ph type="body" idx="1"/>
          </p:nvPr>
        </p:nvSpPr>
        <p:spPr>
          <a:xfrm>
            <a:off x="8314271" y="8170445"/>
            <a:ext cx="11193563" cy="190383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iapositiva de título" type="title">
  <p:cSld name="TITLE">
    <p:bg>
      <p:bgPr>
        <a:solidFill>
          <a:schemeClr val="dk2"/>
        </a:solidFill>
        <a:effectLst/>
      </p:bgPr>
    </p:bg>
    <p:spTree>
      <p:nvGrpSpPr>
        <p:cNvPr id="1" name="Shape 106"/>
        <p:cNvGrpSpPr/>
        <p:nvPr/>
      </p:nvGrpSpPr>
      <p:grpSpPr>
        <a:xfrm>
          <a:off x="0" y="0"/>
          <a:ext cx="0" cy="0"/>
          <a:chOff x="0" y="0"/>
          <a:chExt cx="0" cy="0"/>
        </a:xfrm>
      </p:grpSpPr>
      <p:sp>
        <p:nvSpPr>
          <p:cNvPr id="107" name="Google Shape;107;g133e68395f5_0_394"/>
          <p:cNvSpPr/>
          <p:nvPr/>
        </p:nvSpPr>
        <p:spPr>
          <a:xfrm flipH="1">
            <a:off x="-6431" y="0"/>
            <a:ext cx="10185090" cy="11315700"/>
          </a:xfrm>
          <a:custGeom>
            <a:avLst/>
            <a:gdLst/>
            <a:ahLst/>
            <a:cxnLst/>
            <a:rect l="l" t="t" r="r" b="b"/>
            <a:pathLst>
              <a:path w="6172782" h="6858000" extrusionOk="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txBody>
          <a:bodyPr spcFirstLastPara="1" wrap="square" lIns="184250" tIns="92100" rIns="184250" bIns="92100" anchor="ctr" anchorCtr="0">
            <a:noAutofit/>
          </a:bodyPr>
          <a:lstStyle/>
          <a:p>
            <a:pPr marL="0" marR="0" lvl="0" indent="0" algn="ctr" rtl="0">
              <a:lnSpc>
                <a:spcPct val="100000"/>
              </a:lnSpc>
              <a:spcBef>
                <a:spcPts val="0"/>
              </a:spcBef>
              <a:spcAft>
                <a:spcPts val="0"/>
              </a:spcAft>
              <a:buClr>
                <a:schemeClr val="lt1"/>
              </a:buClr>
              <a:buSzPts val="3600"/>
              <a:buFont typeface="Calibri"/>
              <a:buNone/>
            </a:pPr>
            <a:endParaRPr sz="3600" b="0" i="0" u="none" strike="noStrike" cap="none">
              <a:solidFill>
                <a:srgbClr val="FFFFFF"/>
              </a:solidFill>
              <a:latin typeface="Calibri"/>
              <a:ea typeface="Calibri"/>
              <a:cs typeface="Calibri"/>
              <a:sym typeface="Calibri"/>
            </a:endParaRPr>
          </a:p>
        </p:txBody>
      </p:sp>
      <p:pic>
        <p:nvPicPr>
          <p:cNvPr id="108" name="Google Shape;108;g133e68395f5_0_394"/>
          <p:cNvPicPr preferRelativeResize="0"/>
          <p:nvPr/>
        </p:nvPicPr>
        <p:blipFill rotWithShape="1">
          <a:blip r:embed="rId2">
            <a:alphaModFix/>
          </a:blip>
          <a:srcRect/>
          <a:stretch/>
        </p:blipFill>
        <p:spPr>
          <a:xfrm>
            <a:off x="44" y="19720"/>
            <a:ext cx="9939854" cy="11281410"/>
          </a:xfrm>
          <a:custGeom>
            <a:avLst/>
            <a:gdLst/>
            <a:ahLst/>
            <a:cxnLst/>
            <a:rect l="l" t="t" r="r" b="b"/>
            <a:pathLst>
              <a:path w="6024154" h="6858000" extrusionOk="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noFill/>
          <a:ln>
            <a:noFill/>
          </a:ln>
        </p:spPr>
      </p:pic>
      <p:pic>
        <p:nvPicPr>
          <p:cNvPr id="109" name="Google Shape;109;g133e68395f5_0_394"/>
          <p:cNvPicPr preferRelativeResize="0"/>
          <p:nvPr/>
        </p:nvPicPr>
        <p:blipFill rotWithShape="1">
          <a:blip r:embed="rId3">
            <a:alphaModFix/>
          </a:blip>
          <a:srcRect/>
          <a:stretch/>
        </p:blipFill>
        <p:spPr>
          <a:xfrm>
            <a:off x="11411062" y="350049"/>
            <a:ext cx="6181164" cy="966722"/>
          </a:xfrm>
          <a:prstGeom prst="rect">
            <a:avLst/>
          </a:prstGeom>
          <a:noFill/>
          <a:ln>
            <a:noFill/>
          </a:ln>
        </p:spPr>
      </p:pic>
      <p:sp>
        <p:nvSpPr>
          <p:cNvPr id="110" name="Google Shape;110;g133e68395f5_0_394"/>
          <p:cNvSpPr txBox="1">
            <a:spLocks noGrp="1"/>
          </p:cNvSpPr>
          <p:nvPr>
            <p:ph type="subTitle" idx="1"/>
          </p:nvPr>
        </p:nvSpPr>
        <p:spPr>
          <a:xfrm>
            <a:off x="11619000" y="9269239"/>
            <a:ext cx="7923600" cy="1441200"/>
          </a:xfrm>
          <a:prstGeom prst="rect">
            <a:avLst/>
          </a:prstGeom>
          <a:solidFill>
            <a:srgbClr val="DE3075"/>
          </a:solidFill>
          <a:ln>
            <a:noFill/>
          </a:ln>
        </p:spPr>
        <p:txBody>
          <a:bodyPr spcFirstLastPara="1" wrap="square" lIns="184250" tIns="0" rIns="368575" bIns="0" anchor="t" anchorCtr="0">
            <a:noAutofit/>
          </a:bodyPr>
          <a:lstStyle>
            <a:lvl1pPr lvl="0" algn="r" rtl="0">
              <a:lnSpc>
                <a:spcPct val="90000"/>
              </a:lnSpc>
              <a:spcBef>
                <a:spcPts val="2000"/>
              </a:spcBef>
              <a:spcAft>
                <a:spcPts val="0"/>
              </a:spcAft>
              <a:buSzPts val="5600"/>
              <a:buNone/>
              <a:defRPr sz="9700" b="1">
                <a:solidFill>
                  <a:srgbClr val="FFFFFF"/>
                </a:solidFill>
                <a:latin typeface="Calibri"/>
                <a:ea typeface="Calibri"/>
                <a:cs typeface="Calibri"/>
                <a:sym typeface="Calibri"/>
              </a:defRPr>
            </a:lvl1pPr>
            <a:lvl2pPr lvl="1" algn="r" rtl="0">
              <a:lnSpc>
                <a:spcPct val="90000"/>
              </a:lnSpc>
              <a:spcBef>
                <a:spcPts val="2000"/>
              </a:spcBef>
              <a:spcAft>
                <a:spcPts val="0"/>
              </a:spcAft>
              <a:buSzPts val="4800"/>
              <a:buNone/>
              <a:defRPr sz="9700" b="1">
                <a:solidFill>
                  <a:srgbClr val="FFFFFF"/>
                </a:solidFill>
              </a:defRPr>
            </a:lvl2pPr>
            <a:lvl3pPr lvl="2" algn="r" rtl="0">
              <a:lnSpc>
                <a:spcPct val="90000"/>
              </a:lnSpc>
              <a:spcBef>
                <a:spcPts val="2000"/>
              </a:spcBef>
              <a:spcAft>
                <a:spcPts val="0"/>
              </a:spcAft>
              <a:buSzPts val="3600"/>
              <a:buNone/>
              <a:defRPr sz="9700" b="1">
                <a:solidFill>
                  <a:srgbClr val="FFFFFF"/>
                </a:solidFill>
              </a:defRPr>
            </a:lvl3pPr>
            <a:lvl4pPr lvl="3" algn="r" rtl="0">
              <a:lnSpc>
                <a:spcPct val="90000"/>
              </a:lnSpc>
              <a:spcBef>
                <a:spcPts val="2000"/>
              </a:spcBef>
              <a:spcAft>
                <a:spcPts val="0"/>
              </a:spcAft>
              <a:buSzPts val="3200"/>
              <a:buNone/>
              <a:defRPr sz="9700" b="1">
                <a:solidFill>
                  <a:srgbClr val="FFFFFF"/>
                </a:solidFill>
              </a:defRPr>
            </a:lvl4pPr>
            <a:lvl5pPr lvl="4" algn="r" rtl="0">
              <a:lnSpc>
                <a:spcPct val="90000"/>
              </a:lnSpc>
              <a:spcBef>
                <a:spcPts val="2000"/>
              </a:spcBef>
              <a:spcAft>
                <a:spcPts val="0"/>
              </a:spcAft>
              <a:buSzPts val="2800"/>
              <a:buNone/>
              <a:defRPr sz="9700" b="1">
                <a:solidFill>
                  <a:srgbClr val="FFFFFF"/>
                </a:solidFill>
              </a:defRPr>
            </a:lvl5pPr>
            <a:lvl6pPr lvl="5" algn="r" rtl="0">
              <a:lnSpc>
                <a:spcPct val="90000"/>
              </a:lnSpc>
              <a:spcBef>
                <a:spcPts val="2000"/>
              </a:spcBef>
              <a:spcAft>
                <a:spcPts val="0"/>
              </a:spcAft>
              <a:buSzPts val="2400"/>
              <a:buNone/>
              <a:defRPr sz="9700" b="1">
                <a:solidFill>
                  <a:srgbClr val="FFFFFF"/>
                </a:solidFill>
              </a:defRPr>
            </a:lvl6pPr>
            <a:lvl7pPr lvl="6" algn="r" rtl="0">
              <a:lnSpc>
                <a:spcPct val="90000"/>
              </a:lnSpc>
              <a:spcBef>
                <a:spcPts val="2000"/>
              </a:spcBef>
              <a:spcAft>
                <a:spcPts val="0"/>
              </a:spcAft>
              <a:buSzPts val="2000"/>
              <a:buNone/>
              <a:defRPr sz="9700" b="1">
                <a:solidFill>
                  <a:srgbClr val="FFFFFF"/>
                </a:solidFill>
              </a:defRPr>
            </a:lvl7pPr>
            <a:lvl8pPr lvl="7" algn="r" rtl="0">
              <a:lnSpc>
                <a:spcPct val="90000"/>
              </a:lnSpc>
              <a:spcBef>
                <a:spcPts val="2000"/>
              </a:spcBef>
              <a:spcAft>
                <a:spcPts val="0"/>
              </a:spcAft>
              <a:buSzPts val="1600"/>
              <a:buNone/>
              <a:defRPr sz="9700" b="1">
                <a:solidFill>
                  <a:srgbClr val="FFFFFF"/>
                </a:solidFill>
              </a:defRPr>
            </a:lvl8pPr>
            <a:lvl9pPr lvl="8" algn="r" rtl="0">
              <a:lnSpc>
                <a:spcPct val="90000"/>
              </a:lnSpc>
              <a:spcBef>
                <a:spcPts val="2000"/>
              </a:spcBef>
              <a:spcAft>
                <a:spcPts val="0"/>
              </a:spcAft>
              <a:buSzPts val="1200"/>
              <a:buNone/>
              <a:defRPr sz="9700" b="1">
                <a:solidFill>
                  <a:srgbClr val="FFFFFF"/>
                </a:solidFill>
              </a:defRPr>
            </a:lvl9pPr>
          </a:lstStyle>
          <a:p>
            <a:endParaRPr/>
          </a:p>
        </p:txBody>
      </p:sp>
      <p:sp>
        <p:nvSpPr>
          <p:cNvPr id="111" name="Google Shape;111;g133e68395f5_0_394"/>
          <p:cNvSpPr txBox="1">
            <a:spLocks noGrp="1"/>
          </p:cNvSpPr>
          <p:nvPr>
            <p:ph type="title"/>
          </p:nvPr>
        </p:nvSpPr>
        <p:spPr>
          <a:xfrm>
            <a:off x="8780758" y="4102402"/>
            <a:ext cx="10761900" cy="4767600"/>
          </a:xfrm>
          <a:prstGeom prst="rect">
            <a:avLst/>
          </a:prstGeom>
          <a:noFill/>
          <a:ln>
            <a:noFill/>
          </a:ln>
        </p:spPr>
        <p:txBody>
          <a:bodyPr spcFirstLastPara="1" wrap="square" lIns="184250" tIns="92100" rIns="184250" bIns="92100" anchor="b" anchorCtr="0">
            <a:noAutofit/>
          </a:bodyPr>
          <a:lstStyle>
            <a:lvl1pPr lvl="0" algn="r" rtl="0">
              <a:lnSpc>
                <a:spcPct val="90000"/>
              </a:lnSpc>
              <a:spcBef>
                <a:spcPts val="0"/>
              </a:spcBef>
              <a:spcAft>
                <a:spcPts val="0"/>
              </a:spcAft>
              <a:buSzPts val="6000"/>
              <a:buNone/>
              <a:defRPr sz="13300">
                <a:latin typeface="Calibri"/>
                <a:ea typeface="Calibri"/>
                <a:cs typeface="Calibri"/>
                <a:sym typeface="Calibri"/>
              </a:defRPr>
            </a:lvl1pPr>
            <a:lvl2pPr lvl="1" algn="r" rtl="0">
              <a:lnSpc>
                <a:spcPct val="100000"/>
              </a:lnSpc>
              <a:spcBef>
                <a:spcPts val="0"/>
              </a:spcBef>
              <a:spcAft>
                <a:spcPts val="0"/>
              </a:spcAft>
              <a:buSzPts val="6000"/>
              <a:buNone/>
              <a:defRPr sz="11300"/>
            </a:lvl2pPr>
            <a:lvl3pPr lvl="2" algn="r" rtl="0">
              <a:lnSpc>
                <a:spcPct val="100000"/>
              </a:lnSpc>
              <a:spcBef>
                <a:spcPts val="0"/>
              </a:spcBef>
              <a:spcAft>
                <a:spcPts val="0"/>
              </a:spcAft>
              <a:buSzPts val="6000"/>
              <a:buNone/>
              <a:defRPr sz="11300"/>
            </a:lvl3pPr>
            <a:lvl4pPr lvl="3" algn="r" rtl="0">
              <a:lnSpc>
                <a:spcPct val="100000"/>
              </a:lnSpc>
              <a:spcBef>
                <a:spcPts val="0"/>
              </a:spcBef>
              <a:spcAft>
                <a:spcPts val="0"/>
              </a:spcAft>
              <a:buSzPts val="6000"/>
              <a:buNone/>
              <a:defRPr sz="11300"/>
            </a:lvl4pPr>
            <a:lvl5pPr lvl="4" algn="r" rtl="0">
              <a:lnSpc>
                <a:spcPct val="100000"/>
              </a:lnSpc>
              <a:spcBef>
                <a:spcPts val="0"/>
              </a:spcBef>
              <a:spcAft>
                <a:spcPts val="0"/>
              </a:spcAft>
              <a:buSzPts val="6000"/>
              <a:buNone/>
              <a:defRPr sz="11300"/>
            </a:lvl5pPr>
            <a:lvl6pPr lvl="5" algn="r" rtl="0">
              <a:lnSpc>
                <a:spcPct val="100000"/>
              </a:lnSpc>
              <a:spcBef>
                <a:spcPts val="0"/>
              </a:spcBef>
              <a:spcAft>
                <a:spcPts val="0"/>
              </a:spcAft>
              <a:buSzPts val="6000"/>
              <a:buNone/>
              <a:defRPr sz="11300"/>
            </a:lvl6pPr>
            <a:lvl7pPr lvl="6" algn="r" rtl="0">
              <a:lnSpc>
                <a:spcPct val="100000"/>
              </a:lnSpc>
              <a:spcBef>
                <a:spcPts val="0"/>
              </a:spcBef>
              <a:spcAft>
                <a:spcPts val="0"/>
              </a:spcAft>
              <a:buSzPts val="6000"/>
              <a:buNone/>
              <a:defRPr sz="11300"/>
            </a:lvl7pPr>
            <a:lvl8pPr lvl="7" algn="r" rtl="0">
              <a:lnSpc>
                <a:spcPct val="100000"/>
              </a:lnSpc>
              <a:spcBef>
                <a:spcPts val="0"/>
              </a:spcBef>
              <a:spcAft>
                <a:spcPts val="0"/>
              </a:spcAft>
              <a:buSzPts val="6000"/>
              <a:buNone/>
              <a:defRPr sz="11300"/>
            </a:lvl8pPr>
            <a:lvl9pPr lvl="8" algn="r" rtl="0">
              <a:lnSpc>
                <a:spcPct val="100000"/>
              </a:lnSpc>
              <a:spcBef>
                <a:spcPts val="0"/>
              </a:spcBef>
              <a:spcAft>
                <a:spcPts val="0"/>
              </a:spcAft>
              <a:buSzPts val="6000"/>
              <a:buNone/>
              <a:defRPr sz="113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bg>
      <p:bgPr>
        <a:solidFill>
          <a:schemeClr val="dk2"/>
        </a:solidFill>
        <a:effectLst/>
      </p:bgPr>
    </p:bg>
    <p:spTree>
      <p:nvGrpSpPr>
        <p:cNvPr id="1" name="Shape 112"/>
        <p:cNvGrpSpPr/>
        <p:nvPr/>
      </p:nvGrpSpPr>
      <p:grpSpPr>
        <a:xfrm>
          <a:off x="0" y="0"/>
          <a:ext cx="0" cy="0"/>
          <a:chOff x="0" y="0"/>
          <a:chExt cx="0" cy="0"/>
        </a:xfrm>
      </p:grpSpPr>
      <p:sp>
        <p:nvSpPr>
          <p:cNvPr id="113" name="Google Shape;113;g133e68395f5_0_400"/>
          <p:cNvSpPr txBox="1">
            <a:spLocks noGrp="1"/>
          </p:cNvSpPr>
          <p:nvPr>
            <p:ph type="body" idx="1"/>
          </p:nvPr>
        </p:nvSpPr>
        <p:spPr>
          <a:xfrm>
            <a:off x="1232073" y="4345182"/>
            <a:ext cx="17640000" cy="3753000"/>
          </a:xfrm>
          <a:prstGeom prst="rect">
            <a:avLst/>
          </a:prstGeom>
          <a:noFill/>
          <a:ln>
            <a:noFill/>
          </a:ln>
        </p:spPr>
        <p:txBody>
          <a:bodyPr spcFirstLastPara="1" wrap="square" lIns="181400" tIns="92100" rIns="184250" bIns="92100" anchor="ctr" anchorCtr="0">
            <a:noAutofit/>
          </a:bodyPr>
          <a:lstStyle>
            <a:lvl1pPr marL="457200" lvl="0" indent="-228600" algn="ctr" rtl="0">
              <a:lnSpc>
                <a:spcPct val="90000"/>
              </a:lnSpc>
              <a:spcBef>
                <a:spcPts val="2000"/>
              </a:spcBef>
              <a:spcAft>
                <a:spcPts val="0"/>
              </a:spcAft>
              <a:buSzPts val="5600"/>
              <a:buNone/>
              <a:defRPr sz="8100">
                <a:solidFill>
                  <a:schemeClr val="lt1"/>
                </a:solidFill>
                <a:latin typeface="Calibri"/>
                <a:ea typeface="Calibri"/>
                <a:cs typeface="Calibri"/>
                <a:sym typeface="Calibri"/>
              </a:defRPr>
            </a:lvl1pPr>
            <a:lvl2pPr marL="914400" lvl="1" indent="-533400" algn="l" rtl="0">
              <a:lnSpc>
                <a:spcPct val="90000"/>
              </a:lnSpc>
              <a:spcBef>
                <a:spcPts val="1000"/>
              </a:spcBef>
              <a:spcAft>
                <a:spcPts val="0"/>
              </a:spcAft>
              <a:buSzPts val="4800"/>
              <a:buChar char="•"/>
              <a:defRPr/>
            </a:lvl2pPr>
            <a:lvl3pPr marL="1371600" lvl="2" indent="-457200" algn="l" rtl="0">
              <a:lnSpc>
                <a:spcPct val="90000"/>
              </a:lnSpc>
              <a:spcBef>
                <a:spcPts val="1000"/>
              </a:spcBef>
              <a:spcAft>
                <a:spcPts val="0"/>
              </a:spcAft>
              <a:buSzPts val="3600"/>
              <a:buChar char="○"/>
              <a:defRPr/>
            </a:lvl3pPr>
            <a:lvl4pPr marL="1828800" lvl="3" indent="-431800" algn="l" rtl="0">
              <a:lnSpc>
                <a:spcPct val="90000"/>
              </a:lnSpc>
              <a:spcBef>
                <a:spcPts val="1000"/>
              </a:spcBef>
              <a:spcAft>
                <a:spcPts val="0"/>
              </a:spcAft>
              <a:buSzPts val="3200"/>
              <a:buChar char="•"/>
              <a:defRPr/>
            </a:lvl4pPr>
            <a:lvl5pPr marL="2286000" lvl="4" indent="-406400" algn="l" rtl="0">
              <a:lnSpc>
                <a:spcPct val="90000"/>
              </a:lnSpc>
              <a:spcBef>
                <a:spcPts val="1000"/>
              </a:spcBef>
              <a:spcAft>
                <a:spcPts val="0"/>
              </a:spcAft>
              <a:buSzPts val="2800"/>
              <a:buChar char="•"/>
              <a:defRPr/>
            </a:lvl5pPr>
            <a:lvl6pPr marL="2743200" lvl="5" indent="-381000" algn="l" rtl="0">
              <a:lnSpc>
                <a:spcPct val="90000"/>
              </a:lnSpc>
              <a:spcBef>
                <a:spcPts val="1000"/>
              </a:spcBef>
              <a:spcAft>
                <a:spcPts val="0"/>
              </a:spcAft>
              <a:buSzPts val="2400"/>
              <a:buChar char="•"/>
              <a:defRPr/>
            </a:lvl6pPr>
            <a:lvl7pPr marL="3200400" lvl="6" indent="-355600" algn="l" rtl="0">
              <a:lnSpc>
                <a:spcPct val="90000"/>
              </a:lnSpc>
              <a:spcBef>
                <a:spcPts val="1000"/>
              </a:spcBef>
              <a:spcAft>
                <a:spcPts val="0"/>
              </a:spcAft>
              <a:buSzPts val="2000"/>
              <a:buChar char="•"/>
              <a:defRPr/>
            </a:lvl7pPr>
            <a:lvl8pPr marL="3657600" lvl="7" indent="-330200" algn="l" rtl="0">
              <a:lnSpc>
                <a:spcPct val="90000"/>
              </a:lnSpc>
              <a:spcBef>
                <a:spcPts val="1000"/>
              </a:spcBef>
              <a:spcAft>
                <a:spcPts val="0"/>
              </a:spcAft>
              <a:buSzPts val="1600"/>
              <a:buChar char="•"/>
              <a:defRPr/>
            </a:lvl8pPr>
            <a:lvl9pPr marL="4114800" lvl="8" indent="-304800" algn="l" rtl="0">
              <a:lnSpc>
                <a:spcPct val="90000"/>
              </a:lnSpc>
              <a:spcBef>
                <a:spcPts val="1000"/>
              </a:spcBef>
              <a:spcAft>
                <a:spcPts val="0"/>
              </a:spcAft>
              <a:buSzPts val="1200"/>
              <a:buChar char="•"/>
              <a:defRPr/>
            </a:lvl9pPr>
          </a:lstStyle>
          <a:p>
            <a:endParaRPr/>
          </a:p>
        </p:txBody>
      </p:sp>
      <p:pic>
        <p:nvPicPr>
          <p:cNvPr id="114" name="Google Shape;114;g133e68395f5_0_400"/>
          <p:cNvPicPr preferRelativeResize="0"/>
          <p:nvPr/>
        </p:nvPicPr>
        <p:blipFill rotWithShape="1">
          <a:blip r:embed="rId2">
            <a:alphaModFix/>
          </a:blip>
          <a:srcRect/>
          <a:stretch/>
        </p:blipFill>
        <p:spPr>
          <a:xfrm>
            <a:off x="13585985" y="647674"/>
            <a:ext cx="6066048" cy="757956"/>
          </a:xfrm>
          <a:prstGeom prst="rect">
            <a:avLst/>
          </a:prstGeom>
          <a:noFill/>
          <a:ln>
            <a:noFill/>
          </a:ln>
        </p:spPr>
      </p:pic>
      <p:sp>
        <p:nvSpPr>
          <p:cNvPr id="115" name="Google Shape;115;g133e68395f5_0_400"/>
          <p:cNvSpPr txBox="1">
            <a:spLocks noGrp="1"/>
          </p:cNvSpPr>
          <p:nvPr>
            <p:ph type="body" idx="2"/>
          </p:nvPr>
        </p:nvSpPr>
        <p:spPr>
          <a:xfrm>
            <a:off x="1232073" y="2691761"/>
            <a:ext cx="17640000" cy="1097700"/>
          </a:xfrm>
          <a:prstGeom prst="rect">
            <a:avLst/>
          </a:prstGeom>
          <a:solidFill>
            <a:schemeClr val="accent1"/>
          </a:solidFill>
          <a:ln>
            <a:noFill/>
          </a:ln>
        </p:spPr>
        <p:txBody>
          <a:bodyPr spcFirstLastPara="1" wrap="square" lIns="181400" tIns="92100" rIns="184250" bIns="92100" anchor="t" anchorCtr="0">
            <a:noAutofit/>
          </a:bodyPr>
          <a:lstStyle>
            <a:lvl1pPr marL="457200" lvl="0" indent="-228600" algn="ctr" rtl="0">
              <a:lnSpc>
                <a:spcPct val="90000"/>
              </a:lnSpc>
              <a:spcBef>
                <a:spcPts val="2000"/>
              </a:spcBef>
              <a:spcAft>
                <a:spcPts val="0"/>
              </a:spcAft>
              <a:buSzPts val="5600"/>
              <a:buNone/>
              <a:defRPr sz="5600">
                <a:solidFill>
                  <a:schemeClr val="lt1"/>
                </a:solidFill>
                <a:latin typeface="Calibri"/>
                <a:ea typeface="Calibri"/>
                <a:cs typeface="Calibri"/>
                <a:sym typeface="Calibri"/>
              </a:defRPr>
            </a:lvl1pPr>
            <a:lvl2pPr marL="914400" lvl="1" indent="-533400" algn="l" rtl="0">
              <a:lnSpc>
                <a:spcPct val="90000"/>
              </a:lnSpc>
              <a:spcBef>
                <a:spcPts val="1000"/>
              </a:spcBef>
              <a:spcAft>
                <a:spcPts val="0"/>
              </a:spcAft>
              <a:buSzPts val="4800"/>
              <a:buChar char="•"/>
              <a:defRPr/>
            </a:lvl2pPr>
            <a:lvl3pPr marL="1371600" lvl="2" indent="-457200" algn="l" rtl="0">
              <a:lnSpc>
                <a:spcPct val="90000"/>
              </a:lnSpc>
              <a:spcBef>
                <a:spcPts val="1000"/>
              </a:spcBef>
              <a:spcAft>
                <a:spcPts val="0"/>
              </a:spcAft>
              <a:buSzPts val="3600"/>
              <a:buChar char="○"/>
              <a:defRPr/>
            </a:lvl3pPr>
            <a:lvl4pPr marL="1828800" lvl="3" indent="-431800" algn="l" rtl="0">
              <a:lnSpc>
                <a:spcPct val="90000"/>
              </a:lnSpc>
              <a:spcBef>
                <a:spcPts val="1000"/>
              </a:spcBef>
              <a:spcAft>
                <a:spcPts val="0"/>
              </a:spcAft>
              <a:buSzPts val="3200"/>
              <a:buChar char="•"/>
              <a:defRPr/>
            </a:lvl4pPr>
            <a:lvl5pPr marL="2286000" lvl="4" indent="-406400" algn="l" rtl="0">
              <a:lnSpc>
                <a:spcPct val="90000"/>
              </a:lnSpc>
              <a:spcBef>
                <a:spcPts val="1000"/>
              </a:spcBef>
              <a:spcAft>
                <a:spcPts val="0"/>
              </a:spcAft>
              <a:buSzPts val="2800"/>
              <a:buChar char="•"/>
              <a:defRPr/>
            </a:lvl5pPr>
            <a:lvl6pPr marL="2743200" lvl="5" indent="-381000" algn="l" rtl="0">
              <a:lnSpc>
                <a:spcPct val="90000"/>
              </a:lnSpc>
              <a:spcBef>
                <a:spcPts val="1000"/>
              </a:spcBef>
              <a:spcAft>
                <a:spcPts val="0"/>
              </a:spcAft>
              <a:buSzPts val="2400"/>
              <a:buChar char="•"/>
              <a:defRPr/>
            </a:lvl6pPr>
            <a:lvl7pPr marL="3200400" lvl="6" indent="-355600" algn="l" rtl="0">
              <a:lnSpc>
                <a:spcPct val="90000"/>
              </a:lnSpc>
              <a:spcBef>
                <a:spcPts val="1000"/>
              </a:spcBef>
              <a:spcAft>
                <a:spcPts val="0"/>
              </a:spcAft>
              <a:buSzPts val="2000"/>
              <a:buChar char="•"/>
              <a:defRPr/>
            </a:lvl7pPr>
            <a:lvl8pPr marL="3657600" lvl="7" indent="-330200" algn="l" rtl="0">
              <a:lnSpc>
                <a:spcPct val="90000"/>
              </a:lnSpc>
              <a:spcBef>
                <a:spcPts val="1000"/>
              </a:spcBef>
              <a:spcAft>
                <a:spcPts val="0"/>
              </a:spcAft>
              <a:buSzPts val="1600"/>
              <a:buChar char="•"/>
              <a:defRPr/>
            </a:lvl8pPr>
            <a:lvl9pPr marL="4114800" lvl="8" indent="-304800" algn="l" rtl="0">
              <a:lnSpc>
                <a:spcPct val="90000"/>
              </a:lnSpc>
              <a:spcBef>
                <a:spcPts val="1000"/>
              </a:spcBef>
              <a:spcAft>
                <a:spcPts val="0"/>
              </a:spcAft>
              <a:buSzPts val="1200"/>
              <a:buChar char="•"/>
              <a:defRPr/>
            </a:lvl9pPr>
          </a:lstStyle>
          <a:p>
            <a:endParaRPr/>
          </a:p>
        </p:txBody>
      </p:sp>
      <p:sp>
        <p:nvSpPr>
          <p:cNvPr id="116" name="Google Shape;116;g133e68395f5_0_400"/>
          <p:cNvSpPr/>
          <p:nvPr/>
        </p:nvSpPr>
        <p:spPr>
          <a:xfrm>
            <a:off x="1694799" y="350799"/>
            <a:ext cx="1986600" cy="1340700"/>
          </a:xfrm>
          <a:prstGeom prst="parallelogram">
            <a:avLst>
              <a:gd name="adj" fmla="val 45310"/>
            </a:avLst>
          </a:prstGeom>
          <a:solidFill>
            <a:schemeClr val="lt1"/>
          </a:solidFill>
          <a:ln>
            <a:noFill/>
          </a:ln>
        </p:spPr>
        <p:txBody>
          <a:bodyPr spcFirstLastPara="1" wrap="square" lIns="184250" tIns="184250" rIns="184250" bIns="18425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Arial"/>
              <a:ea typeface="Arial"/>
              <a:cs typeface="Arial"/>
              <a:sym typeface="Arial"/>
            </a:endParaRPr>
          </a:p>
        </p:txBody>
      </p:sp>
      <p:sp>
        <p:nvSpPr>
          <p:cNvPr id="117" name="Google Shape;117;g133e68395f5_0_400"/>
          <p:cNvSpPr/>
          <p:nvPr/>
        </p:nvSpPr>
        <p:spPr>
          <a:xfrm>
            <a:off x="321925" y="350799"/>
            <a:ext cx="1986600" cy="1340700"/>
          </a:xfrm>
          <a:prstGeom prst="parallelogram">
            <a:avLst>
              <a:gd name="adj" fmla="val 45310"/>
            </a:avLst>
          </a:prstGeom>
          <a:gradFill>
            <a:gsLst>
              <a:gs pos="0">
                <a:schemeClr val="dk2"/>
              </a:gs>
              <a:gs pos="65000">
                <a:schemeClr val="lt1"/>
              </a:gs>
              <a:gs pos="100000">
                <a:schemeClr val="lt1"/>
              </a:gs>
            </a:gsLst>
            <a:lin ang="0" scaled="0"/>
          </a:gradFill>
          <a:ln>
            <a:noFill/>
          </a:ln>
        </p:spPr>
        <p:txBody>
          <a:bodyPr spcFirstLastPara="1" wrap="square" lIns="184250" tIns="184250" rIns="184250" bIns="18425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Arial"/>
              <a:ea typeface="Arial"/>
              <a:cs typeface="Arial"/>
              <a:sym typeface="Arial"/>
            </a:endParaRPr>
          </a:p>
        </p:txBody>
      </p:sp>
      <p:sp>
        <p:nvSpPr>
          <p:cNvPr id="118" name="Google Shape;118;g133e68395f5_0_400"/>
          <p:cNvSpPr/>
          <p:nvPr/>
        </p:nvSpPr>
        <p:spPr>
          <a:xfrm>
            <a:off x="3018638" y="350799"/>
            <a:ext cx="10567200" cy="1340700"/>
          </a:xfrm>
          <a:prstGeom prst="parallelogram">
            <a:avLst>
              <a:gd name="adj" fmla="val 45310"/>
            </a:avLst>
          </a:prstGeom>
          <a:solidFill>
            <a:schemeClr val="lt1"/>
          </a:solidFill>
          <a:ln>
            <a:noFill/>
          </a:ln>
        </p:spPr>
        <p:txBody>
          <a:bodyPr spcFirstLastPara="1" wrap="square" lIns="184250" tIns="184250" rIns="184250" bIns="18425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Bebas Neue"/>
              <a:ea typeface="Bebas Neue"/>
              <a:cs typeface="Bebas Neue"/>
              <a:sym typeface="Bebas Neue"/>
            </a:endParaRPr>
          </a:p>
        </p:txBody>
      </p:sp>
      <p:sp>
        <p:nvSpPr>
          <p:cNvPr id="119" name="Google Shape;119;g133e68395f5_0_400"/>
          <p:cNvSpPr txBox="1">
            <a:spLocks noGrp="1"/>
          </p:cNvSpPr>
          <p:nvPr>
            <p:ph type="title"/>
          </p:nvPr>
        </p:nvSpPr>
        <p:spPr>
          <a:xfrm>
            <a:off x="3877688" y="350799"/>
            <a:ext cx="9428100" cy="1340700"/>
          </a:xfrm>
          <a:prstGeom prst="rect">
            <a:avLst/>
          </a:prstGeom>
          <a:noFill/>
          <a:ln>
            <a:noFill/>
          </a:ln>
        </p:spPr>
        <p:txBody>
          <a:bodyPr spcFirstLastPara="1" wrap="square" lIns="184250" tIns="92100" rIns="184250" bIns="92100" anchor="ctr" anchorCtr="0">
            <a:noAutofit/>
          </a:bodyPr>
          <a:lstStyle>
            <a:lvl1pPr lvl="0" algn="l" rtl="0">
              <a:lnSpc>
                <a:spcPct val="90000"/>
              </a:lnSpc>
              <a:spcBef>
                <a:spcPts val="0"/>
              </a:spcBef>
              <a:spcAft>
                <a:spcPts val="0"/>
              </a:spcAft>
              <a:buClr>
                <a:srgbClr val="818990"/>
              </a:buClr>
              <a:buSzPts val="3600"/>
              <a:buNone/>
              <a:defRPr>
                <a:solidFill>
                  <a:schemeClr val="accent1"/>
                </a:solidFill>
                <a:latin typeface="Calibri"/>
                <a:ea typeface="Calibri"/>
                <a:cs typeface="Calibri"/>
                <a:sym typeface="Calibri"/>
              </a:defRPr>
            </a:lvl1pPr>
            <a:lvl2pPr lvl="1" algn="l" rtl="0">
              <a:lnSpc>
                <a:spcPct val="100000"/>
              </a:lnSpc>
              <a:spcBef>
                <a:spcPts val="0"/>
              </a:spcBef>
              <a:spcAft>
                <a:spcPts val="0"/>
              </a:spcAft>
              <a:buSzPts val="6000"/>
              <a:buNone/>
              <a:defRPr/>
            </a:lvl2pPr>
            <a:lvl3pPr lvl="2" algn="l" rtl="0">
              <a:lnSpc>
                <a:spcPct val="100000"/>
              </a:lnSpc>
              <a:spcBef>
                <a:spcPts val="0"/>
              </a:spcBef>
              <a:spcAft>
                <a:spcPts val="0"/>
              </a:spcAft>
              <a:buSzPts val="6000"/>
              <a:buNone/>
              <a:defRPr/>
            </a:lvl3pPr>
            <a:lvl4pPr lvl="3" algn="l" rtl="0">
              <a:lnSpc>
                <a:spcPct val="100000"/>
              </a:lnSpc>
              <a:spcBef>
                <a:spcPts val="0"/>
              </a:spcBef>
              <a:spcAft>
                <a:spcPts val="0"/>
              </a:spcAft>
              <a:buSzPts val="6000"/>
              <a:buNone/>
              <a:defRPr/>
            </a:lvl4pPr>
            <a:lvl5pPr lvl="4" algn="l" rtl="0">
              <a:lnSpc>
                <a:spcPct val="100000"/>
              </a:lnSpc>
              <a:spcBef>
                <a:spcPts val="0"/>
              </a:spcBef>
              <a:spcAft>
                <a:spcPts val="0"/>
              </a:spcAft>
              <a:buSzPts val="6000"/>
              <a:buNone/>
              <a:defRPr/>
            </a:lvl5pPr>
            <a:lvl6pPr lvl="5" algn="l" rtl="0">
              <a:lnSpc>
                <a:spcPct val="100000"/>
              </a:lnSpc>
              <a:spcBef>
                <a:spcPts val="0"/>
              </a:spcBef>
              <a:spcAft>
                <a:spcPts val="0"/>
              </a:spcAft>
              <a:buSzPts val="6000"/>
              <a:buNone/>
              <a:defRPr/>
            </a:lvl6pPr>
            <a:lvl7pPr lvl="6" algn="l" rtl="0">
              <a:lnSpc>
                <a:spcPct val="100000"/>
              </a:lnSpc>
              <a:spcBef>
                <a:spcPts val="0"/>
              </a:spcBef>
              <a:spcAft>
                <a:spcPts val="0"/>
              </a:spcAft>
              <a:buSzPts val="6000"/>
              <a:buNone/>
              <a:defRPr/>
            </a:lvl7pPr>
            <a:lvl8pPr lvl="7" algn="l" rtl="0">
              <a:lnSpc>
                <a:spcPct val="100000"/>
              </a:lnSpc>
              <a:spcBef>
                <a:spcPts val="0"/>
              </a:spcBef>
              <a:spcAft>
                <a:spcPts val="0"/>
              </a:spcAft>
              <a:buSzPts val="6000"/>
              <a:buNone/>
              <a:defRPr/>
            </a:lvl8pPr>
            <a:lvl9pPr lvl="8" algn="l" rtl="0">
              <a:lnSpc>
                <a:spcPct val="100000"/>
              </a:lnSpc>
              <a:spcBef>
                <a:spcPts val="0"/>
              </a:spcBef>
              <a:spcAft>
                <a:spcPts val="0"/>
              </a:spcAft>
              <a:buSzPts val="60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objetos 2" type="obj">
  <p:cSld name="OBJECT">
    <p:spTree>
      <p:nvGrpSpPr>
        <p:cNvPr id="1" name="Shape 120"/>
        <p:cNvGrpSpPr/>
        <p:nvPr/>
      </p:nvGrpSpPr>
      <p:grpSpPr>
        <a:xfrm>
          <a:off x="0" y="0"/>
          <a:ext cx="0" cy="0"/>
          <a:chOff x="0" y="0"/>
          <a:chExt cx="0" cy="0"/>
        </a:xfrm>
      </p:grpSpPr>
      <p:sp>
        <p:nvSpPr>
          <p:cNvPr id="121" name="Google Shape;121;g133e68395f5_0_408"/>
          <p:cNvSpPr/>
          <p:nvPr/>
        </p:nvSpPr>
        <p:spPr>
          <a:xfrm>
            <a:off x="1694799" y="350799"/>
            <a:ext cx="1986600" cy="1340700"/>
          </a:xfrm>
          <a:prstGeom prst="parallelogram">
            <a:avLst>
              <a:gd name="adj" fmla="val 45310"/>
            </a:avLst>
          </a:prstGeom>
          <a:solidFill>
            <a:schemeClr val="accent1"/>
          </a:solidFill>
          <a:ln>
            <a:noFill/>
          </a:ln>
        </p:spPr>
        <p:txBody>
          <a:bodyPr spcFirstLastPara="1" wrap="square" lIns="184250" tIns="184250" rIns="184250" bIns="18425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Arial"/>
              <a:ea typeface="Arial"/>
              <a:cs typeface="Arial"/>
              <a:sym typeface="Arial"/>
            </a:endParaRPr>
          </a:p>
        </p:txBody>
      </p:sp>
      <p:sp>
        <p:nvSpPr>
          <p:cNvPr id="122" name="Google Shape;122;g133e68395f5_0_408"/>
          <p:cNvSpPr/>
          <p:nvPr/>
        </p:nvSpPr>
        <p:spPr>
          <a:xfrm>
            <a:off x="321925" y="350799"/>
            <a:ext cx="1986600" cy="1340700"/>
          </a:xfrm>
          <a:prstGeom prst="parallelogram">
            <a:avLst>
              <a:gd name="adj" fmla="val 45310"/>
            </a:avLst>
          </a:prstGeom>
          <a:gradFill>
            <a:gsLst>
              <a:gs pos="0">
                <a:srgbClr val="FFFFFF"/>
              </a:gs>
              <a:gs pos="65000">
                <a:schemeClr val="accent1"/>
              </a:gs>
              <a:gs pos="100000">
                <a:schemeClr val="accent1"/>
              </a:gs>
            </a:gsLst>
            <a:lin ang="0" scaled="0"/>
          </a:gradFill>
          <a:ln>
            <a:noFill/>
          </a:ln>
        </p:spPr>
        <p:txBody>
          <a:bodyPr spcFirstLastPara="1" wrap="square" lIns="184250" tIns="184250" rIns="184250" bIns="18425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Arial"/>
              <a:ea typeface="Arial"/>
              <a:cs typeface="Arial"/>
              <a:sym typeface="Arial"/>
            </a:endParaRPr>
          </a:p>
        </p:txBody>
      </p:sp>
      <p:pic>
        <p:nvPicPr>
          <p:cNvPr id="123" name="Google Shape;123;g133e68395f5_0_408"/>
          <p:cNvPicPr preferRelativeResize="0"/>
          <p:nvPr/>
        </p:nvPicPr>
        <p:blipFill rotWithShape="1">
          <a:blip r:embed="rId2">
            <a:alphaModFix/>
          </a:blip>
          <a:srcRect/>
          <a:stretch/>
        </p:blipFill>
        <p:spPr>
          <a:xfrm>
            <a:off x="13585985" y="642171"/>
            <a:ext cx="4529513" cy="757956"/>
          </a:xfrm>
          <a:prstGeom prst="rect">
            <a:avLst/>
          </a:prstGeom>
          <a:noFill/>
          <a:ln>
            <a:noFill/>
          </a:ln>
        </p:spPr>
      </p:pic>
      <p:sp>
        <p:nvSpPr>
          <p:cNvPr id="124" name="Google Shape;124;g133e68395f5_0_408"/>
          <p:cNvSpPr txBox="1">
            <a:spLocks noGrp="1"/>
          </p:cNvSpPr>
          <p:nvPr>
            <p:ph type="body" idx="1"/>
          </p:nvPr>
        </p:nvSpPr>
        <p:spPr>
          <a:xfrm>
            <a:off x="646721" y="2009562"/>
            <a:ext cx="18810600" cy="8472600"/>
          </a:xfrm>
          <a:prstGeom prst="rect">
            <a:avLst/>
          </a:prstGeom>
          <a:noFill/>
          <a:ln>
            <a:noFill/>
          </a:ln>
        </p:spPr>
        <p:txBody>
          <a:bodyPr spcFirstLastPara="1" wrap="square" lIns="184250" tIns="92100" rIns="184250" bIns="92100" anchor="t" anchorCtr="0">
            <a:noAutofit/>
          </a:bodyPr>
          <a:lstStyle>
            <a:lvl1pPr marL="457200" marR="0" lvl="0" indent="-584200" algn="l" rtl="0">
              <a:lnSpc>
                <a:spcPct val="90000"/>
              </a:lnSpc>
              <a:spcBef>
                <a:spcPts val="2000"/>
              </a:spcBef>
              <a:spcAft>
                <a:spcPts val="0"/>
              </a:spcAft>
              <a:buClr>
                <a:srgbClr val="DE3075"/>
              </a:buClr>
              <a:buSzPts val="5600"/>
              <a:buFont typeface="Franklin Gothic"/>
              <a:buChar char="»"/>
              <a:defRPr sz="4800" i="0" u="none" strike="noStrike" cap="none">
                <a:solidFill>
                  <a:srgbClr val="818990"/>
                </a:solidFill>
                <a:latin typeface="Calibri"/>
                <a:ea typeface="Calibri"/>
                <a:cs typeface="Calibri"/>
                <a:sym typeface="Calibri"/>
              </a:defRPr>
            </a:lvl1pPr>
            <a:lvl2pPr marL="914400" marR="0" lvl="1" indent="-533400" algn="l" rtl="0">
              <a:lnSpc>
                <a:spcPct val="90000"/>
              </a:lnSpc>
              <a:spcBef>
                <a:spcPts val="1000"/>
              </a:spcBef>
              <a:spcAft>
                <a:spcPts val="0"/>
              </a:spcAft>
              <a:buClr>
                <a:schemeClr val="accent2"/>
              </a:buClr>
              <a:buSzPts val="4800"/>
              <a:buFont typeface="Franklin Gothic"/>
              <a:buChar char="•"/>
              <a:defRPr sz="4000" i="0" u="none" strike="noStrike" cap="none">
                <a:solidFill>
                  <a:srgbClr val="818990"/>
                </a:solidFill>
                <a:latin typeface="Franklin Gothic"/>
                <a:ea typeface="Franklin Gothic"/>
                <a:cs typeface="Franklin Gothic"/>
                <a:sym typeface="Franklin Gothic"/>
              </a:defRPr>
            </a:lvl2pPr>
            <a:lvl3pPr marL="1371600" marR="0" lvl="2" indent="-457200" algn="l" rtl="0">
              <a:lnSpc>
                <a:spcPct val="90000"/>
              </a:lnSpc>
              <a:spcBef>
                <a:spcPts val="1000"/>
              </a:spcBef>
              <a:spcAft>
                <a:spcPts val="0"/>
              </a:spcAft>
              <a:buClr>
                <a:schemeClr val="dk2"/>
              </a:buClr>
              <a:buSzPts val="3600"/>
              <a:buFont typeface="Franklin Gothic"/>
              <a:buChar char="○"/>
              <a:defRPr sz="3600" i="0" u="none" strike="noStrike" cap="none">
                <a:solidFill>
                  <a:schemeClr val="dk2"/>
                </a:solidFill>
                <a:latin typeface="Franklin Gothic"/>
                <a:ea typeface="Franklin Gothic"/>
                <a:cs typeface="Franklin Gothic"/>
                <a:sym typeface="Franklin Gothic"/>
              </a:defRPr>
            </a:lvl3pPr>
            <a:lvl4pPr marL="1828800" marR="0" lvl="3" indent="-431800" algn="l" rtl="0">
              <a:lnSpc>
                <a:spcPct val="90000"/>
              </a:lnSpc>
              <a:spcBef>
                <a:spcPts val="1000"/>
              </a:spcBef>
              <a:spcAft>
                <a:spcPts val="0"/>
              </a:spcAft>
              <a:buClr>
                <a:schemeClr val="dk2"/>
              </a:buClr>
              <a:buSzPts val="3200"/>
              <a:buFont typeface="Franklin Gothic"/>
              <a:buChar char="•"/>
              <a:defRPr sz="3200" i="0" u="none" strike="noStrike" cap="none">
                <a:solidFill>
                  <a:schemeClr val="dk2"/>
                </a:solidFill>
                <a:latin typeface="Franklin Gothic"/>
                <a:ea typeface="Franklin Gothic"/>
                <a:cs typeface="Franklin Gothic"/>
                <a:sym typeface="Franklin Gothic"/>
              </a:defRPr>
            </a:lvl4pPr>
            <a:lvl5pPr marL="2286000" marR="0" lvl="4" indent="-406400" algn="l" rtl="0">
              <a:lnSpc>
                <a:spcPct val="90000"/>
              </a:lnSpc>
              <a:spcBef>
                <a:spcPts val="1000"/>
              </a:spcBef>
              <a:spcAft>
                <a:spcPts val="0"/>
              </a:spcAft>
              <a:buClr>
                <a:schemeClr val="dk2"/>
              </a:buClr>
              <a:buSzPts val="28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81000" algn="l" rtl="0">
              <a:lnSpc>
                <a:spcPct val="90000"/>
              </a:lnSpc>
              <a:spcBef>
                <a:spcPts val="1000"/>
              </a:spcBef>
              <a:spcAft>
                <a:spcPts val="0"/>
              </a:spcAft>
              <a:buClr>
                <a:schemeClr val="dk2"/>
              </a:buClr>
              <a:buSzPts val="2400"/>
              <a:buFont typeface="Franklin Gothic"/>
              <a:buChar char="•"/>
              <a:defRPr sz="2400" i="0" u="none" strike="noStrike" cap="none">
                <a:solidFill>
                  <a:schemeClr val="dk2"/>
                </a:solidFill>
                <a:latin typeface="Franklin Gothic"/>
                <a:ea typeface="Franklin Gothic"/>
                <a:cs typeface="Franklin Gothic"/>
                <a:sym typeface="Franklin Gothic"/>
              </a:defRPr>
            </a:lvl6pPr>
            <a:lvl7pPr marL="3200400" marR="0" lvl="6" indent="-355600" algn="l" rtl="0">
              <a:lnSpc>
                <a:spcPct val="90000"/>
              </a:lnSpc>
              <a:spcBef>
                <a:spcPts val="1000"/>
              </a:spcBef>
              <a:spcAft>
                <a:spcPts val="0"/>
              </a:spcAft>
              <a:buClr>
                <a:schemeClr val="dk2"/>
              </a:buClr>
              <a:buSzPts val="2000"/>
              <a:buFont typeface="Franklin Gothic"/>
              <a:buChar char="•"/>
              <a:defRPr sz="2000" i="0" u="none" strike="noStrike" cap="none">
                <a:solidFill>
                  <a:schemeClr val="dk2"/>
                </a:solidFill>
                <a:latin typeface="Franklin Gothic"/>
                <a:ea typeface="Franklin Gothic"/>
                <a:cs typeface="Franklin Gothic"/>
                <a:sym typeface="Franklin Gothic"/>
              </a:defRPr>
            </a:lvl7pPr>
            <a:lvl8pPr marL="3657600" marR="0" lvl="7" indent="-330200" algn="l" rtl="0">
              <a:lnSpc>
                <a:spcPct val="90000"/>
              </a:lnSpc>
              <a:spcBef>
                <a:spcPts val="10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8pPr>
            <a:lvl9pPr marL="4114800" marR="0" lvl="8" indent="-304800" algn="l" rtl="0">
              <a:lnSpc>
                <a:spcPct val="90000"/>
              </a:lnSpc>
              <a:spcBef>
                <a:spcPts val="10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9pPr>
          </a:lstStyle>
          <a:p>
            <a:endParaRPr/>
          </a:p>
        </p:txBody>
      </p:sp>
      <p:sp>
        <p:nvSpPr>
          <p:cNvPr id="125" name="Google Shape;125;g133e68395f5_0_408"/>
          <p:cNvSpPr/>
          <p:nvPr/>
        </p:nvSpPr>
        <p:spPr>
          <a:xfrm>
            <a:off x="3018638" y="350799"/>
            <a:ext cx="10567200" cy="1340700"/>
          </a:xfrm>
          <a:prstGeom prst="parallelogram">
            <a:avLst>
              <a:gd name="adj" fmla="val 45310"/>
            </a:avLst>
          </a:prstGeom>
          <a:solidFill>
            <a:schemeClr val="dk2"/>
          </a:solidFill>
          <a:ln>
            <a:noFill/>
          </a:ln>
        </p:spPr>
        <p:txBody>
          <a:bodyPr spcFirstLastPara="1" wrap="square" lIns="184250" tIns="184250" rIns="184250" bIns="18425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Bebas Neue"/>
              <a:ea typeface="Bebas Neue"/>
              <a:cs typeface="Bebas Neue"/>
              <a:sym typeface="Bebas Neue"/>
            </a:endParaRPr>
          </a:p>
        </p:txBody>
      </p:sp>
      <p:sp>
        <p:nvSpPr>
          <p:cNvPr id="126" name="Google Shape;126;g133e68395f5_0_408"/>
          <p:cNvSpPr txBox="1">
            <a:spLocks noGrp="1"/>
          </p:cNvSpPr>
          <p:nvPr>
            <p:ph type="title"/>
          </p:nvPr>
        </p:nvSpPr>
        <p:spPr>
          <a:xfrm>
            <a:off x="3877688" y="350799"/>
            <a:ext cx="9428100" cy="1340700"/>
          </a:xfrm>
          <a:prstGeom prst="rect">
            <a:avLst/>
          </a:prstGeom>
          <a:noFill/>
          <a:ln>
            <a:noFill/>
          </a:ln>
        </p:spPr>
        <p:txBody>
          <a:bodyPr spcFirstLastPara="1" wrap="square" lIns="184250" tIns="92100" rIns="184250" bIns="92100" anchor="ctr" anchorCtr="0">
            <a:noAutofit/>
          </a:bodyPr>
          <a:lstStyle>
            <a:lvl1pPr lvl="0" algn="l" rtl="0">
              <a:lnSpc>
                <a:spcPct val="90000"/>
              </a:lnSpc>
              <a:spcBef>
                <a:spcPts val="0"/>
              </a:spcBef>
              <a:spcAft>
                <a:spcPts val="0"/>
              </a:spcAft>
              <a:buClr>
                <a:srgbClr val="818990"/>
              </a:buClr>
              <a:buSzPts val="3600"/>
              <a:buNone/>
              <a:defRPr>
                <a:latin typeface="Calibri"/>
                <a:ea typeface="Calibri"/>
                <a:cs typeface="Calibri"/>
                <a:sym typeface="Calibri"/>
              </a:defRPr>
            </a:lvl1pPr>
            <a:lvl2pPr lvl="1" algn="l" rtl="0">
              <a:lnSpc>
                <a:spcPct val="100000"/>
              </a:lnSpc>
              <a:spcBef>
                <a:spcPts val="0"/>
              </a:spcBef>
              <a:spcAft>
                <a:spcPts val="0"/>
              </a:spcAft>
              <a:buSzPts val="6000"/>
              <a:buNone/>
              <a:defRPr/>
            </a:lvl2pPr>
            <a:lvl3pPr lvl="2" algn="l" rtl="0">
              <a:lnSpc>
                <a:spcPct val="100000"/>
              </a:lnSpc>
              <a:spcBef>
                <a:spcPts val="0"/>
              </a:spcBef>
              <a:spcAft>
                <a:spcPts val="0"/>
              </a:spcAft>
              <a:buSzPts val="6000"/>
              <a:buNone/>
              <a:defRPr/>
            </a:lvl3pPr>
            <a:lvl4pPr lvl="3" algn="l" rtl="0">
              <a:lnSpc>
                <a:spcPct val="100000"/>
              </a:lnSpc>
              <a:spcBef>
                <a:spcPts val="0"/>
              </a:spcBef>
              <a:spcAft>
                <a:spcPts val="0"/>
              </a:spcAft>
              <a:buSzPts val="6000"/>
              <a:buNone/>
              <a:defRPr/>
            </a:lvl4pPr>
            <a:lvl5pPr lvl="4" algn="l" rtl="0">
              <a:lnSpc>
                <a:spcPct val="100000"/>
              </a:lnSpc>
              <a:spcBef>
                <a:spcPts val="0"/>
              </a:spcBef>
              <a:spcAft>
                <a:spcPts val="0"/>
              </a:spcAft>
              <a:buSzPts val="6000"/>
              <a:buNone/>
              <a:defRPr/>
            </a:lvl5pPr>
            <a:lvl6pPr lvl="5" algn="l" rtl="0">
              <a:lnSpc>
                <a:spcPct val="100000"/>
              </a:lnSpc>
              <a:spcBef>
                <a:spcPts val="0"/>
              </a:spcBef>
              <a:spcAft>
                <a:spcPts val="0"/>
              </a:spcAft>
              <a:buSzPts val="6000"/>
              <a:buNone/>
              <a:defRPr/>
            </a:lvl6pPr>
            <a:lvl7pPr lvl="6" algn="l" rtl="0">
              <a:lnSpc>
                <a:spcPct val="100000"/>
              </a:lnSpc>
              <a:spcBef>
                <a:spcPts val="0"/>
              </a:spcBef>
              <a:spcAft>
                <a:spcPts val="0"/>
              </a:spcAft>
              <a:buSzPts val="6000"/>
              <a:buNone/>
              <a:defRPr/>
            </a:lvl7pPr>
            <a:lvl8pPr lvl="7" algn="l" rtl="0">
              <a:lnSpc>
                <a:spcPct val="100000"/>
              </a:lnSpc>
              <a:spcBef>
                <a:spcPts val="0"/>
              </a:spcBef>
              <a:spcAft>
                <a:spcPts val="0"/>
              </a:spcAft>
              <a:buSzPts val="6000"/>
              <a:buNone/>
              <a:defRPr/>
            </a:lvl8pPr>
            <a:lvl9pPr lvl="8" algn="l" rtl="0">
              <a:lnSpc>
                <a:spcPct val="100000"/>
              </a:lnSpc>
              <a:spcBef>
                <a:spcPts val="0"/>
              </a:spcBef>
              <a:spcAft>
                <a:spcPts val="0"/>
              </a:spcAft>
              <a:buSzPts val="6000"/>
              <a:buNone/>
              <a:defRPr/>
            </a:lvl9pPr>
          </a:lstStyle>
          <a:p>
            <a:endParaRPr/>
          </a:p>
        </p:txBody>
      </p:sp>
      <p:sp>
        <p:nvSpPr>
          <p:cNvPr id="127" name="Google Shape;127;g133e68395f5_0_408"/>
          <p:cNvSpPr txBox="1"/>
          <p:nvPr/>
        </p:nvSpPr>
        <p:spPr>
          <a:xfrm>
            <a:off x="15203726" y="10482094"/>
            <a:ext cx="4523400" cy="602100"/>
          </a:xfrm>
          <a:prstGeom prst="rect">
            <a:avLst/>
          </a:prstGeom>
          <a:noFill/>
          <a:ln>
            <a:noFill/>
          </a:ln>
        </p:spPr>
        <p:txBody>
          <a:bodyPr spcFirstLastPara="1" wrap="square" lIns="184250" tIns="92100" rIns="184250" bIns="92100" anchor="ctr"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s-CL" sz="2400" b="0" i="0" u="none" strike="noStrike" cap="none">
                <a:solidFill>
                  <a:srgbClr val="6C7A8A"/>
                </a:solidFill>
                <a:latin typeface="Roboto Mono"/>
                <a:ea typeface="Roboto Mono"/>
                <a:cs typeface="Roboto Mono"/>
                <a:sym typeface="Roboto Mono"/>
              </a:rPr>
              <a:t>‹#›</a:t>
            </a:fld>
            <a:endParaRPr sz="2400" b="0" i="0" u="none" strike="noStrike" cap="none">
              <a:solidFill>
                <a:srgbClr val="6C7A8A"/>
              </a:solidFill>
              <a:latin typeface="Roboto Mono"/>
              <a:ea typeface="Roboto Mono"/>
              <a:cs typeface="Roboto Mono"/>
              <a:sym typeface="Roboto Mon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Encabezado de sección 1">
  <p:cSld name="TITLE_4_1_1">
    <p:bg>
      <p:bgPr>
        <a:solidFill>
          <a:schemeClr val="dk2"/>
        </a:solidFill>
        <a:effectLst/>
      </p:bgPr>
    </p:bg>
    <p:spTree>
      <p:nvGrpSpPr>
        <p:cNvPr id="1" name="Shape 128"/>
        <p:cNvGrpSpPr/>
        <p:nvPr/>
      </p:nvGrpSpPr>
      <p:grpSpPr>
        <a:xfrm>
          <a:off x="0" y="0"/>
          <a:ext cx="0" cy="0"/>
          <a:chOff x="0" y="0"/>
          <a:chExt cx="0" cy="0"/>
        </a:xfrm>
      </p:grpSpPr>
      <p:pic>
        <p:nvPicPr>
          <p:cNvPr id="129" name="Google Shape;129;g133e68395f5_0_416"/>
          <p:cNvPicPr preferRelativeResize="0"/>
          <p:nvPr/>
        </p:nvPicPr>
        <p:blipFill rotWithShape="1">
          <a:blip r:embed="rId2">
            <a:alphaModFix/>
          </a:blip>
          <a:srcRect/>
          <a:stretch/>
        </p:blipFill>
        <p:spPr>
          <a:xfrm>
            <a:off x="11382885" y="307219"/>
            <a:ext cx="6286519" cy="991595"/>
          </a:xfrm>
          <a:prstGeom prst="rect">
            <a:avLst/>
          </a:prstGeom>
          <a:noFill/>
          <a:ln>
            <a:noFill/>
          </a:ln>
        </p:spPr>
      </p:pic>
      <p:grpSp>
        <p:nvGrpSpPr>
          <p:cNvPr id="130" name="Google Shape;130;g133e68395f5_0_416"/>
          <p:cNvGrpSpPr/>
          <p:nvPr/>
        </p:nvGrpSpPr>
        <p:grpSpPr>
          <a:xfrm>
            <a:off x="0" y="-205"/>
            <a:ext cx="10671505" cy="9466204"/>
            <a:chOff x="0" y="-126"/>
            <a:chExt cx="4554438" cy="5386482"/>
          </a:xfrm>
        </p:grpSpPr>
        <p:sp>
          <p:nvSpPr>
            <p:cNvPr id="131" name="Google Shape;131;g133e68395f5_0_416"/>
            <p:cNvSpPr/>
            <p:nvPr/>
          </p:nvSpPr>
          <p:spPr>
            <a:xfrm rot="10800000" flipH="1">
              <a:off x="0" y="-126"/>
              <a:ext cx="4554438" cy="5386482"/>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184250" tIns="92100" rIns="184250" bIns="921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FFFFFF"/>
                </a:solidFill>
                <a:latin typeface="Calibri"/>
                <a:ea typeface="Calibri"/>
                <a:cs typeface="Calibri"/>
                <a:sym typeface="Calibri"/>
              </a:endParaRPr>
            </a:p>
          </p:txBody>
        </p:sp>
        <p:pic>
          <p:nvPicPr>
            <p:cNvPr id="132" name="Google Shape;132;g133e68395f5_0_416" descr="Una caricatura de una ciudad&#10;&#10;Descripción generada automáticamente"/>
            <p:cNvPicPr preferRelativeResize="0"/>
            <p:nvPr/>
          </p:nvPicPr>
          <p:blipFill rotWithShape="1">
            <a:blip r:embed="rId3">
              <a:alphaModFix/>
            </a:blip>
            <a:srcRect l="9870" r="6482"/>
            <a:stretch/>
          </p:blipFill>
          <p:spPr>
            <a:xfrm>
              <a:off x="1" y="-1"/>
              <a:ext cx="4423169" cy="5247982"/>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133" name="Google Shape;133;g133e68395f5_0_416"/>
          <p:cNvSpPr txBox="1">
            <a:spLocks noGrp="1"/>
          </p:cNvSpPr>
          <p:nvPr>
            <p:ph type="title"/>
          </p:nvPr>
        </p:nvSpPr>
        <p:spPr>
          <a:xfrm>
            <a:off x="6605892" y="5732429"/>
            <a:ext cx="13182300" cy="2643900"/>
          </a:xfrm>
          <a:prstGeom prst="rect">
            <a:avLst/>
          </a:prstGeom>
          <a:solidFill>
            <a:srgbClr val="DE3075">
              <a:alpha val="63919"/>
            </a:srgbClr>
          </a:solidFill>
          <a:ln>
            <a:noFill/>
          </a:ln>
        </p:spPr>
        <p:txBody>
          <a:bodyPr spcFirstLastPara="1" wrap="square" lIns="184250" tIns="92100" rIns="184250" bIns="92100" anchor="t" anchorCtr="0">
            <a:noAutofit/>
          </a:bodyPr>
          <a:lstStyle>
            <a:lvl1pPr lvl="0" algn="r" rtl="0">
              <a:lnSpc>
                <a:spcPct val="90000"/>
              </a:lnSpc>
              <a:spcBef>
                <a:spcPts val="0"/>
              </a:spcBef>
              <a:spcAft>
                <a:spcPts val="0"/>
              </a:spcAft>
              <a:buSzPts val="6000"/>
              <a:buNone/>
              <a:defRPr sz="10900">
                <a:latin typeface="Calibri"/>
                <a:ea typeface="Calibri"/>
                <a:cs typeface="Calibri"/>
                <a:sym typeface="Calibri"/>
              </a:defRPr>
            </a:lvl1pPr>
            <a:lvl2pPr lvl="1" algn="r" rtl="0">
              <a:lnSpc>
                <a:spcPct val="100000"/>
              </a:lnSpc>
              <a:spcBef>
                <a:spcPts val="0"/>
              </a:spcBef>
              <a:spcAft>
                <a:spcPts val="0"/>
              </a:spcAft>
              <a:buSzPts val="6000"/>
              <a:buNone/>
              <a:defRPr sz="10900"/>
            </a:lvl2pPr>
            <a:lvl3pPr lvl="2" algn="r" rtl="0">
              <a:lnSpc>
                <a:spcPct val="100000"/>
              </a:lnSpc>
              <a:spcBef>
                <a:spcPts val="0"/>
              </a:spcBef>
              <a:spcAft>
                <a:spcPts val="0"/>
              </a:spcAft>
              <a:buSzPts val="6000"/>
              <a:buNone/>
              <a:defRPr sz="10900"/>
            </a:lvl3pPr>
            <a:lvl4pPr lvl="3" algn="r" rtl="0">
              <a:lnSpc>
                <a:spcPct val="100000"/>
              </a:lnSpc>
              <a:spcBef>
                <a:spcPts val="0"/>
              </a:spcBef>
              <a:spcAft>
                <a:spcPts val="0"/>
              </a:spcAft>
              <a:buSzPts val="6000"/>
              <a:buNone/>
              <a:defRPr sz="10900"/>
            </a:lvl4pPr>
            <a:lvl5pPr lvl="4" algn="r" rtl="0">
              <a:lnSpc>
                <a:spcPct val="100000"/>
              </a:lnSpc>
              <a:spcBef>
                <a:spcPts val="0"/>
              </a:spcBef>
              <a:spcAft>
                <a:spcPts val="0"/>
              </a:spcAft>
              <a:buSzPts val="6000"/>
              <a:buNone/>
              <a:defRPr sz="10900"/>
            </a:lvl5pPr>
            <a:lvl6pPr lvl="5" algn="r" rtl="0">
              <a:lnSpc>
                <a:spcPct val="100000"/>
              </a:lnSpc>
              <a:spcBef>
                <a:spcPts val="0"/>
              </a:spcBef>
              <a:spcAft>
                <a:spcPts val="0"/>
              </a:spcAft>
              <a:buSzPts val="6000"/>
              <a:buNone/>
              <a:defRPr sz="10900"/>
            </a:lvl6pPr>
            <a:lvl7pPr lvl="6" algn="r" rtl="0">
              <a:lnSpc>
                <a:spcPct val="100000"/>
              </a:lnSpc>
              <a:spcBef>
                <a:spcPts val="0"/>
              </a:spcBef>
              <a:spcAft>
                <a:spcPts val="0"/>
              </a:spcAft>
              <a:buSzPts val="6000"/>
              <a:buNone/>
              <a:defRPr sz="10900"/>
            </a:lvl7pPr>
            <a:lvl8pPr lvl="7" algn="r" rtl="0">
              <a:lnSpc>
                <a:spcPct val="100000"/>
              </a:lnSpc>
              <a:spcBef>
                <a:spcPts val="0"/>
              </a:spcBef>
              <a:spcAft>
                <a:spcPts val="0"/>
              </a:spcAft>
              <a:buSzPts val="6000"/>
              <a:buNone/>
              <a:defRPr sz="10900"/>
            </a:lvl8pPr>
            <a:lvl9pPr lvl="8" algn="r" rtl="0">
              <a:lnSpc>
                <a:spcPct val="100000"/>
              </a:lnSpc>
              <a:spcBef>
                <a:spcPts val="0"/>
              </a:spcBef>
              <a:spcAft>
                <a:spcPts val="0"/>
              </a:spcAft>
              <a:buSzPts val="6000"/>
              <a:buNone/>
              <a:defRPr sz="109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134"/>
        <p:cNvGrpSpPr/>
        <p:nvPr/>
      </p:nvGrpSpPr>
      <p:grpSpPr>
        <a:xfrm>
          <a:off x="0" y="0"/>
          <a:ext cx="0" cy="0"/>
          <a:chOff x="0" y="0"/>
          <a:chExt cx="0" cy="0"/>
        </a:xfrm>
      </p:grpSpPr>
      <p:sp>
        <p:nvSpPr>
          <p:cNvPr id="135" name="Google Shape;135;g133e68395f5_0_422"/>
          <p:cNvSpPr/>
          <p:nvPr/>
        </p:nvSpPr>
        <p:spPr>
          <a:xfrm>
            <a:off x="3018638" y="350799"/>
            <a:ext cx="10567200" cy="1340700"/>
          </a:xfrm>
          <a:prstGeom prst="parallelogram">
            <a:avLst>
              <a:gd name="adj" fmla="val 45310"/>
            </a:avLst>
          </a:prstGeom>
          <a:solidFill>
            <a:schemeClr val="dk2"/>
          </a:solidFill>
          <a:ln>
            <a:noFill/>
          </a:ln>
        </p:spPr>
        <p:txBody>
          <a:bodyPr spcFirstLastPara="1" wrap="square" lIns="184250" tIns="184250" rIns="184250" bIns="18425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Bebas Neue"/>
              <a:ea typeface="Bebas Neue"/>
              <a:cs typeface="Bebas Neue"/>
              <a:sym typeface="Bebas Neue"/>
            </a:endParaRPr>
          </a:p>
        </p:txBody>
      </p:sp>
      <p:sp>
        <p:nvSpPr>
          <p:cNvPr id="136" name="Google Shape;136;g133e68395f5_0_422"/>
          <p:cNvSpPr/>
          <p:nvPr/>
        </p:nvSpPr>
        <p:spPr>
          <a:xfrm>
            <a:off x="1694799" y="350799"/>
            <a:ext cx="1986600" cy="1340700"/>
          </a:xfrm>
          <a:prstGeom prst="parallelogram">
            <a:avLst>
              <a:gd name="adj" fmla="val 45310"/>
            </a:avLst>
          </a:prstGeom>
          <a:solidFill>
            <a:srgbClr val="818990"/>
          </a:solidFill>
          <a:ln>
            <a:noFill/>
          </a:ln>
        </p:spPr>
        <p:txBody>
          <a:bodyPr spcFirstLastPara="1" wrap="square" lIns="184250" tIns="184250" rIns="184250" bIns="18425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Arial"/>
              <a:ea typeface="Arial"/>
              <a:cs typeface="Arial"/>
              <a:sym typeface="Arial"/>
            </a:endParaRPr>
          </a:p>
        </p:txBody>
      </p:sp>
      <p:sp>
        <p:nvSpPr>
          <p:cNvPr id="137" name="Google Shape;137;g133e68395f5_0_422"/>
          <p:cNvSpPr/>
          <p:nvPr/>
        </p:nvSpPr>
        <p:spPr>
          <a:xfrm>
            <a:off x="321925" y="350799"/>
            <a:ext cx="1986600" cy="1340700"/>
          </a:xfrm>
          <a:prstGeom prst="parallelogram">
            <a:avLst>
              <a:gd name="adj" fmla="val 45310"/>
            </a:avLst>
          </a:prstGeom>
          <a:gradFill>
            <a:gsLst>
              <a:gs pos="0">
                <a:srgbClr val="FFFFFF"/>
              </a:gs>
              <a:gs pos="65000">
                <a:schemeClr val="dk2"/>
              </a:gs>
              <a:gs pos="100000">
                <a:schemeClr val="dk2"/>
              </a:gs>
            </a:gsLst>
            <a:lin ang="0" scaled="0"/>
          </a:gradFill>
          <a:ln>
            <a:noFill/>
          </a:ln>
        </p:spPr>
        <p:txBody>
          <a:bodyPr spcFirstLastPara="1" wrap="square" lIns="184250" tIns="184250" rIns="184250" bIns="18425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Arial"/>
              <a:ea typeface="Arial"/>
              <a:cs typeface="Arial"/>
              <a:sym typeface="Arial"/>
            </a:endParaRPr>
          </a:p>
        </p:txBody>
      </p:sp>
      <p:sp>
        <p:nvSpPr>
          <p:cNvPr id="138" name="Google Shape;138;g133e68395f5_0_422"/>
          <p:cNvSpPr txBox="1">
            <a:spLocks noGrp="1"/>
          </p:cNvSpPr>
          <p:nvPr>
            <p:ph type="title"/>
          </p:nvPr>
        </p:nvSpPr>
        <p:spPr>
          <a:xfrm>
            <a:off x="3877688" y="350799"/>
            <a:ext cx="9428100" cy="1340700"/>
          </a:xfrm>
          <a:prstGeom prst="rect">
            <a:avLst/>
          </a:prstGeom>
          <a:noFill/>
          <a:ln>
            <a:noFill/>
          </a:ln>
        </p:spPr>
        <p:txBody>
          <a:bodyPr spcFirstLastPara="1" wrap="square" lIns="184250" tIns="92100" rIns="184250" bIns="92100" anchor="ctr" anchorCtr="0">
            <a:noAutofit/>
          </a:bodyPr>
          <a:lstStyle>
            <a:lvl1pPr lvl="0" algn="l" rtl="0">
              <a:lnSpc>
                <a:spcPct val="90000"/>
              </a:lnSpc>
              <a:spcBef>
                <a:spcPts val="0"/>
              </a:spcBef>
              <a:spcAft>
                <a:spcPts val="0"/>
              </a:spcAft>
              <a:buClr>
                <a:srgbClr val="818990"/>
              </a:buClr>
              <a:buSzPts val="3600"/>
              <a:buNone/>
              <a:defRPr>
                <a:latin typeface="Calibri"/>
                <a:ea typeface="Calibri"/>
                <a:cs typeface="Calibri"/>
                <a:sym typeface="Calibri"/>
              </a:defRPr>
            </a:lvl1pPr>
            <a:lvl2pPr lvl="1" algn="l" rtl="0">
              <a:lnSpc>
                <a:spcPct val="100000"/>
              </a:lnSpc>
              <a:spcBef>
                <a:spcPts val="0"/>
              </a:spcBef>
              <a:spcAft>
                <a:spcPts val="0"/>
              </a:spcAft>
              <a:buSzPts val="6000"/>
              <a:buNone/>
              <a:defRPr/>
            </a:lvl2pPr>
            <a:lvl3pPr lvl="2" algn="l" rtl="0">
              <a:lnSpc>
                <a:spcPct val="100000"/>
              </a:lnSpc>
              <a:spcBef>
                <a:spcPts val="0"/>
              </a:spcBef>
              <a:spcAft>
                <a:spcPts val="0"/>
              </a:spcAft>
              <a:buSzPts val="6000"/>
              <a:buNone/>
              <a:defRPr/>
            </a:lvl3pPr>
            <a:lvl4pPr lvl="3" algn="l" rtl="0">
              <a:lnSpc>
                <a:spcPct val="100000"/>
              </a:lnSpc>
              <a:spcBef>
                <a:spcPts val="0"/>
              </a:spcBef>
              <a:spcAft>
                <a:spcPts val="0"/>
              </a:spcAft>
              <a:buSzPts val="6000"/>
              <a:buNone/>
              <a:defRPr/>
            </a:lvl4pPr>
            <a:lvl5pPr lvl="4" algn="l" rtl="0">
              <a:lnSpc>
                <a:spcPct val="100000"/>
              </a:lnSpc>
              <a:spcBef>
                <a:spcPts val="0"/>
              </a:spcBef>
              <a:spcAft>
                <a:spcPts val="0"/>
              </a:spcAft>
              <a:buSzPts val="6000"/>
              <a:buNone/>
              <a:defRPr/>
            </a:lvl5pPr>
            <a:lvl6pPr lvl="5" algn="l" rtl="0">
              <a:lnSpc>
                <a:spcPct val="100000"/>
              </a:lnSpc>
              <a:spcBef>
                <a:spcPts val="0"/>
              </a:spcBef>
              <a:spcAft>
                <a:spcPts val="0"/>
              </a:spcAft>
              <a:buSzPts val="6000"/>
              <a:buNone/>
              <a:defRPr/>
            </a:lvl6pPr>
            <a:lvl7pPr lvl="6" algn="l" rtl="0">
              <a:lnSpc>
                <a:spcPct val="100000"/>
              </a:lnSpc>
              <a:spcBef>
                <a:spcPts val="0"/>
              </a:spcBef>
              <a:spcAft>
                <a:spcPts val="0"/>
              </a:spcAft>
              <a:buSzPts val="6000"/>
              <a:buNone/>
              <a:defRPr/>
            </a:lvl7pPr>
            <a:lvl8pPr lvl="7" algn="l" rtl="0">
              <a:lnSpc>
                <a:spcPct val="100000"/>
              </a:lnSpc>
              <a:spcBef>
                <a:spcPts val="0"/>
              </a:spcBef>
              <a:spcAft>
                <a:spcPts val="0"/>
              </a:spcAft>
              <a:buSzPts val="6000"/>
              <a:buNone/>
              <a:defRPr/>
            </a:lvl8pPr>
            <a:lvl9pPr lvl="8" algn="l" rtl="0">
              <a:lnSpc>
                <a:spcPct val="100000"/>
              </a:lnSpc>
              <a:spcBef>
                <a:spcPts val="0"/>
              </a:spcBef>
              <a:spcAft>
                <a:spcPts val="0"/>
              </a:spcAft>
              <a:buSzPts val="6000"/>
              <a:buNone/>
              <a:defRPr/>
            </a:lvl9pPr>
          </a:lstStyle>
          <a:p>
            <a:endParaRPr/>
          </a:p>
        </p:txBody>
      </p:sp>
      <p:pic>
        <p:nvPicPr>
          <p:cNvPr id="139" name="Google Shape;139;g133e68395f5_0_422"/>
          <p:cNvPicPr preferRelativeResize="0"/>
          <p:nvPr/>
        </p:nvPicPr>
        <p:blipFill rotWithShape="1">
          <a:blip r:embed="rId2">
            <a:alphaModFix/>
          </a:blip>
          <a:srcRect/>
          <a:stretch/>
        </p:blipFill>
        <p:spPr>
          <a:xfrm>
            <a:off x="13585985" y="642171"/>
            <a:ext cx="4529513" cy="757956"/>
          </a:xfrm>
          <a:prstGeom prst="rect">
            <a:avLst/>
          </a:prstGeom>
          <a:noFill/>
          <a:ln>
            <a:noFill/>
          </a:ln>
        </p:spPr>
      </p:pic>
      <p:sp>
        <p:nvSpPr>
          <p:cNvPr id="140" name="Google Shape;140;g133e68395f5_0_422"/>
          <p:cNvSpPr txBox="1">
            <a:spLocks noGrp="1"/>
          </p:cNvSpPr>
          <p:nvPr>
            <p:ph type="body" idx="1"/>
          </p:nvPr>
        </p:nvSpPr>
        <p:spPr>
          <a:xfrm>
            <a:off x="646721" y="2009562"/>
            <a:ext cx="18810600" cy="8472600"/>
          </a:xfrm>
          <a:prstGeom prst="rect">
            <a:avLst/>
          </a:prstGeom>
          <a:noFill/>
          <a:ln>
            <a:noFill/>
          </a:ln>
        </p:spPr>
        <p:txBody>
          <a:bodyPr spcFirstLastPara="1" wrap="square" lIns="184250" tIns="92100" rIns="184250" bIns="92100" anchor="t" anchorCtr="0">
            <a:noAutofit/>
          </a:bodyPr>
          <a:lstStyle>
            <a:lvl1pPr marL="457200" marR="0" lvl="0" indent="-584200" algn="l" rtl="0">
              <a:lnSpc>
                <a:spcPct val="90000"/>
              </a:lnSpc>
              <a:spcBef>
                <a:spcPts val="2000"/>
              </a:spcBef>
              <a:spcAft>
                <a:spcPts val="0"/>
              </a:spcAft>
              <a:buClr>
                <a:srgbClr val="DE3075"/>
              </a:buClr>
              <a:buSzPts val="5600"/>
              <a:buFont typeface="Franklin Gothic"/>
              <a:buChar char="»"/>
              <a:defRPr sz="4800" i="0" u="none" strike="noStrike" cap="none">
                <a:solidFill>
                  <a:srgbClr val="818990"/>
                </a:solidFill>
                <a:latin typeface="Calibri"/>
                <a:ea typeface="Calibri"/>
                <a:cs typeface="Calibri"/>
                <a:sym typeface="Calibri"/>
              </a:defRPr>
            </a:lvl1pPr>
            <a:lvl2pPr marL="914400" marR="0" lvl="1" indent="-533400" algn="l" rtl="0">
              <a:lnSpc>
                <a:spcPct val="90000"/>
              </a:lnSpc>
              <a:spcBef>
                <a:spcPts val="1000"/>
              </a:spcBef>
              <a:spcAft>
                <a:spcPts val="0"/>
              </a:spcAft>
              <a:buClr>
                <a:schemeClr val="accent2"/>
              </a:buClr>
              <a:buSzPts val="4800"/>
              <a:buFont typeface="Franklin Gothic"/>
              <a:buChar char="•"/>
              <a:defRPr sz="4000" i="0" u="none" strike="noStrike" cap="none">
                <a:solidFill>
                  <a:srgbClr val="818990"/>
                </a:solidFill>
                <a:latin typeface="Franklin Gothic"/>
                <a:ea typeface="Franklin Gothic"/>
                <a:cs typeface="Franklin Gothic"/>
                <a:sym typeface="Franklin Gothic"/>
              </a:defRPr>
            </a:lvl2pPr>
            <a:lvl3pPr marL="1371600" marR="0" lvl="2" indent="-457200" algn="l" rtl="0">
              <a:lnSpc>
                <a:spcPct val="90000"/>
              </a:lnSpc>
              <a:spcBef>
                <a:spcPts val="1000"/>
              </a:spcBef>
              <a:spcAft>
                <a:spcPts val="0"/>
              </a:spcAft>
              <a:buClr>
                <a:schemeClr val="dk2"/>
              </a:buClr>
              <a:buSzPts val="3600"/>
              <a:buFont typeface="Franklin Gothic"/>
              <a:buChar char="○"/>
              <a:defRPr sz="3600" i="0" u="none" strike="noStrike" cap="none">
                <a:solidFill>
                  <a:schemeClr val="dk2"/>
                </a:solidFill>
                <a:latin typeface="Franklin Gothic"/>
                <a:ea typeface="Franklin Gothic"/>
                <a:cs typeface="Franklin Gothic"/>
                <a:sym typeface="Franklin Gothic"/>
              </a:defRPr>
            </a:lvl3pPr>
            <a:lvl4pPr marL="1828800" marR="0" lvl="3" indent="-431800" algn="l" rtl="0">
              <a:lnSpc>
                <a:spcPct val="90000"/>
              </a:lnSpc>
              <a:spcBef>
                <a:spcPts val="1000"/>
              </a:spcBef>
              <a:spcAft>
                <a:spcPts val="0"/>
              </a:spcAft>
              <a:buClr>
                <a:schemeClr val="dk2"/>
              </a:buClr>
              <a:buSzPts val="3200"/>
              <a:buFont typeface="Franklin Gothic"/>
              <a:buChar char="•"/>
              <a:defRPr sz="3200" i="0" u="none" strike="noStrike" cap="none">
                <a:solidFill>
                  <a:schemeClr val="dk2"/>
                </a:solidFill>
                <a:latin typeface="Franklin Gothic"/>
                <a:ea typeface="Franklin Gothic"/>
                <a:cs typeface="Franklin Gothic"/>
                <a:sym typeface="Franklin Gothic"/>
              </a:defRPr>
            </a:lvl4pPr>
            <a:lvl5pPr marL="2286000" marR="0" lvl="4" indent="-406400" algn="l" rtl="0">
              <a:lnSpc>
                <a:spcPct val="90000"/>
              </a:lnSpc>
              <a:spcBef>
                <a:spcPts val="1000"/>
              </a:spcBef>
              <a:spcAft>
                <a:spcPts val="0"/>
              </a:spcAft>
              <a:buClr>
                <a:schemeClr val="dk2"/>
              </a:buClr>
              <a:buSzPts val="28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81000" algn="l" rtl="0">
              <a:lnSpc>
                <a:spcPct val="90000"/>
              </a:lnSpc>
              <a:spcBef>
                <a:spcPts val="1000"/>
              </a:spcBef>
              <a:spcAft>
                <a:spcPts val="0"/>
              </a:spcAft>
              <a:buClr>
                <a:schemeClr val="dk2"/>
              </a:buClr>
              <a:buSzPts val="2400"/>
              <a:buFont typeface="Franklin Gothic"/>
              <a:buChar char="•"/>
              <a:defRPr sz="2400" i="0" u="none" strike="noStrike" cap="none">
                <a:solidFill>
                  <a:schemeClr val="dk2"/>
                </a:solidFill>
                <a:latin typeface="Franklin Gothic"/>
                <a:ea typeface="Franklin Gothic"/>
                <a:cs typeface="Franklin Gothic"/>
                <a:sym typeface="Franklin Gothic"/>
              </a:defRPr>
            </a:lvl6pPr>
            <a:lvl7pPr marL="3200400" marR="0" lvl="6" indent="-355600" algn="l" rtl="0">
              <a:lnSpc>
                <a:spcPct val="90000"/>
              </a:lnSpc>
              <a:spcBef>
                <a:spcPts val="1000"/>
              </a:spcBef>
              <a:spcAft>
                <a:spcPts val="0"/>
              </a:spcAft>
              <a:buClr>
                <a:schemeClr val="dk2"/>
              </a:buClr>
              <a:buSzPts val="2000"/>
              <a:buFont typeface="Franklin Gothic"/>
              <a:buChar char="•"/>
              <a:defRPr sz="2000" i="0" u="none" strike="noStrike" cap="none">
                <a:solidFill>
                  <a:schemeClr val="dk2"/>
                </a:solidFill>
                <a:latin typeface="Franklin Gothic"/>
                <a:ea typeface="Franklin Gothic"/>
                <a:cs typeface="Franklin Gothic"/>
                <a:sym typeface="Franklin Gothic"/>
              </a:defRPr>
            </a:lvl7pPr>
            <a:lvl8pPr marL="3657600" marR="0" lvl="7" indent="-330200" algn="l" rtl="0">
              <a:lnSpc>
                <a:spcPct val="90000"/>
              </a:lnSpc>
              <a:spcBef>
                <a:spcPts val="10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8pPr>
            <a:lvl9pPr marL="4114800" marR="0" lvl="8" indent="-304800" algn="l" rtl="0">
              <a:lnSpc>
                <a:spcPct val="90000"/>
              </a:lnSpc>
              <a:spcBef>
                <a:spcPts val="10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9pPr>
          </a:lstStyle>
          <a:p>
            <a:endParaRPr/>
          </a:p>
        </p:txBody>
      </p:sp>
      <p:sp>
        <p:nvSpPr>
          <p:cNvPr id="141" name="Google Shape;141;g133e68395f5_0_422"/>
          <p:cNvSpPr txBox="1"/>
          <p:nvPr/>
        </p:nvSpPr>
        <p:spPr>
          <a:xfrm>
            <a:off x="15203726" y="10482094"/>
            <a:ext cx="4523400" cy="602100"/>
          </a:xfrm>
          <a:prstGeom prst="rect">
            <a:avLst/>
          </a:prstGeom>
          <a:noFill/>
          <a:ln>
            <a:noFill/>
          </a:ln>
        </p:spPr>
        <p:txBody>
          <a:bodyPr spcFirstLastPara="1" wrap="square" lIns="184250" tIns="92100" rIns="184250" bIns="92100" anchor="ctr"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s-CL" sz="2400" b="0" i="0" u="none" strike="noStrike" cap="none">
                <a:solidFill>
                  <a:srgbClr val="6C7A8A"/>
                </a:solidFill>
                <a:latin typeface="Roboto Mono"/>
                <a:ea typeface="Roboto Mono"/>
                <a:cs typeface="Roboto Mono"/>
                <a:sym typeface="Roboto Mono"/>
              </a:rPr>
              <a:t>‹#›</a:t>
            </a:fld>
            <a:endParaRPr sz="2400" b="0" i="0" u="none" strike="noStrike" cap="none">
              <a:solidFill>
                <a:srgbClr val="6C7A8A"/>
              </a:solidFill>
              <a:latin typeface="Roboto Mono"/>
              <a:ea typeface="Roboto Mono"/>
              <a:cs typeface="Roboto Mono"/>
              <a:sym typeface="Roboto Mon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Encabezado de sección 10">
  <p:cSld name="TITLE_3_4_1">
    <p:bg>
      <p:bgPr>
        <a:solidFill>
          <a:srgbClr val="733814"/>
        </a:solidFill>
        <a:effectLst/>
      </p:bgPr>
    </p:bg>
    <p:spTree>
      <p:nvGrpSpPr>
        <p:cNvPr id="1" name="Shape 142"/>
        <p:cNvGrpSpPr/>
        <p:nvPr/>
      </p:nvGrpSpPr>
      <p:grpSpPr>
        <a:xfrm>
          <a:off x="0" y="0"/>
          <a:ext cx="0" cy="0"/>
          <a:chOff x="0" y="0"/>
          <a:chExt cx="0" cy="0"/>
        </a:xfrm>
      </p:grpSpPr>
      <p:sp>
        <p:nvSpPr>
          <p:cNvPr id="143" name="Google Shape;143;g133e68395f5_0_430"/>
          <p:cNvSpPr/>
          <p:nvPr/>
        </p:nvSpPr>
        <p:spPr>
          <a:xfrm rot="10800000" flipH="1">
            <a:off x="0" y="-226"/>
            <a:ext cx="10671939" cy="9466184"/>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184250" tIns="92100" rIns="184250" bIns="921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FFFFFF"/>
              </a:solidFill>
              <a:latin typeface="Calibri"/>
              <a:ea typeface="Calibri"/>
              <a:cs typeface="Calibri"/>
              <a:sym typeface="Calibri"/>
            </a:endParaRPr>
          </a:p>
        </p:txBody>
      </p:sp>
      <p:pic>
        <p:nvPicPr>
          <p:cNvPr id="144" name="Google Shape;144;g133e68395f5_0_430"/>
          <p:cNvPicPr preferRelativeResize="0"/>
          <p:nvPr/>
        </p:nvPicPr>
        <p:blipFill rotWithShape="1">
          <a:blip r:embed="rId2">
            <a:alphaModFix/>
          </a:blip>
          <a:srcRect/>
          <a:stretch/>
        </p:blipFill>
        <p:spPr>
          <a:xfrm>
            <a:off x="11382885" y="307219"/>
            <a:ext cx="6286519" cy="991595"/>
          </a:xfrm>
          <a:prstGeom prst="rect">
            <a:avLst/>
          </a:prstGeom>
          <a:noFill/>
          <a:ln>
            <a:noFill/>
          </a:ln>
        </p:spPr>
      </p:pic>
      <p:pic>
        <p:nvPicPr>
          <p:cNvPr id="145" name="Google Shape;145;g133e68395f5_0_430" descr="Imagen que contiene persona, foto, hombre, mujer&#10;&#10;Descripción generada automáticamente"/>
          <p:cNvPicPr preferRelativeResize="0"/>
          <p:nvPr/>
        </p:nvPicPr>
        <p:blipFill rotWithShape="1">
          <a:blip r:embed="rId3">
            <a:alphaModFix/>
          </a:blip>
          <a:srcRect r="16352"/>
          <a:stretch/>
        </p:blipFill>
        <p:spPr>
          <a:xfrm>
            <a:off x="2" y="16"/>
            <a:ext cx="7773261" cy="9222784"/>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146" name="Google Shape;146;g133e68395f5_0_430"/>
          <p:cNvSpPr txBox="1">
            <a:spLocks noGrp="1"/>
          </p:cNvSpPr>
          <p:nvPr>
            <p:ph type="title"/>
          </p:nvPr>
        </p:nvSpPr>
        <p:spPr>
          <a:xfrm>
            <a:off x="6605892" y="5732429"/>
            <a:ext cx="13182300" cy="2643900"/>
          </a:xfrm>
          <a:prstGeom prst="rect">
            <a:avLst/>
          </a:prstGeom>
          <a:solidFill>
            <a:srgbClr val="898B90">
              <a:alpha val="68240"/>
            </a:srgbClr>
          </a:solidFill>
          <a:ln>
            <a:noFill/>
          </a:ln>
        </p:spPr>
        <p:txBody>
          <a:bodyPr spcFirstLastPara="1" wrap="square" lIns="184250" tIns="92100" rIns="184250" bIns="92100" anchor="t" anchorCtr="0">
            <a:noAutofit/>
          </a:bodyPr>
          <a:lstStyle>
            <a:lvl1pPr lvl="0" algn="r" rtl="0">
              <a:lnSpc>
                <a:spcPct val="90000"/>
              </a:lnSpc>
              <a:spcBef>
                <a:spcPts val="0"/>
              </a:spcBef>
              <a:spcAft>
                <a:spcPts val="0"/>
              </a:spcAft>
              <a:buSzPts val="6000"/>
              <a:buNone/>
              <a:defRPr sz="10900">
                <a:latin typeface="Calibri"/>
                <a:ea typeface="Calibri"/>
                <a:cs typeface="Calibri"/>
                <a:sym typeface="Calibri"/>
              </a:defRPr>
            </a:lvl1pPr>
            <a:lvl2pPr lvl="1" algn="r" rtl="0">
              <a:lnSpc>
                <a:spcPct val="100000"/>
              </a:lnSpc>
              <a:spcBef>
                <a:spcPts val="0"/>
              </a:spcBef>
              <a:spcAft>
                <a:spcPts val="0"/>
              </a:spcAft>
              <a:buSzPts val="6000"/>
              <a:buNone/>
              <a:defRPr sz="10900"/>
            </a:lvl2pPr>
            <a:lvl3pPr lvl="2" algn="r" rtl="0">
              <a:lnSpc>
                <a:spcPct val="100000"/>
              </a:lnSpc>
              <a:spcBef>
                <a:spcPts val="0"/>
              </a:spcBef>
              <a:spcAft>
                <a:spcPts val="0"/>
              </a:spcAft>
              <a:buSzPts val="6000"/>
              <a:buNone/>
              <a:defRPr sz="10900"/>
            </a:lvl3pPr>
            <a:lvl4pPr lvl="3" algn="r" rtl="0">
              <a:lnSpc>
                <a:spcPct val="100000"/>
              </a:lnSpc>
              <a:spcBef>
                <a:spcPts val="0"/>
              </a:spcBef>
              <a:spcAft>
                <a:spcPts val="0"/>
              </a:spcAft>
              <a:buSzPts val="6000"/>
              <a:buNone/>
              <a:defRPr sz="10900"/>
            </a:lvl4pPr>
            <a:lvl5pPr lvl="4" algn="r" rtl="0">
              <a:lnSpc>
                <a:spcPct val="100000"/>
              </a:lnSpc>
              <a:spcBef>
                <a:spcPts val="0"/>
              </a:spcBef>
              <a:spcAft>
                <a:spcPts val="0"/>
              </a:spcAft>
              <a:buSzPts val="6000"/>
              <a:buNone/>
              <a:defRPr sz="10900"/>
            </a:lvl5pPr>
            <a:lvl6pPr lvl="5" algn="r" rtl="0">
              <a:lnSpc>
                <a:spcPct val="100000"/>
              </a:lnSpc>
              <a:spcBef>
                <a:spcPts val="0"/>
              </a:spcBef>
              <a:spcAft>
                <a:spcPts val="0"/>
              </a:spcAft>
              <a:buSzPts val="6000"/>
              <a:buNone/>
              <a:defRPr sz="10900"/>
            </a:lvl6pPr>
            <a:lvl7pPr lvl="6" algn="r" rtl="0">
              <a:lnSpc>
                <a:spcPct val="100000"/>
              </a:lnSpc>
              <a:spcBef>
                <a:spcPts val="0"/>
              </a:spcBef>
              <a:spcAft>
                <a:spcPts val="0"/>
              </a:spcAft>
              <a:buSzPts val="6000"/>
              <a:buNone/>
              <a:defRPr sz="10900"/>
            </a:lvl7pPr>
            <a:lvl8pPr lvl="7" algn="r" rtl="0">
              <a:lnSpc>
                <a:spcPct val="100000"/>
              </a:lnSpc>
              <a:spcBef>
                <a:spcPts val="0"/>
              </a:spcBef>
              <a:spcAft>
                <a:spcPts val="0"/>
              </a:spcAft>
              <a:buSzPts val="6000"/>
              <a:buNone/>
              <a:defRPr sz="10900"/>
            </a:lvl8pPr>
            <a:lvl9pPr lvl="8" algn="r" rtl="0">
              <a:lnSpc>
                <a:spcPct val="100000"/>
              </a:lnSpc>
              <a:spcBef>
                <a:spcPts val="0"/>
              </a:spcBef>
              <a:spcAft>
                <a:spcPts val="0"/>
              </a:spcAft>
              <a:buSzPts val="6000"/>
              <a:buNone/>
              <a:defRPr sz="109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y objetos 10">
  <p:cSld name="OBJECT_1_1_1_1_4">
    <p:spTree>
      <p:nvGrpSpPr>
        <p:cNvPr id="1" name="Shape 147"/>
        <p:cNvGrpSpPr/>
        <p:nvPr/>
      </p:nvGrpSpPr>
      <p:grpSpPr>
        <a:xfrm>
          <a:off x="0" y="0"/>
          <a:ext cx="0" cy="0"/>
          <a:chOff x="0" y="0"/>
          <a:chExt cx="0" cy="0"/>
        </a:xfrm>
      </p:grpSpPr>
      <p:sp>
        <p:nvSpPr>
          <p:cNvPr id="148" name="Google Shape;148;g133e68395f5_0_435"/>
          <p:cNvSpPr/>
          <p:nvPr/>
        </p:nvSpPr>
        <p:spPr>
          <a:xfrm>
            <a:off x="1694799" y="350799"/>
            <a:ext cx="1986600" cy="1340700"/>
          </a:xfrm>
          <a:prstGeom prst="parallelogram">
            <a:avLst>
              <a:gd name="adj" fmla="val 45310"/>
            </a:avLst>
          </a:prstGeom>
          <a:solidFill>
            <a:srgbClr val="733814"/>
          </a:solidFill>
          <a:ln>
            <a:noFill/>
          </a:ln>
        </p:spPr>
        <p:txBody>
          <a:bodyPr spcFirstLastPara="1" wrap="square" lIns="184250" tIns="184250" rIns="184250" bIns="18425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Arial"/>
              <a:ea typeface="Arial"/>
              <a:cs typeface="Arial"/>
              <a:sym typeface="Arial"/>
            </a:endParaRPr>
          </a:p>
        </p:txBody>
      </p:sp>
      <p:sp>
        <p:nvSpPr>
          <p:cNvPr id="149" name="Google Shape;149;g133e68395f5_0_435"/>
          <p:cNvSpPr/>
          <p:nvPr/>
        </p:nvSpPr>
        <p:spPr>
          <a:xfrm>
            <a:off x="321925" y="350799"/>
            <a:ext cx="1986600" cy="1340700"/>
          </a:xfrm>
          <a:prstGeom prst="parallelogram">
            <a:avLst>
              <a:gd name="adj" fmla="val 45310"/>
            </a:avLst>
          </a:prstGeom>
          <a:gradFill>
            <a:gsLst>
              <a:gs pos="0">
                <a:srgbClr val="FFFFFF"/>
              </a:gs>
              <a:gs pos="65000">
                <a:srgbClr val="733814"/>
              </a:gs>
              <a:gs pos="100000">
                <a:srgbClr val="733814"/>
              </a:gs>
            </a:gsLst>
            <a:lin ang="0" scaled="0"/>
          </a:gradFill>
          <a:ln>
            <a:noFill/>
          </a:ln>
        </p:spPr>
        <p:txBody>
          <a:bodyPr spcFirstLastPara="1" wrap="square" lIns="184250" tIns="184250" rIns="184250" bIns="18425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Arial"/>
              <a:ea typeface="Arial"/>
              <a:cs typeface="Arial"/>
              <a:sym typeface="Arial"/>
            </a:endParaRPr>
          </a:p>
        </p:txBody>
      </p:sp>
      <p:pic>
        <p:nvPicPr>
          <p:cNvPr id="150" name="Google Shape;150;g133e68395f5_0_435"/>
          <p:cNvPicPr preferRelativeResize="0"/>
          <p:nvPr/>
        </p:nvPicPr>
        <p:blipFill rotWithShape="1">
          <a:blip r:embed="rId2">
            <a:alphaModFix/>
          </a:blip>
          <a:srcRect/>
          <a:stretch/>
        </p:blipFill>
        <p:spPr>
          <a:xfrm>
            <a:off x="13585985" y="642171"/>
            <a:ext cx="4529513" cy="757956"/>
          </a:xfrm>
          <a:prstGeom prst="rect">
            <a:avLst/>
          </a:prstGeom>
          <a:noFill/>
          <a:ln>
            <a:noFill/>
          </a:ln>
        </p:spPr>
      </p:pic>
      <p:sp>
        <p:nvSpPr>
          <p:cNvPr id="151" name="Google Shape;151;g133e68395f5_0_435"/>
          <p:cNvSpPr txBox="1">
            <a:spLocks noGrp="1"/>
          </p:cNvSpPr>
          <p:nvPr>
            <p:ph type="body" idx="1"/>
          </p:nvPr>
        </p:nvSpPr>
        <p:spPr>
          <a:xfrm>
            <a:off x="646721" y="2009562"/>
            <a:ext cx="18810600" cy="8472600"/>
          </a:xfrm>
          <a:prstGeom prst="rect">
            <a:avLst/>
          </a:prstGeom>
          <a:noFill/>
          <a:ln>
            <a:noFill/>
          </a:ln>
        </p:spPr>
        <p:txBody>
          <a:bodyPr spcFirstLastPara="1" wrap="square" lIns="184250" tIns="92100" rIns="184250" bIns="92100" anchor="t" anchorCtr="0">
            <a:noAutofit/>
          </a:bodyPr>
          <a:lstStyle>
            <a:lvl1pPr marL="457200" marR="0" lvl="0" indent="-584200" algn="l" rtl="0">
              <a:lnSpc>
                <a:spcPct val="90000"/>
              </a:lnSpc>
              <a:spcBef>
                <a:spcPts val="2000"/>
              </a:spcBef>
              <a:spcAft>
                <a:spcPts val="0"/>
              </a:spcAft>
              <a:buClr>
                <a:srgbClr val="DE3075"/>
              </a:buClr>
              <a:buSzPts val="5600"/>
              <a:buFont typeface="Franklin Gothic"/>
              <a:buChar char="»"/>
              <a:defRPr sz="4800" i="0" u="none" strike="noStrike" cap="none">
                <a:solidFill>
                  <a:srgbClr val="818990"/>
                </a:solidFill>
                <a:latin typeface="Calibri"/>
                <a:ea typeface="Calibri"/>
                <a:cs typeface="Calibri"/>
                <a:sym typeface="Calibri"/>
              </a:defRPr>
            </a:lvl1pPr>
            <a:lvl2pPr marL="914400" marR="0" lvl="1" indent="-533400" algn="l" rtl="0">
              <a:lnSpc>
                <a:spcPct val="90000"/>
              </a:lnSpc>
              <a:spcBef>
                <a:spcPts val="1000"/>
              </a:spcBef>
              <a:spcAft>
                <a:spcPts val="0"/>
              </a:spcAft>
              <a:buClr>
                <a:schemeClr val="accent2"/>
              </a:buClr>
              <a:buSzPts val="4800"/>
              <a:buFont typeface="Franklin Gothic"/>
              <a:buChar char="•"/>
              <a:defRPr sz="4000" i="0" u="none" strike="noStrike" cap="none">
                <a:solidFill>
                  <a:srgbClr val="818990"/>
                </a:solidFill>
                <a:latin typeface="Franklin Gothic"/>
                <a:ea typeface="Franklin Gothic"/>
                <a:cs typeface="Franklin Gothic"/>
                <a:sym typeface="Franklin Gothic"/>
              </a:defRPr>
            </a:lvl2pPr>
            <a:lvl3pPr marL="1371600" marR="0" lvl="2" indent="-457200" algn="l" rtl="0">
              <a:lnSpc>
                <a:spcPct val="90000"/>
              </a:lnSpc>
              <a:spcBef>
                <a:spcPts val="1000"/>
              </a:spcBef>
              <a:spcAft>
                <a:spcPts val="0"/>
              </a:spcAft>
              <a:buClr>
                <a:schemeClr val="dk2"/>
              </a:buClr>
              <a:buSzPts val="3600"/>
              <a:buFont typeface="Franklin Gothic"/>
              <a:buChar char="○"/>
              <a:defRPr sz="3600" i="0" u="none" strike="noStrike" cap="none">
                <a:solidFill>
                  <a:schemeClr val="dk2"/>
                </a:solidFill>
                <a:latin typeface="Franklin Gothic"/>
                <a:ea typeface="Franklin Gothic"/>
                <a:cs typeface="Franklin Gothic"/>
                <a:sym typeface="Franklin Gothic"/>
              </a:defRPr>
            </a:lvl3pPr>
            <a:lvl4pPr marL="1828800" marR="0" lvl="3" indent="-431800" algn="l" rtl="0">
              <a:lnSpc>
                <a:spcPct val="90000"/>
              </a:lnSpc>
              <a:spcBef>
                <a:spcPts val="1000"/>
              </a:spcBef>
              <a:spcAft>
                <a:spcPts val="0"/>
              </a:spcAft>
              <a:buClr>
                <a:schemeClr val="dk2"/>
              </a:buClr>
              <a:buSzPts val="3200"/>
              <a:buFont typeface="Franklin Gothic"/>
              <a:buChar char="•"/>
              <a:defRPr sz="3200" i="0" u="none" strike="noStrike" cap="none">
                <a:solidFill>
                  <a:schemeClr val="dk2"/>
                </a:solidFill>
                <a:latin typeface="Franklin Gothic"/>
                <a:ea typeface="Franklin Gothic"/>
                <a:cs typeface="Franklin Gothic"/>
                <a:sym typeface="Franklin Gothic"/>
              </a:defRPr>
            </a:lvl4pPr>
            <a:lvl5pPr marL="2286000" marR="0" lvl="4" indent="-406400" algn="l" rtl="0">
              <a:lnSpc>
                <a:spcPct val="90000"/>
              </a:lnSpc>
              <a:spcBef>
                <a:spcPts val="1000"/>
              </a:spcBef>
              <a:spcAft>
                <a:spcPts val="0"/>
              </a:spcAft>
              <a:buClr>
                <a:schemeClr val="dk2"/>
              </a:buClr>
              <a:buSzPts val="28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81000" algn="l" rtl="0">
              <a:lnSpc>
                <a:spcPct val="90000"/>
              </a:lnSpc>
              <a:spcBef>
                <a:spcPts val="1000"/>
              </a:spcBef>
              <a:spcAft>
                <a:spcPts val="0"/>
              </a:spcAft>
              <a:buClr>
                <a:schemeClr val="dk2"/>
              </a:buClr>
              <a:buSzPts val="2400"/>
              <a:buFont typeface="Franklin Gothic"/>
              <a:buChar char="•"/>
              <a:defRPr sz="2400" i="0" u="none" strike="noStrike" cap="none">
                <a:solidFill>
                  <a:schemeClr val="dk2"/>
                </a:solidFill>
                <a:latin typeface="Franklin Gothic"/>
                <a:ea typeface="Franklin Gothic"/>
                <a:cs typeface="Franklin Gothic"/>
                <a:sym typeface="Franklin Gothic"/>
              </a:defRPr>
            </a:lvl6pPr>
            <a:lvl7pPr marL="3200400" marR="0" lvl="6" indent="-355600" algn="l" rtl="0">
              <a:lnSpc>
                <a:spcPct val="90000"/>
              </a:lnSpc>
              <a:spcBef>
                <a:spcPts val="1000"/>
              </a:spcBef>
              <a:spcAft>
                <a:spcPts val="0"/>
              </a:spcAft>
              <a:buClr>
                <a:schemeClr val="dk2"/>
              </a:buClr>
              <a:buSzPts val="2000"/>
              <a:buFont typeface="Franklin Gothic"/>
              <a:buChar char="•"/>
              <a:defRPr sz="2000" i="0" u="none" strike="noStrike" cap="none">
                <a:solidFill>
                  <a:schemeClr val="dk2"/>
                </a:solidFill>
                <a:latin typeface="Franklin Gothic"/>
                <a:ea typeface="Franklin Gothic"/>
                <a:cs typeface="Franklin Gothic"/>
                <a:sym typeface="Franklin Gothic"/>
              </a:defRPr>
            </a:lvl7pPr>
            <a:lvl8pPr marL="3657600" marR="0" lvl="7" indent="-330200" algn="l" rtl="0">
              <a:lnSpc>
                <a:spcPct val="90000"/>
              </a:lnSpc>
              <a:spcBef>
                <a:spcPts val="10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8pPr>
            <a:lvl9pPr marL="4114800" marR="0" lvl="8" indent="-304800" algn="l" rtl="0">
              <a:lnSpc>
                <a:spcPct val="90000"/>
              </a:lnSpc>
              <a:spcBef>
                <a:spcPts val="10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9pPr>
          </a:lstStyle>
          <a:p>
            <a:endParaRPr/>
          </a:p>
        </p:txBody>
      </p:sp>
      <p:sp>
        <p:nvSpPr>
          <p:cNvPr id="152" name="Google Shape;152;g133e68395f5_0_435"/>
          <p:cNvSpPr/>
          <p:nvPr/>
        </p:nvSpPr>
        <p:spPr>
          <a:xfrm>
            <a:off x="3018638" y="350799"/>
            <a:ext cx="10567200" cy="1340700"/>
          </a:xfrm>
          <a:prstGeom prst="parallelogram">
            <a:avLst>
              <a:gd name="adj" fmla="val 45310"/>
            </a:avLst>
          </a:prstGeom>
          <a:solidFill>
            <a:schemeClr val="dk2"/>
          </a:solidFill>
          <a:ln>
            <a:noFill/>
          </a:ln>
        </p:spPr>
        <p:txBody>
          <a:bodyPr spcFirstLastPara="1" wrap="square" lIns="184250" tIns="184250" rIns="184250" bIns="184250" anchor="ctr"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Bebas Neue"/>
              <a:ea typeface="Bebas Neue"/>
              <a:cs typeface="Bebas Neue"/>
              <a:sym typeface="Bebas Neue"/>
            </a:endParaRPr>
          </a:p>
        </p:txBody>
      </p:sp>
      <p:sp>
        <p:nvSpPr>
          <p:cNvPr id="153" name="Google Shape;153;g133e68395f5_0_435"/>
          <p:cNvSpPr txBox="1">
            <a:spLocks noGrp="1"/>
          </p:cNvSpPr>
          <p:nvPr>
            <p:ph type="title"/>
          </p:nvPr>
        </p:nvSpPr>
        <p:spPr>
          <a:xfrm>
            <a:off x="3877688" y="350799"/>
            <a:ext cx="9428100" cy="1340700"/>
          </a:xfrm>
          <a:prstGeom prst="rect">
            <a:avLst/>
          </a:prstGeom>
          <a:noFill/>
          <a:ln>
            <a:noFill/>
          </a:ln>
        </p:spPr>
        <p:txBody>
          <a:bodyPr spcFirstLastPara="1" wrap="square" lIns="184250" tIns="92100" rIns="184250" bIns="92100" anchor="ctr" anchorCtr="0">
            <a:noAutofit/>
          </a:bodyPr>
          <a:lstStyle>
            <a:lvl1pPr lvl="0" algn="l" rtl="0">
              <a:lnSpc>
                <a:spcPct val="90000"/>
              </a:lnSpc>
              <a:spcBef>
                <a:spcPts val="0"/>
              </a:spcBef>
              <a:spcAft>
                <a:spcPts val="0"/>
              </a:spcAft>
              <a:buClr>
                <a:srgbClr val="818990"/>
              </a:buClr>
              <a:buSzPts val="3600"/>
              <a:buNone/>
              <a:defRPr>
                <a:latin typeface="Calibri"/>
                <a:ea typeface="Calibri"/>
                <a:cs typeface="Calibri"/>
                <a:sym typeface="Calibri"/>
              </a:defRPr>
            </a:lvl1pPr>
            <a:lvl2pPr lvl="1" algn="l" rtl="0">
              <a:lnSpc>
                <a:spcPct val="100000"/>
              </a:lnSpc>
              <a:spcBef>
                <a:spcPts val="0"/>
              </a:spcBef>
              <a:spcAft>
                <a:spcPts val="0"/>
              </a:spcAft>
              <a:buSzPts val="6000"/>
              <a:buNone/>
              <a:defRPr/>
            </a:lvl2pPr>
            <a:lvl3pPr lvl="2" algn="l" rtl="0">
              <a:lnSpc>
                <a:spcPct val="100000"/>
              </a:lnSpc>
              <a:spcBef>
                <a:spcPts val="0"/>
              </a:spcBef>
              <a:spcAft>
                <a:spcPts val="0"/>
              </a:spcAft>
              <a:buSzPts val="6000"/>
              <a:buNone/>
              <a:defRPr/>
            </a:lvl3pPr>
            <a:lvl4pPr lvl="3" algn="l" rtl="0">
              <a:lnSpc>
                <a:spcPct val="100000"/>
              </a:lnSpc>
              <a:spcBef>
                <a:spcPts val="0"/>
              </a:spcBef>
              <a:spcAft>
                <a:spcPts val="0"/>
              </a:spcAft>
              <a:buSzPts val="6000"/>
              <a:buNone/>
              <a:defRPr/>
            </a:lvl4pPr>
            <a:lvl5pPr lvl="4" algn="l" rtl="0">
              <a:lnSpc>
                <a:spcPct val="100000"/>
              </a:lnSpc>
              <a:spcBef>
                <a:spcPts val="0"/>
              </a:spcBef>
              <a:spcAft>
                <a:spcPts val="0"/>
              </a:spcAft>
              <a:buSzPts val="6000"/>
              <a:buNone/>
              <a:defRPr/>
            </a:lvl5pPr>
            <a:lvl6pPr lvl="5" algn="l" rtl="0">
              <a:lnSpc>
                <a:spcPct val="100000"/>
              </a:lnSpc>
              <a:spcBef>
                <a:spcPts val="0"/>
              </a:spcBef>
              <a:spcAft>
                <a:spcPts val="0"/>
              </a:spcAft>
              <a:buSzPts val="6000"/>
              <a:buNone/>
              <a:defRPr/>
            </a:lvl6pPr>
            <a:lvl7pPr lvl="6" algn="l" rtl="0">
              <a:lnSpc>
                <a:spcPct val="100000"/>
              </a:lnSpc>
              <a:spcBef>
                <a:spcPts val="0"/>
              </a:spcBef>
              <a:spcAft>
                <a:spcPts val="0"/>
              </a:spcAft>
              <a:buSzPts val="6000"/>
              <a:buNone/>
              <a:defRPr/>
            </a:lvl7pPr>
            <a:lvl8pPr lvl="7" algn="l" rtl="0">
              <a:lnSpc>
                <a:spcPct val="100000"/>
              </a:lnSpc>
              <a:spcBef>
                <a:spcPts val="0"/>
              </a:spcBef>
              <a:spcAft>
                <a:spcPts val="0"/>
              </a:spcAft>
              <a:buSzPts val="6000"/>
              <a:buNone/>
              <a:defRPr/>
            </a:lvl8pPr>
            <a:lvl9pPr lvl="8" algn="l" rtl="0">
              <a:lnSpc>
                <a:spcPct val="100000"/>
              </a:lnSpc>
              <a:spcBef>
                <a:spcPts val="0"/>
              </a:spcBef>
              <a:spcAft>
                <a:spcPts val="0"/>
              </a:spcAft>
              <a:buSzPts val="6000"/>
              <a:buNone/>
              <a:defRPr/>
            </a:lvl9pPr>
          </a:lstStyle>
          <a:p>
            <a:endParaRPr/>
          </a:p>
        </p:txBody>
      </p:sp>
      <p:sp>
        <p:nvSpPr>
          <p:cNvPr id="154" name="Google Shape;154;g133e68395f5_0_435"/>
          <p:cNvSpPr txBox="1"/>
          <p:nvPr/>
        </p:nvSpPr>
        <p:spPr>
          <a:xfrm>
            <a:off x="15203726" y="10482094"/>
            <a:ext cx="4523400" cy="602100"/>
          </a:xfrm>
          <a:prstGeom prst="rect">
            <a:avLst/>
          </a:prstGeom>
          <a:noFill/>
          <a:ln>
            <a:noFill/>
          </a:ln>
        </p:spPr>
        <p:txBody>
          <a:bodyPr spcFirstLastPara="1" wrap="square" lIns="184250" tIns="92100" rIns="184250" bIns="92100" anchor="ctr"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s-CL" sz="2400" b="0" i="0" u="none" strike="noStrike" cap="none">
                <a:solidFill>
                  <a:srgbClr val="6C7A8A"/>
                </a:solidFill>
                <a:latin typeface="Roboto Mono"/>
                <a:ea typeface="Roboto Mono"/>
                <a:cs typeface="Roboto Mono"/>
                <a:sym typeface="Roboto Mono"/>
              </a:rPr>
              <a:t>‹#›</a:t>
            </a:fld>
            <a:endParaRPr sz="2400" b="0" i="0" u="none" strike="noStrike" cap="none">
              <a:solidFill>
                <a:srgbClr val="6C7A8A"/>
              </a:solidFill>
              <a:latin typeface="Roboto Mono"/>
              <a:ea typeface="Roboto Mono"/>
              <a:cs typeface="Roboto Mono"/>
              <a:sym typeface="Roboto Mon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55"/>
        <p:cNvGrpSpPr/>
        <p:nvPr/>
      </p:nvGrpSpPr>
      <p:grpSpPr>
        <a:xfrm>
          <a:off x="0" y="0"/>
          <a:ext cx="0" cy="0"/>
          <a:chOff x="0" y="0"/>
          <a:chExt cx="0" cy="0"/>
        </a:xfrm>
      </p:grpSpPr>
      <p:sp>
        <p:nvSpPr>
          <p:cNvPr id="156" name="Google Shape;156;g133e68395f5_0_443"/>
          <p:cNvSpPr txBox="1"/>
          <p:nvPr/>
        </p:nvSpPr>
        <p:spPr>
          <a:xfrm>
            <a:off x="15203726" y="10482094"/>
            <a:ext cx="4523400" cy="602100"/>
          </a:xfrm>
          <a:prstGeom prst="rect">
            <a:avLst/>
          </a:prstGeom>
          <a:noFill/>
          <a:ln>
            <a:noFill/>
          </a:ln>
        </p:spPr>
        <p:txBody>
          <a:bodyPr spcFirstLastPara="1" wrap="square" lIns="184250" tIns="92100" rIns="184250" bIns="92100" anchor="ctr" anchorCtr="0">
            <a:noAutofit/>
          </a:bodyPr>
          <a:lstStyle/>
          <a:p>
            <a:pPr marL="0" marR="0" lvl="0" indent="0" algn="r" rtl="0">
              <a:lnSpc>
                <a:spcPct val="100000"/>
              </a:lnSpc>
              <a:spcBef>
                <a:spcPts val="0"/>
              </a:spcBef>
              <a:spcAft>
                <a:spcPts val="0"/>
              </a:spcAft>
              <a:buClr>
                <a:srgbClr val="000000"/>
              </a:buClr>
              <a:buSzPts val="2400"/>
              <a:buFont typeface="Arial"/>
              <a:buNone/>
            </a:pPr>
            <a:fld id="{00000000-1234-1234-1234-123412341234}" type="slidenum">
              <a:rPr lang="es-CL" sz="2400" b="0" i="0" u="none" strike="noStrike" cap="none">
                <a:solidFill>
                  <a:srgbClr val="6C7A8A"/>
                </a:solidFill>
                <a:latin typeface="Roboto Mono"/>
                <a:ea typeface="Roboto Mono"/>
                <a:cs typeface="Roboto Mono"/>
                <a:sym typeface="Roboto Mono"/>
              </a:rPr>
              <a:t>‹#›</a:t>
            </a:fld>
            <a:endParaRPr sz="2400" b="0" i="0" u="none" strike="noStrike" cap="none">
              <a:solidFill>
                <a:srgbClr val="6C7A8A"/>
              </a:solidFill>
              <a:latin typeface="Roboto Mono"/>
              <a:ea typeface="Roboto Mono"/>
              <a:cs typeface="Roboto Mono"/>
              <a:sym typeface="Roboto Mono"/>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880393" y="2411901"/>
            <a:ext cx="3956050" cy="133159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855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
          <p:cNvSpPr txBox="1">
            <a:spLocks noGrp="1"/>
          </p:cNvSpPr>
          <p:nvPr>
            <p:ph type="body" idx="1"/>
          </p:nvPr>
        </p:nvSpPr>
        <p:spPr>
          <a:xfrm>
            <a:off x="1005205" y="2601150"/>
            <a:ext cx="18093690" cy="7464171"/>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8" name="Google Shape;8;p8"/>
          <p:cNvSpPr txBox="1">
            <a:spLocks noGrp="1"/>
          </p:cNvSpPr>
          <p:nvPr>
            <p:ph type="ftr" idx="11"/>
          </p:nvPr>
        </p:nvSpPr>
        <p:spPr>
          <a:xfrm>
            <a:off x="6835394" y="10517696"/>
            <a:ext cx="6433312" cy="565467"/>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dt" idx="10"/>
          </p:nvPr>
        </p:nvSpPr>
        <p:spPr>
          <a:xfrm>
            <a:off x="1005205" y="10517696"/>
            <a:ext cx="4623943" cy="565467"/>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14474953" y="10517696"/>
            <a:ext cx="4623943" cy="565467"/>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b="0" i="0" u="none" strike="noStrike" cap="none">
                <a:solidFill>
                  <a:srgbClr val="888888"/>
                </a:solidFill>
                <a:latin typeface="Calibri"/>
                <a:ea typeface="Calibri"/>
                <a:cs typeface="Calibri"/>
                <a:sym typeface="Calibri"/>
              </a:defRPr>
            </a:lvl1pPr>
            <a:lvl2pPr marL="0" marR="0" lvl="1" indent="0" algn="r" rtl="0">
              <a:spcBef>
                <a:spcPts val="0"/>
              </a:spcBef>
              <a:buNone/>
              <a:defRPr sz="1800" b="0" i="0" u="none" strike="noStrike" cap="none">
                <a:solidFill>
                  <a:srgbClr val="888888"/>
                </a:solidFill>
                <a:latin typeface="Calibri"/>
                <a:ea typeface="Calibri"/>
                <a:cs typeface="Calibri"/>
                <a:sym typeface="Calibri"/>
              </a:defRPr>
            </a:lvl2pPr>
            <a:lvl3pPr marL="0" marR="0" lvl="2" indent="0" algn="r" rtl="0">
              <a:spcBef>
                <a:spcPts val="0"/>
              </a:spcBef>
              <a:buNone/>
              <a:defRPr sz="1800" b="0" i="0" u="none" strike="noStrike" cap="none">
                <a:solidFill>
                  <a:srgbClr val="888888"/>
                </a:solidFill>
                <a:latin typeface="Calibri"/>
                <a:ea typeface="Calibri"/>
                <a:cs typeface="Calibri"/>
                <a:sym typeface="Calibri"/>
              </a:defRPr>
            </a:lvl3pPr>
            <a:lvl4pPr marL="0" marR="0" lvl="3" indent="0" algn="r" rtl="0">
              <a:spcBef>
                <a:spcPts val="0"/>
              </a:spcBef>
              <a:buNone/>
              <a:defRPr sz="1800" b="0" i="0" u="none" strike="noStrike" cap="none">
                <a:solidFill>
                  <a:srgbClr val="888888"/>
                </a:solidFill>
                <a:latin typeface="Calibri"/>
                <a:ea typeface="Calibri"/>
                <a:cs typeface="Calibri"/>
                <a:sym typeface="Calibri"/>
              </a:defRPr>
            </a:lvl4pPr>
            <a:lvl5pPr marL="0" marR="0" lvl="4" indent="0" algn="r" rtl="0">
              <a:spcBef>
                <a:spcPts val="0"/>
              </a:spcBef>
              <a:buNone/>
              <a:defRPr sz="1800" b="0" i="0" u="none" strike="noStrike" cap="none">
                <a:solidFill>
                  <a:srgbClr val="888888"/>
                </a:solidFill>
                <a:latin typeface="Calibri"/>
                <a:ea typeface="Calibri"/>
                <a:cs typeface="Calibri"/>
                <a:sym typeface="Calibri"/>
              </a:defRPr>
            </a:lvl5pPr>
            <a:lvl6pPr marL="0" marR="0" lvl="5" indent="0" algn="r" rtl="0">
              <a:spcBef>
                <a:spcPts val="0"/>
              </a:spcBef>
              <a:buNone/>
              <a:defRPr sz="1800" b="0" i="0" u="none" strike="noStrike" cap="none">
                <a:solidFill>
                  <a:srgbClr val="888888"/>
                </a:solidFill>
                <a:latin typeface="Calibri"/>
                <a:ea typeface="Calibri"/>
                <a:cs typeface="Calibri"/>
                <a:sym typeface="Calibri"/>
              </a:defRPr>
            </a:lvl6pPr>
            <a:lvl7pPr marL="0" marR="0" lvl="6" indent="0" algn="r" rtl="0">
              <a:spcBef>
                <a:spcPts val="0"/>
              </a:spcBef>
              <a:buNone/>
              <a:defRPr sz="1800" b="0" i="0" u="none" strike="noStrike" cap="none">
                <a:solidFill>
                  <a:srgbClr val="888888"/>
                </a:solidFill>
                <a:latin typeface="Calibri"/>
                <a:ea typeface="Calibri"/>
                <a:cs typeface="Calibri"/>
                <a:sym typeface="Calibri"/>
              </a:defRPr>
            </a:lvl7pPr>
            <a:lvl8pPr marL="0" marR="0" lvl="7" indent="0" algn="r" rtl="0">
              <a:spcBef>
                <a:spcPts val="0"/>
              </a:spcBef>
              <a:buNone/>
              <a:defRPr sz="1800" b="0" i="0" u="none" strike="noStrike" cap="none">
                <a:solidFill>
                  <a:srgbClr val="888888"/>
                </a:solidFill>
                <a:latin typeface="Calibri"/>
                <a:ea typeface="Calibri"/>
                <a:cs typeface="Calibri"/>
                <a:sym typeface="Calibri"/>
              </a:defRPr>
            </a:lvl8pPr>
            <a:lvl9pPr marL="0" marR="0" lvl="8" indent="0" algn="r" rtl="0">
              <a:spcBef>
                <a:spcPts val="0"/>
              </a:spcBef>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2"/>
        <p:cNvGrpSpPr/>
        <p:nvPr/>
      </p:nvGrpSpPr>
      <p:grpSpPr>
        <a:xfrm>
          <a:off x="0" y="0"/>
          <a:ext cx="0" cy="0"/>
          <a:chOff x="0" y="0"/>
          <a:chExt cx="0" cy="0"/>
        </a:xfrm>
      </p:grpSpPr>
      <p:sp>
        <p:nvSpPr>
          <p:cNvPr id="103" name="Google Shape;103;g133e68395f5_0_390"/>
          <p:cNvSpPr txBox="1">
            <a:spLocks noGrp="1"/>
          </p:cNvSpPr>
          <p:nvPr>
            <p:ph type="body" idx="1"/>
          </p:nvPr>
        </p:nvSpPr>
        <p:spPr>
          <a:xfrm>
            <a:off x="646721" y="2009562"/>
            <a:ext cx="18810600" cy="8472600"/>
          </a:xfrm>
          <a:prstGeom prst="rect">
            <a:avLst/>
          </a:prstGeom>
          <a:noFill/>
          <a:ln>
            <a:noFill/>
          </a:ln>
        </p:spPr>
        <p:txBody>
          <a:bodyPr spcFirstLastPara="1" wrap="square" lIns="181400" tIns="92100" rIns="184250" bIns="92100" anchor="t" anchorCtr="0">
            <a:noAutofit/>
          </a:bodyPr>
          <a:lstStyle>
            <a:lvl1pPr marL="457200" marR="0" lvl="0" indent="-584200" algn="l" rtl="0">
              <a:lnSpc>
                <a:spcPct val="90000"/>
              </a:lnSpc>
              <a:spcBef>
                <a:spcPts val="2000"/>
              </a:spcBef>
              <a:spcAft>
                <a:spcPts val="0"/>
              </a:spcAft>
              <a:buClr>
                <a:srgbClr val="DE3075"/>
              </a:buClr>
              <a:buSzPts val="5600"/>
              <a:buFont typeface="Franklin Gothic"/>
              <a:buChar char="»"/>
              <a:defRPr sz="4800" b="0" i="0" u="none" strike="noStrike" cap="none">
                <a:solidFill>
                  <a:srgbClr val="818990"/>
                </a:solidFill>
                <a:latin typeface="Franklin Gothic"/>
                <a:ea typeface="Franklin Gothic"/>
                <a:cs typeface="Franklin Gothic"/>
                <a:sym typeface="Franklin Gothic"/>
              </a:defRPr>
            </a:lvl1pPr>
            <a:lvl2pPr marL="914400" marR="0" lvl="1" indent="-533400" algn="l" rtl="0">
              <a:lnSpc>
                <a:spcPct val="90000"/>
              </a:lnSpc>
              <a:spcBef>
                <a:spcPts val="1000"/>
              </a:spcBef>
              <a:spcAft>
                <a:spcPts val="0"/>
              </a:spcAft>
              <a:buClr>
                <a:schemeClr val="accent2"/>
              </a:buClr>
              <a:buSzPts val="4800"/>
              <a:buFont typeface="Franklin Gothic"/>
              <a:buChar char="•"/>
              <a:defRPr sz="4000" b="0" i="0" u="none" strike="noStrike" cap="none">
                <a:solidFill>
                  <a:srgbClr val="818990"/>
                </a:solidFill>
                <a:latin typeface="Franklin Gothic"/>
                <a:ea typeface="Franklin Gothic"/>
                <a:cs typeface="Franklin Gothic"/>
                <a:sym typeface="Franklin Gothic"/>
              </a:defRPr>
            </a:lvl2pPr>
            <a:lvl3pPr marL="1371600" marR="0" lvl="2" indent="-457200" algn="l" rtl="0">
              <a:lnSpc>
                <a:spcPct val="90000"/>
              </a:lnSpc>
              <a:spcBef>
                <a:spcPts val="1000"/>
              </a:spcBef>
              <a:spcAft>
                <a:spcPts val="0"/>
              </a:spcAft>
              <a:buClr>
                <a:schemeClr val="dk2"/>
              </a:buClr>
              <a:buSzPts val="3600"/>
              <a:buFont typeface="Franklin Gothic"/>
              <a:buChar char="○"/>
              <a:defRPr sz="3600" b="0" i="0" u="none" strike="noStrike" cap="none">
                <a:solidFill>
                  <a:schemeClr val="dk2"/>
                </a:solidFill>
                <a:latin typeface="Franklin Gothic"/>
                <a:ea typeface="Franklin Gothic"/>
                <a:cs typeface="Franklin Gothic"/>
                <a:sym typeface="Franklin Gothic"/>
              </a:defRPr>
            </a:lvl3pPr>
            <a:lvl4pPr marL="1828800" marR="0" lvl="3" indent="-431800" algn="l" rtl="0">
              <a:lnSpc>
                <a:spcPct val="90000"/>
              </a:lnSpc>
              <a:spcBef>
                <a:spcPts val="1000"/>
              </a:spcBef>
              <a:spcAft>
                <a:spcPts val="0"/>
              </a:spcAft>
              <a:buClr>
                <a:schemeClr val="dk2"/>
              </a:buClr>
              <a:buSzPts val="3200"/>
              <a:buFont typeface="Franklin Gothic"/>
              <a:buChar char="•"/>
              <a:defRPr sz="3200" b="0" i="0" u="none" strike="noStrike" cap="none">
                <a:solidFill>
                  <a:schemeClr val="dk2"/>
                </a:solidFill>
                <a:latin typeface="Franklin Gothic"/>
                <a:ea typeface="Franklin Gothic"/>
                <a:cs typeface="Franklin Gothic"/>
                <a:sym typeface="Franklin Gothic"/>
              </a:defRPr>
            </a:lvl4pPr>
            <a:lvl5pPr marL="2286000" marR="0" lvl="4" indent="-406400" algn="l" rtl="0">
              <a:lnSpc>
                <a:spcPct val="90000"/>
              </a:lnSpc>
              <a:spcBef>
                <a:spcPts val="1000"/>
              </a:spcBef>
              <a:spcAft>
                <a:spcPts val="0"/>
              </a:spcAft>
              <a:buClr>
                <a:schemeClr val="dk2"/>
              </a:buClr>
              <a:buSzPts val="2800"/>
              <a:buFont typeface="Franklin Gothic"/>
              <a:buChar char="•"/>
              <a:defRPr sz="2800" b="0" i="0" u="none" strike="noStrike" cap="none">
                <a:solidFill>
                  <a:schemeClr val="dk2"/>
                </a:solidFill>
                <a:latin typeface="Franklin Gothic"/>
                <a:ea typeface="Franklin Gothic"/>
                <a:cs typeface="Franklin Gothic"/>
                <a:sym typeface="Franklin Gothic"/>
              </a:defRPr>
            </a:lvl5pPr>
            <a:lvl6pPr marL="2743200" marR="0" lvl="5" indent="-381000" algn="l" rtl="0">
              <a:lnSpc>
                <a:spcPct val="90000"/>
              </a:lnSpc>
              <a:spcBef>
                <a:spcPts val="1000"/>
              </a:spcBef>
              <a:spcAft>
                <a:spcPts val="0"/>
              </a:spcAft>
              <a:buClr>
                <a:schemeClr val="dk2"/>
              </a:buClr>
              <a:buSzPts val="2400"/>
              <a:buFont typeface="Franklin Gothic"/>
              <a:buChar char="•"/>
              <a:defRPr sz="2400" b="0" i="0" u="none" strike="noStrike" cap="none">
                <a:solidFill>
                  <a:schemeClr val="dk2"/>
                </a:solidFill>
                <a:latin typeface="Franklin Gothic"/>
                <a:ea typeface="Franklin Gothic"/>
                <a:cs typeface="Franklin Gothic"/>
                <a:sym typeface="Franklin Gothic"/>
              </a:defRPr>
            </a:lvl6pPr>
            <a:lvl7pPr marL="3200400" marR="0" lvl="6" indent="-355600" algn="l" rtl="0">
              <a:lnSpc>
                <a:spcPct val="90000"/>
              </a:lnSpc>
              <a:spcBef>
                <a:spcPts val="1000"/>
              </a:spcBef>
              <a:spcAft>
                <a:spcPts val="0"/>
              </a:spcAft>
              <a:buClr>
                <a:schemeClr val="dk2"/>
              </a:buClr>
              <a:buSzPts val="2000"/>
              <a:buFont typeface="Franklin Gothic"/>
              <a:buChar char="•"/>
              <a:defRPr sz="2000" b="0" i="0" u="none" strike="noStrike" cap="none">
                <a:solidFill>
                  <a:schemeClr val="dk2"/>
                </a:solidFill>
                <a:latin typeface="Franklin Gothic"/>
                <a:ea typeface="Franklin Gothic"/>
                <a:cs typeface="Franklin Gothic"/>
                <a:sym typeface="Franklin Gothic"/>
              </a:defRPr>
            </a:lvl7pPr>
            <a:lvl8pPr marL="3657600" marR="0" lvl="7" indent="-330200" algn="l" rtl="0">
              <a:lnSpc>
                <a:spcPct val="90000"/>
              </a:lnSpc>
              <a:spcBef>
                <a:spcPts val="1000"/>
              </a:spcBef>
              <a:spcAft>
                <a:spcPts val="0"/>
              </a:spcAft>
              <a:buClr>
                <a:schemeClr val="dk2"/>
              </a:buClr>
              <a:buSzPts val="1600"/>
              <a:buFont typeface="Franklin Gothic"/>
              <a:buChar char="•"/>
              <a:defRPr sz="1600" b="0" i="0" u="none" strike="noStrike" cap="none">
                <a:solidFill>
                  <a:schemeClr val="dk2"/>
                </a:solidFill>
                <a:latin typeface="Franklin Gothic"/>
                <a:ea typeface="Franklin Gothic"/>
                <a:cs typeface="Franklin Gothic"/>
                <a:sym typeface="Franklin Gothic"/>
              </a:defRPr>
            </a:lvl8pPr>
            <a:lvl9pPr marL="4114800" marR="0" lvl="8" indent="-304800" algn="l" rtl="0">
              <a:lnSpc>
                <a:spcPct val="90000"/>
              </a:lnSpc>
              <a:spcBef>
                <a:spcPts val="1000"/>
              </a:spcBef>
              <a:spcAft>
                <a:spcPts val="0"/>
              </a:spcAft>
              <a:buClr>
                <a:schemeClr val="dk2"/>
              </a:buClr>
              <a:buSzPts val="1200"/>
              <a:buFont typeface="Franklin Gothic"/>
              <a:buChar char="•"/>
              <a:defRPr sz="1200" b="0" i="0" u="none" strike="noStrike" cap="none">
                <a:solidFill>
                  <a:schemeClr val="dk2"/>
                </a:solidFill>
                <a:latin typeface="Franklin Gothic"/>
                <a:ea typeface="Franklin Gothic"/>
                <a:cs typeface="Franklin Gothic"/>
                <a:sym typeface="Franklin Gothic"/>
              </a:defRPr>
            </a:lvl9pPr>
          </a:lstStyle>
          <a:p>
            <a:endParaRPr/>
          </a:p>
        </p:txBody>
      </p:sp>
      <p:sp>
        <p:nvSpPr>
          <p:cNvPr id="104" name="Google Shape;104;g133e68395f5_0_390"/>
          <p:cNvSpPr txBox="1">
            <a:spLocks noGrp="1"/>
          </p:cNvSpPr>
          <p:nvPr>
            <p:ph type="sldNum" idx="12"/>
          </p:nvPr>
        </p:nvSpPr>
        <p:spPr>
          <a:xfrm>
            <a:off x="15203726" y="10482094"/>
            <a:ext cx="4523400" cy="602100"/>
          </a:xfrm>
          <a:prstGeom prst="rect">
            <a:avLst/>
          </a:prstGeom>
          <a:noFill/>
          <a:ln>
            <a:noFill/>
          </a:ln>
        </p:spPr>
        <p:txBody>
          <a:bodyPr spcFirstLastPara="1" wrap="square" lIns="184250" tIns="92100" rIns="184250" bIns="92100" anchor="ctr" anchorCtr="0">
            <a:noAutofit/>
          </a:bodyPr>
          <a:lstStyle>
            <a:lvl1pPr marL="0" marR="0" lvl="0" indent="0" algn="r" rtl="0">
              <a:lnSpc>
                <a:spcPct val="100000"/>
              </a:lnSpc>
              <a:spcBef>
                <a:spcPts val="0"/>
              </a:spcBef>
              <a:spcAft>
                <a:spcPts val="0"/>
              </a:spcAft>
              <a:buClr>
                <a:srgbClr val="000000"/>
              </a:buClr>
              <a:buSzPts val="2400"/>
              <a:buFont typeface="Arial"/>
              <a:buNone/>
              <a:defRPr sz="2400" b="0" i="0" u="none" strike="noStrike" cap="none">
                <a:solidFill>
                  <a:srgbClr val="6C7A8A"/>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2400"/>
              <a:buFont typeface="Arial"/>
              <a:buNone/>
              <a:defRPr sz="2400" b="0" i="0" u="none" strike="noStrike" cap="none">
                <a:solidFill>
                  <a:srgbClr val="6C7A8A"/>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2400"/>
              <a:buFont typeface="Arial"/>
              <a:buNone/>
              <a:defRPr sz="2400" b="0" i="0" u="none" strike="noStrike" cap="none">
                <a:solidFill>
                  <a:srgbClr val="6C7A8A"/>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2400"/>
              <a:buFont typeface="Arial"/>
              <a:buNone/>
              <a:defRPr sz="2400" b="0" i="0" u="none" strike="noStrike" cap="none">
                <a:solidFill>
                  <a:srgbClr val="6C7A8A"/>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2400"/>
              <a:buFont typeface="Arial"/>
              <a:buNone/>
              <a:defRPr sz="2400" b="0" i="0" u="none" strike="noStrike" cap="none">
                <a:solidFill>
                  <a:srgbClr val="6C7A8A"/>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2400"/>
              <a:buFont typeface="Arial"/>
              <a:buNone/>
              <a:defRPr sz="2400" b="0" i="0" u="none" strike="noStrike" cap="none">
                <a:solidFill>
                  <a:srgbClr val="6C7A8A"/>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2400"/>
              <a:buFont typeface="Arial"/>
              <a:buNone/>
              <a:defRPr sz="2400" b="0" i="0" u="none" strike="noStrike" cap="none">
                <a:solidFill>
                  <a:srgbClr val="6C7A8A"/>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2400"/>
              <a:buFont typeface="Arial"/>
              <a:buNone/>
              <a:defRPr sz="2400" b="0" i="0" u="none" strike="noStrike" cap="none">
                <a:solidFill>
                  <a:srgbClr val="6C7A8A"/>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2400"/>
              <a:buFont typeface="Arial"/>
              <a:buNone/>
              <a:defRPr sz="2400" b="0" i="0" u="none" strike="noStrike" cap="none">
                <a:solidFill>
                  <a:srgbClr val="6C7A8A"/>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a:t>
            </a:fld>
            <a:endParaRPr/>
          </a:p>
        </p:txBody>
      </p:sp>
      <p:sp>
        <p:nvSpPr>
          <p:cNvPr id="105" name="Google Shape;105;g133e68395f5_0_390"/>
          <p:cNvSpPr txBox="1">
            <a:spLocks noGrp="1"/>
          </p:cNvSpPr>
          <p:nvPr>
            <p:ph type="title"/>
          </p:nvPr>
        </p:nvSpPr>
        <p:spPr>
          <a:xfrm>
            <a:off x="3877690" y="350799"/>
            <a:ext cx="14844600" cy="1340700"/>
          </a:xfrm>
          <a:prstGeom prst="rect">
            <a:avLst/>
          </a:prstGeom>
          <a:noFill/>
          <a:ln>
            <a:noFill/>
          </a:ln>
        </p:spPr>
        <p:txBody>
          <a:bodyPr spcFirstLastPara="1" wrap="square" lIns="184250" tIns="92100" rIns="184250" bIns="92100" anchor="t" anchorCtr="0">
            <a:noAutofit/>
          </a:bodyPr>
          <a:lstStyle>
            <a:lvl1pPr marR="0" lvl="0" algn="l" rtl="0">
              <a:lnSpc>
                <a:spcPct val="90000"/>
              </a:lnSpc>
              <a:spcBef>
                <a:spcPts val="0"/>
              </a:spcBef>
              <a:spcAft>
                <a:spcPts val="0"/>
              </a:spcAft>
              <a:buClr>
                <a:srgbClr val="FFFFFF"/>
              </a:buClr>
              <a:buSzPts val="6000"/>
              <a:buFont typeface="Roboto Condensed"/>
              <a:buNone/>
              <a:defRPr sz="6000" b="0" i="0" u="none" strike="noStrike" cap="none">
                <a:solidFill>
                  <a:srgbClr val="FFFFFF"/>
                </a:solidFill>
                <a:latin typeface="Roboto Condensed"/>
                <a:ea typeface="Roboto Condensed"/>
                <a:cs typeface="Roboto Condensed"/>
                <a:sym typeface="Roboto Condensed"/>
              </a:defRPr>
            </a:lvl1pPr>
            <a:lvl2pPr marR="0" lvl="1" algn="l" rtl="0">
              <a:lnSpc>
                <a:spcPct val="100000"/>
              </a:lnSpc>
              <a:spcBef>
                <a:spcPts val="0"/>
              </a:spcBef>
              <a:spcAft>
                <a:spcPts val="0"/>
              </a:spcAft>
              <a:buClr>
                <a:srgbClr val="FFFFFF"/>
              </a:buClr>
              <a:buSzPts val="6000"/>
              <a:buFont typeface="Roboto Condensed"/>
              <a:buNone/>
              <a:defRPr sz="6000" b="0" i="0" u="none" strike="noStrike" cap="none">
                <a:solidFill>
                  <a:srgbClr val="FFFFFF"/>
                </a:solidFill>
                <a:latin typeface="Roboto Condensed"/>
                <a:ea typeface="Roboto Condensed"/>
                <a:cs typeface="Roboto Condensed"/>
                <a:sym typeface="Roboto Condensed"/>
              </a:defRPr>
            </a:lvl2pPr>
            <a:lvl3pPr marR="0" lvl="2" algn="l" rtl="0">
              <a:lnSpc>
                <a:spcPct val="100000"/>
              </a:lnSpc>
              <a:spcBef>
                <a:spcPts val="0"/>
              </a:spcBef>
              <a:spcAft>
                <a:spcPts val="0"/>
              </a:spcAft>
              <a:buClr>
                <a:srgbClr val="FFFFFF"/>
              </a:buClr>
              <a:buSzPts val="6000"/>
              <a:buFont typeface="Roboto Condensed"/>
              <a:buNone/>
              <a:defRPr sz="6000" b="0" i="0" u="none" strike="noStrike" cap="none">
                <a:solidFill>
                  <a:srgbClr val="FFFFFF"/>
                </a:solidFill>
                <a:latin typeface="Roboto Condensed"/>
                <a:ea typeface="Roboto Condensed"/>
                <a:cs typeface="Roboto Condensed"/>
                <a:sym typeface="Roboto Condensed"/>
              </a:defRPr>
            </a:lvl3pPr>
            <a:lvl4pPr marR="0" lvl="3" algn="l" rtl="0">
              <a:lnSpc>
                <a:spcPct val="100000"/>
              </a:lnSpc>
              <a:spcBef>
                <a:spcPts val="0"/>
              </a:spcBef>
              <a:spcAft>
                <a:spcPts val="0"/>
              </a:spcAft>
              <a:buClr>
                <a:srgbClr val="FFFFFF"/>
              </a:buClr>
              <a:buSzPts val="6000"/>
              <a:buFont typeface="Roboto Condensed"/>
              <a:buNone/>
              <a:defRPr sz="6000" b="0" i="0" u="none" strike="noStrike" cap="none">
                <a:solidFill>
                  <a:srgbClr val="FFFFFF"/>
                </a:solidFill>
                <a:latin typeface="Roboto Condensed"/>
                <a:ea typeface="Roboto Condensed"/>
                <a:cs typeface="Roboto Condensed"/>
                <a:sym typeface="Roboto Condensed"/>
              </a:defRPr>
            </a:lvl4pPr>
            <a:lvl5pPr marR="0" lvl="4" algn="l" rtl="0">
              <a:lnSpc>
                <a:spcPct val="100000"/>
              </a:lnSpc>
              <a:spcBef>
                <a:spcPts val="0"/>
              </a:spcBef>
              <a:spcAft>
                <a:spcPts val="0"/>
              </a:spcAft>
              <a:buClr>
                <a:srgbClr val="FFFFFF"/>
              </a:buClr>
              <a:buSzPts val="6000"/>
              <a:buFont typeface="Roboto Condensed"/>
              <a:buNone/>
              <a:defRPr sz="6000" b="0" i="0" u="none" strike="noStrike" cap="none">
                <a:solidFill>
                  <a:srgbClr val="FFFFFF"/>
                </a:solidFill>
                <a:latin typeface="Roboto Condensed"/>
                <a:ea typeface="Roboto Condensed"/>
                <a:cs typeface="Roboto Condensed"/>
                <a:sym typeface="Roboto Condensed"/>
              </a:defRPr>
            </a:lvl5pPr>
            <a:lvl6pPr marR="0" lvl="5" algn="l" rtl="0">
              <a:lnSpc>
                <a:spcPct val="100000"/>
              </a:lnSpc>
              <a:spcBef>
                <a:spcPts val="0"/>
              </a:spcBef>
              <a:spcAft>
                <a:spcPts val="0"/>
              </a:spcAft>
              <a:buClr>
                <a:srgbClr val="FFFFFF"/>
              </a:buClr>
              <a:buSzPts val="6000"/>
              <a:buFont typeface="Roboto Condensed"/>
              <a:buNone/>
              <a:defRPr sz="6000" b="0" i="0" u="none" strike="noStrike" cap="none">
                <a:solidFill>
                  <a:srgbClr val="FFFFFF"/>
                </a:solidFill>
                <a:latin typeface="Roboto Condensed"/>
                <a:ea typeface="Roboto Condensed"/>
                <a:cs typeface="Roboto Condensed"/>
                <a:sym typeface="Roboto Condensed"/>
              </a:defRPr>
            </a:lvl6pPr>
            <a:lvl7pPr marR="0" lvl="6" algn="l" rtl="0">
              <a:lnSpc>
                <a:spcPct val="100000"/>
              </a:lnSpc>
              <a:spcBef>
                <a:spcPts val="0"/>
              </a:spcBef>
              <a:spcAft>
                <a:spcPts val="0"/>
              </a:spcAft>
              <a:buClr>
                <a:srgbClr val="FFFFFF"/>
              </a:buClr>
              <a:buSzPts val="6000"/>
              <a:buFont typeface="Roboto Condensed"/>
              <a:buNone/>
              <a:defRPr sz="6000" b="0" i="0" u="none" strike="noStrike" cap="none">
                <a:solidFill>
                  <a:srgbClr val="FFFFFF"/>
                </a:solidFill>
                <a:latin typeface="Roboto Condensed"/>
                <a:ea typeface="Roboto Condensed"/>
                <a:cs typeface="Roboto Condensed"/>
                <a:sym typeface="Roboto Condensed"/>
              </a:defRPr>
            </a:lvl7pPr>
            <a:lvl8pPr marR="0" lvl="7" algn="l" rtl="0">
              <a:lnSpc>
                <a:spcPct val="100000"/>
              </a:lnSpc>
              <a:spcBef>
                <a:spcPts val="0"/>
              </a:spcBef>
              <a:spcAft>
                <a:spcPts val="0"/>
              </a:spcAft>
              <a:buClr>
                <a:srgbClr val="FFFFFF"/>
              </a:buClr>
              <a:buSzPts val="6000"/>
              <a:buFont typeface="Roboto Condensed"/>
              <a:buNone/>
              <a:defRPr sz="6000" b="0" i="0" u="none" strike="noStrike" cap="none">
                <a:solidFill>
                  <a:srgbClr val="FFFFFF"/>
                </a:solidFill>
                <a:latin typeface="Roboto Condensed"/>
                <a:ea typeface="Roboto Condensed"/>
                <a:cs typeface="Roboto Condensed"/>
                <a:sym typeface="Roboto Condensed"/>
              </a:defRPr>
            </a:lvl8pPr>
            <a:lvl9pPr marR="0" lvl="8" algn="l" rtl="0">
              <a:lnSpc>
                <a:spcPct val="100000"/>
              </a:lnSpc>
              <a:spcBef>
                <a:spcPts val="0"/>
              </a:spcBef>
              <a:spcAft>
                <a:spcPts val="0"/>
              </a:spcAft>
              <a:buClr>
                <a:srgbClr val="FFFFFF"/>
              </a:buClr>
              <a:buSzPts val="6000"/>
              <a:buFont typeface="Roboto Condensed"/>
              <a:buNone/>
              <a:defRPr sz="6000" b="0" i="0" u="none" strike="noStrike" cap="none">
                <a:solidFill>
                  <a:srgbClr val="FFFFFF"/>
                </a:solidFill>
                <a:latin typeface="Roboto Condensed"/>
                <a:ea typeface="Roboto Condensed"/>
                <a:cs typeface="Roboto Condensed"/>
                <a:sym typeface="Roboto Condensed"/>
              </a:defRPr>
            </a:lvl9pPr>
          </a:lstStyle>
          <a:p>
            <a:endParaRPr/>
          </a:p>
        </p:txBody>
      </p:sp>
    </p:spTree>
  </p:cSld>
  <p:clrMap bg1="lt1" tx1="dk1" bg2="dk2" tx2="lt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
          <p:cNvSpPr txBox="1">
            <a:spLocks noGrp="1"/>
          </p:cNvSpPr>
          <p:nvPr>
            <p:ph type="body" idx="1"/>
          </p:nvPr>
        </p:nvSpPr>
        <p:spPr>
          <a:xfrm>
            <a:off x="5138402" y="6401309"/>
            <a:ext cx="10649100" cy="498600"/>
          </a:xfrm>
          <a:prstGeom prst="rect">
            <a:avLst/>
          </a:prstGeom>
          <a:noFill/>
          <a:ln>
            <a:noFill/>
          </a:ln>
        </p:spPr>
        <p:txBody>
          <a:bodyPr spcFirstLastPara="1" wrap="square" lIns="0" tIns="0" rIns="0" bIns="0" anchor="t" anchorCtr="0">
            <a:spAutoFit/>
          </a:bodyPr>
          <a:lstStyle/>
          <a:p>
            <a:pPr marL="0" lvl="0" indent="0" algn="ctr" rtl="0">
              <a:lnSpc>
                <a:spcPct val="90000"/>
              </a:lnSpc>
              <a:spcBef>
                <a:spcPts val="1000"/>
              </a:spcBef>
              <a:spcAft>
                <a:spcPts val="0"/>
              </a:spcAft>
              <a:buClr>
                <a:schemeClr val="dk1"/>
              </a:buClr>
              <a:buSzPts val="2800"/>
              <a:buFont typeface="Arial"/>
              <a:buNone/>
            </a:pPr>
            <a:r>
              <a:rPr lang="es-CL" sz="3600">
                <a:solidFill>
                  <a:schemeClr val="lt1"/>
                </a:solidFill>
                <a:latin typeface="Calibri"/>
                <a:ea typeface="Calibri"/>
                <a:cs typeface="Calibri"/>
                <a:sym typeface="Calibri"/>
              </a:rPr>
              <a:t>SIY6121</a:t>
            </a:r>
            <a:endParaRPr/>
          </a:p>
        </p:txBody>
      </p:sp>
      <p:sp>
        <p:nvSpPr>
          <p:cNvPr id="162" name="Google Shape;162;p1"/>
          <p:cNvSpPr txBox="1">
            <a:spLocks noGrp="1"/>
          </p:cNvSpPr>
          <p:nvPr>
            <p:ph type="body" idx="2"/>
          </p:nvPr>
        </p:nvSpPr>
        <p:spPr>
          <a:xfrm>
            <a:off x="4718050" y="4103439"/>
            <a:ext cx="11430000" cy="18471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s-CL"/>
              <a:t>1.1.1 Tecnologías emergentes y el prototipado de soluciones</a:t>
            </a:r>
            <a:endParaRPr/>
          </a:p>
        </p:txBody>
      </p:sp>
      <p:sp>
        <p:nvSpPr>
          <p:cNvPr id="163" name="Google Shape;163;p1"/>
          <p:cNvSpPr txBox="1">
            <a:spLocks noGrp="1"/>
          </p:cNvSpPr>
          <p:nvPr>
            <p:ph type="body" idx="3"/>
          </p:nvPr>
        </p:nvSpPr>
        <p:spPr>
          <a:xfrm>
            <a:off x="5092767" y="7676832"/>
            <a:ext cx="10695000" cy="4926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s-CL" dirty="0"/>
              <a:t>José Manuel Martínez</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133e68395f5_0_95"/>
          <p:cNvSpPr txBox="1">
            <a:spLocks noGrp="1"/>
          </p:cNvSpPr>
          <p:nvPr>
            <p:ph type="sldNum" idx="4294967295"/>
          </p:nvPr>
        </p:nvSpPr>
        <p:spPr>
          <a:xfrm>
            <a:off x="15203726" y="10482094"/>
            <a:ext cx="4523400" cy="602100"/>
          </a:xfrm>
          <a:prstGeom prst="rect">
            <a:avLst/>
          </a:prstGeom>
          <a:noFill/>
          <a:ln>
            <a:noFill/>
          </a:ln>
        </p:spPr>
        <p:txBody>
          <a:bodyPr spcFirstLastPara="1" wrap="square" lIns="184250" tIns="92100" rIns="184250" bIns="92100" anchor="ctr" anchorCtr="0">
            <a:noAutofit/>
          </a:bodyPr>
          <a:lstStyle/>
          <a:p>
            <a:pPr marL="0" marR="0" lvl="0" indent="0" algn="r" rtl="0">
              <a:lnSpc>
                <a:spcPct val="100000"/>
              </a:lnSpc>
              <a:spcBef>
                <a:spcPts val="0"/>
              </a:spcBef>
              <a:spcAft>
                <a:spcPts val="0"/>
              </a:spcAft>
              <a:buSzPts val="2400"/>
              <a:buNone/>
            </a:pPr>
            <a:fld id="{00000000-1234-1234-1234-123412341234}" type="slidenum">
              <a:rPr lang="es-CL"/>
              <a:t>2</a:t>
            </a:fld>
            <a:endParaRPr/>
          </a:p>
        </p:txBody>
      </p:sp>
      <p:sp>
        <p:nvSpPr>
          <p:cNvPr id="169" name="Google Shape;169;g133e68395f5_0_95"/>
          <p:cNvSpPr txBox="1">
            <a:spLocks noGrp="1"/>
          </p:cNvSpPr>
          <p:nvPr>
            <p:ph type="body" idx="2"/>
          </p:nvPr>
        </p:nvSpPr>
        <p:spPr>
          <a:xfrm>
            <a:off x="1232073" y="2691761"/>
            <a:ext cx="17640000" cy="1097700"/>
          </a:xfrm>
          <a:prstGeom prst="rect">
            <a:avLst/>
          </a:prstGeom>
          <a:solidFill>
            <a:schemeClr val="accent1"/>
          </a:solidFill>
          <a:ln>
            <a:noFill/>
          </a:ln>
        </p:spPr>
        <p:txBody>
          <a:bodyPr spcFirstLastPara="1" wrap="square" lIns="181400" tIns="92100" rIns="184250" bIns="92100" anchor="t" anchorCtr="0">
            <a:noAutofit/>
          </a:bodyPr>
          <a:lstStyle/>
          <a:p>
            <a:pPr marL="101600" lvl="0" indent="0" algn="ctr" rtl="0">
              <a:lnSpc>
                <a:spcPct val="90000"/>
              </a:lnSpc>
              <a:spcBef>
                <a:spcPts val="2000"/>
              </a:spcBef>
              <a:spcAft>
                <a:spcPts val="0"/>
              </a:spcAft>
              <a:buSzPts val="5600"/>
              <a:buNone/>
            </a:pPr>
            <a:r>
              <a:rPr lang="es-CL"/>
              <a:t>Introducción Asignatura</a:t>
            </a:r>
            <a:endParaRPr/>
          </a:p>
        </p:txBody>
      </p:sp>
      <p:sp>
        <p:nvSpPr>
          <p:cNvPr id="170" name="Google Shape;170;g133e68395f5_0_95"/>
          <p:cNvSpPr txBox="1">
            <a:spLocks noGrp="1"/>
          </p:cNvSpPr>
          <p:nvPr>
            <p:ph type="title"/>
          </p:nvPr>
        </p:nvSpPr>
        <p:spPr>
          <a:xfrm>
            <a:off x="3877688" y="350799"/>
            <a:ext cx="9428100" cy="1340700"/>
          </a:xfrm>
          <a:prstGeom prst="rect">
            <a:avLst/>
          </a:prstGeom>
          <a:noFill/>
          <a:ln>
            <a:noFill/>
          </a:ln>
        </p:spPr>
        <p:txBody>
          <a:bodyPr spcFirstLastPara="1" wrap="square" lIns="184250" tIns="92100" rIns="184250" bIns="92100" anchor="ctr" anchorCtr="0">
            <a:noAutofit/>
          </a:bodyPr>
          <a:lstStyle/>
          <a:p>
            <a:pPr marL="0" lvl="0" indent="0" algn="l" rtl="0">
              <a:lnSpc>
                <a:spcPct val="90000"/>
              </a:lnSpc>
              <a:spcBef>
                <a:spcPts val="0"/>
              </a:spcBef>
              <a:spcAft>
                <a:spcPts val="0"/>
              </a:spcAft>
              <a:buClr>
                <a:srgbClr val="818990"/>
              </a:buClr>
              <a:buSzPts val="3600"/>
              <a:buNone/>
            </a:pPr>
            <a:r>
              <a:rPr lang="es-CL"/>
              <a:t>Bienvenida</a:t>
            </a:r>
            <a:endParaRPr/>
          </a:p>
        </p:txBody>
      </p:sp>
      <p:sp>
        <p:nvSpPr>
          <p:cNvPr id="171" name="Google Shape;171;g133e68395f5_0_95"/>
          <p:cNvSpPr txBox="1"/>
          <p:nvPr/>
        </p:nvSpPr>
        <p:spPr>
          <a:xfrm>
            <a:off x="887355" y="4043353"/>
            <a:ext cx="18839700" cy="7464000"/>
          </a:xfrm>
          <a:prstGeom prst="rect">
            <a:avLst/>
          </a:prstGeom>
          <a:noFill/>
          <a:ln>
            <a:noFill/>
          </a:ln>
        </p:spPr>
        <p:txBody>
          <a:bodyPr spcFirstLastPara="1" wrap="square" lIns="184250" tIns="92100" rIns="184250" bIns="9210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s-CL" sz="3200" b="0" i="0" u="none" strike="noStrike" cap="none">
                <a:solidFill>
                  <a:schemeClr val="lt1"/>
                </a:solidFill>
                <a:latin typeface="Arial"/>
                <a:ea typeface="Arial"/>
                <a:cs typeface="Arial"/>
                <a:sym typeface="Arial"/>
              </a:rPr>
              <a:t>-Bienvenidos a la asignatura de Problemáticas globales y prototipado ubicada en el sexto semestre de la de Ingeniería en Conectividad y Redes.</a:t>
            </a:r>
            <a:endParaRPr sz="2800"/>
          </a:p>
          <a:p>
            <a:pPr marL="0" marR="0" lvl="0" indent="0" algn="l" rtl="0">
              <a:lnSpc>
                <a:spcPct val="100000"/>
              </a:lnSpc>
              <a:spcBef>
                <a:spcPts val="600"/>
              </a:spcBef>
              <a:spcAft>
                <a:spcPts val="0"/>
              </a:spcAft>
              <a:buClr>
                <a:srgbClr val="000000"/>
              </a:buClr>
              <a:buSzPts val="3200"/>
              <a:buFont typeface="Arial"/>
              <a:buNone/>
            </a:pPr>
            <a:endParaRPr sz="3200" b="0" i="0" u="none" strike="noStrike" cap="none">
              <a:solidFill>
                <a:schemeClr val="lt1"/>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3200"/>
              <a:buFont typeface="Arial"/>
              <a:buNone/>
            </a:pPr>
            <a:r>
              <a:rPr lang="es-CL" sz="3200" b="0" i="0" u="none" strike="noStrike" cap="none">
                <a:solidFill>
                  <a:schemeClr val="lt1"/>
                </a:solidFill>
                <a:latin typeface="Arial"/>
                <a:ea typeface="Arial"/>
                <a:cs typeface="Arial"/>
                <a:sym typeface="Arial"/>
              </a:rPr>
              <a:t>-Esta asignatura aprenderás en profundidad sobre la programación en Python y Java para la confección de una solución empresarial y vinculación con el medio de prototipos IoT, respondiendo a problemáticas que actualmente experimenta la industria, ocuparas métodos de diseño, de presentación y de proyecto para la implementación de una solución real. Para esto</a:t>
            </a:r>
            <a:r>
              <a:rPr lang="es-CL" sz="3200">
                <a:solidFill>
                  <a:schemeClr val="lt1"/>
                </a:solidFill>
              </a:rPr>
              <a:t>, utilizarás herramientas de hardware basadas en Raspberry y Arduino</a:t>
            </a:r>
            <a:endParaRPr sz="3200" b="0" i="0" u="none" strike="noStrike" cap="none">
              <a:solidFill>
                <a:schemeClr val="lt1"/>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3200"/>
              <a:buFont typeface="Arial"/>
              <a:buNone/>
            </a:pPr>
            <a:r>
              <a:rPr lang="es-CL" sz="3200" b="0" i="0" u="none" strike="noStrike" cap="none">
                <a:solidFill>
                  <a:schemeClr val="lt1"/>
                </a:solidFill>
                <a:latin typeface="Arial"/>
                <a:ea typeface="Arial"/>
                <a:cs typeface="Arial"/>
                <a:sym typeface="Arial"/>
              </a:rPr>
              <a:t> </a:t>
            </a:r>
            <a:endParaRPr sz="2800"/>
          </a:p>
          <a:p>
            <a:pPr marL="0" marR="0" lvl="0" indent="0" algn="l" rtl="0">
              <a:lnSpc>
                <a:spcPct val="100000"/>
              </a:lnSpc>
              <a:spcBef>
                <a:spcPts val="600"/>
              </a:spcBef>
              <a:spcAft>
                <a:spcPts val="0"/>
              </a:spcAft>
              <a:buClr>
                <a:srgbClr val="000000"/>
              </a:buClr>
              <a:buSzPts val="3200"/>
              <a:buFont typeface="Arial"/>
              <a:buNone/>
            </a:pPr>
            <a:r>
              <a:rPr lang="es-CL" sz="3200" b="0" i="0" u="none" strike="noStrike" cap="none">
                <a:solidFill>
                  <a:schemeClr val="lt1"/>
                </a:solidFill>
                <a:latin typeface="Arial"/>
                <a:ea typeface="Arial"/>
                <a:cs typeface="Arial"/>
                <a:sym typeface="Arial"/>
              </a:rPr>
              <a:t>-Durante el transcurso de la asignatura desarrollarás 3 experiencias, donde se realizarán variadas clases relacionadas con el desarrollo de prototipos para soluciones globales, además de configurar tecnologías IoT para ser utilizas en un entorno real.</a:t>
            </a:r>
            <a:endParaRPr sz="2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133e68395f5_0_102"/>
          <p:cNvSpPr txBox="1">
            <a:spLocks noGrp="1"/>
          </p:cNvSpPr>
          <p:nvPr>
            <p:ph type="title"/>
          </p:nvPr>
        </p:nvSpPr>
        <p:spPr>
          <a:xfrm>
            <a:off x="3877690" y="350799"/>
            <a:ext cx="8982900" cy="1340700"/>
          </a:xfrm>
          <a:prstGeom prst="rect">
            <a:avLst/>
          </a:prstGeom>
          <a:noFill/>
          <a:ln>
            <a:noFill/>
          </a:ln>
        </p:spPr>
        <p:txBody>
          <a:bodyPr spcFirstLastPara="1" wrap="square" lIns="184250" tIns="92100" rIns="184250" bIns="92100" anchor="ctr" anchorCtr="0">
            <a:noAutofit/>
          </a:bodyPr>
          <a:lstStyle/>
          <a:p>
            <a:pPr marL="0" lvl="0" indent="0" algn="l" rtl="0">
              <a:lnSpc>
                <a:spcPct val="90000"/>
              </a:lnSpc>
              <a:spcBef>
                <a:spcPts val="0"/>
              </a:spcBef>
              <a:spcAft>
                <a:spcPts val="0"/>
              </a:spcAft>
              <a:buSzPts val="3600"/>
              <a:buNone/>
            </a:pPr>
            <a:r>
              <a:rPr lang="es-CL"/>
              <a:t>Estructura Asignatura</a:t>
            </a:r>
            <a:endParaRPr/>
          </a:p>
        </p:txBody>
      </p:sp>
      <p:graphicFrame>
        <p:nvGraphicFramePr>
          <p:cNvPr id="177" name="Google Shape;177;g133e68395f5_0_102"/>
          <p:cNvGraphicFramePr/>
          <p:nvPr/>
        </p:nvGraphicFramePr>
        <p:xfrm>
          <a:off x="448926" y="4201663"/>
          <a:ext cx="19009475" cy="5298475"/>
        </p:xfrm>
        <a:graphic>
          <a:graphicData uri="http://schemas.openxmlformats.org/drawingml/2006/table">
            <a:tbl>
              <a:tblPr firstRow="1" bandRow="1">
                <a:noFill/>
                <a:tableStyleId>{A2010BCC-A991-4074-9AAB-517A403E0E78}</a:tableStyleId>
              </a:tblPr>
              <a:tblGrid>
                <a:gridCol w="5752550">
                  <a:extLst>
                    <a:ext uri="{9D8B030D-6E8A-4147-A177-3AD203B41FA5}">
                      <a16:colId xmlns:a16="http://schemas.microsoft.com/office/drawing/2014/main" val="20000"/>
                    </a:ext>
                  </a:extLst>
                </a:gridCol>
                <a:gridCol w="6178650">
                  <a:extLst>
                    <a:ext uri="{9D8B030D-6E8A-4147-A177-3AD203B41FA5}">
                      <a16:colId xmlns:a16="http://schemas.microsoft.com/office/drawing/2014/main" val="20001"/>
                    </a:ext>
                  </a:extLst>
                </a:gridCol>
                <a:gridCol w="7078275">
                  <a:extLst>
                    <a:ext uri="{9D8B030D-6E8A-4147-A177-3AD203B41FA5}">
                      <a16:colId xmlns:a16="http://schemas.microsoft.com/office/drawing/2014/main" val="20002"/>
                    </a:ext>
                  </a:extLst>
                </a:gridCol>
              </a:tblGrid>
              <a:tr h="499350">
                <a:tc>
                  <a:txBody>
                    <a:bodyPr/>
                    <a:lstStyle/>
                    <a:p>
                      <a:pPr marL="0" marR="0" lvl="0" indent="0" algn="ctr" rtl="0">
                        <a:lnSpc>
                          <a:spcPct val="100000"/>
                        </a:lnSpc>
                        <a:spcBef>
                          <a:spcPts val="0"/>
                        </a:spcBef>
                        <a:spcAft>
                          <a:spcPts val="0"/>
                        </a:spcAft>
                        <a:buNone/>
                      </a:pPr>
                      <a:r>
                        <a:rPr lang="es-CL" sz="2100" u="none" strike="noStrike" cap="none"/>
                        <a:t>Experiencia</a:t>
                      </a:r>
                      <a:endParaRPr sz="2100" b="1" i="0" u="none" strike="noStrike" cap="none">
                        <a:solidFill>
                          <a:srgbClr val="FFFFFF"/>
                        </a:solidFill>
                        <a:latin typeface="Arial"/>
                        <a:ea typeface="Arial"/>
                        <a:cs typeface="Arial"/>
                        <a:sym typeface="Arial"/>
                      </a:endParaRPr>
                    </a:p>
                  </a:txBody>
                  <a:tcPr marL="14075" marR="14075" marT="10550" marB="0" anchor="ctr"/>
                </a:tc>
                <a:tc>
                  <a:txBody>
                    <a:bodyPr/>
                    <a:lstStyle/>
                    <a:p>
                      <a:pPr marL="0" marR="0" lvl="0" indent="0" algn="ctr" rtl="0">
                        <a:lnSpc>
                          <a:spcPct val="100000"/>
                        </a:lnSpc>
                        <a:spcBef>
                          <a:spcPts val="0"/>
                        </a:spcBef>
                        <a:spcAft>
                          <a:spcPts val="0"/>
                        </a:spcAft>
                        <a:buNone/>
                      </a:pPr>
                      <a:r>
                        <a:rPr lang="es-CL" sz="2100" u="none" strike="noStrike" cap="none"/>
                        <a:t>Nombre</a:t>
                      </a:r>
                      <a:endParaRPr sz="2100" b="1" i="0" u="none" strike="noStrike" cap="none">
                        <a:solidFill>
                          <a:srgbClr val="FFFFFF"/>
                        </a:solidFill>
                        <a:latin typeface="Arial"/>
                        <a:ea typeface="Arial"/>
                        <a:cs typeface="Arial"/>
                        <a:sym typeface="Arial"/>
                      </a:endParaRPr>
                    </a:p>
                  </a:txBody>
                  <a:tcPr marL="14075" marR="14075" marT="10550" marB="0" anchor="ctr"/>
                </a:tc>
                <a:tc>
                  <a:txBody>
                    <a:bodyPr/>
                    <a:lstStyle/>
                    <a:p>
                      <a:pPr marL="0" marR="0" lvl="0" indent="0" algn="ctr" rtl="0">
                        <a:lnSpc>
                          <a:spcPct val="100000"/>
                        </a:lnSpc>
                        <a:spcBef>
                          <a:spcPts val="0"/>
                        </a:spcBef>
                        <a:spcAft>
                          <a:spcPts val="0"/>
                        </a:spcAft>
                        <a:buNone/>
                      </a:pPr>
                      <a:r>
                        <a:rPr lang="es-CL" sz="2100" u="none" strike="noStrike" cap="none"/>
                        <a:t>Competencia asociada</a:t>
                      </a:r>
                      <a:endParaRPr sz="2100" b="1" i="0" u="none" strike="noStrike" cap="none">
                        <a:solidFill>
                          <a:srgbClr val="FFFFFF"/>
                        </a:solidFill>
                        <a:latin typeface="Arial"/>
                        <a:ea typeface="Arial"/>
                        <a:cs typeface="Arial"/>
                        <a:sym typeface="Arial"/>
                      </a:endParaRPr>
                    </a:p>
                  </a:txBody>
                  <a:tcPr marL="14075" marR="14075" marT="10550" marB="0" anchor="ctr"/>
                </a:tc>
                <a:extLst>
                  <a:ext uri="{0D108BD9-81ED-4DB2-BD59-A6C34878D82A}">
                    <a16:rowId xmlns:a16="http://schemas.microsoft.com/office/drawing/2014/main" val="10000"/>
                  </a:ext>
                </a:extLst>
              </a:tr>
              <a:tr h="970925">
                <a:tc>
                  <a:txBody>
                    <a:bodyPr/>
                    <a:lstStyle/>
                    <a:p>
                      <a:pPr marL="0" marR="0" lvl="0" indent="0" algn="ctr" rtl="0">
                        <a:lnSpc>
                          <a:spcPct val="100000"/>
                        </a:lnSpc>
                        <a:spcBef>
                          <a:spcPts val="0"/>
                        </a:spcBef>
                        <a:spcAft>
                          <a:spcPts val="0"/>
                        </a:spcAft>
                        <a:buNone/>
                      </a:pPr>
                      <a:r>
                        <a:rPr lang="es-CL" sz="2100" u="none" strike="noStrike" cap="none"/>
                        <a:t>N.º 1</a:t>
                      </a:r>
                      <a:endParaRPr sz="2100" b="0" i="0" u="none" strike="noStrike" cap="none">
                        <a:solidFill>
                          <a:srgbClr val="172740"/>
                        </a:solidFill>
                        <a:latin typeface="Arial"/>
                        <a:ea typeface="Arial"/>
                        <a:cs typeface="Arial"/>
                        <a:sym typeface="Arial"/>
                      </a:endParaRPr>
                    </a:p>
                  </a:txBody>
                  <a:tcPr marL="14075" marR="14075" marT="10550" marB="0" anchor="ctr"/>
                </a:tc>
                <a:tc>
                  <a:txBody>
                    <a:bodyPr/>
                    <a:lstStyle/>
                    <a:p>
                      <a:pPr marL="0" marR="0" lvl="0" indent="0" algn="ctr" rtl="0">
                        <a:lnSpc>
                          <a:spcPct val="100000"/>
                        </a:lnSpc>
                        <a:spcBef>
                          <a:spcPts val="0"/>
                        </a:spcBef>
                        <a:spcAft>
                          <a:spcPts val="0"/>
                        </a:spcAft>
                        <a:buNone/>
                      </a:pPr>
                      <a:r>
                        <a:rPr lang="es-CL" sz="2100"/>
                        <a:t>Tecnologías emergentes y el prototipado de soluciones</a:t>
                      </a:r>
                      <a:endParaRPr sz="2100"/>
                    </a:p>
                  </a:txBody>
                  <a:tcPr marL="14075" marR="14075" marT="10550" marB="0" anchor="ctr"/>
                </a:tc>
                <a:tc rowSpan="5">
                  <a:txBody>
                    <a:bodyPr/>
                    <a:lstStyle/>
                    <a:p>
                      <a:pPr marL="0" marR="0" lvl="0" indent="0" algn="ctr" rtl="0">
                        <a:lnSpc>
                          <a:spcPct val="100000"/>
                        </a:lnSpc>
                        <a:spcBef>
                          <a:spcPts val="0"/>
                        </a:spcBef>
                        <a:spcAft>
                          <a:spcPts val="0"/>
                        </a:spcAft>
                        <a:buNone/>
                      </a:pPr>
                      <a:r>
                        <a:rPr lang="es-CL" sz="2000" u="none" strike="noStrike" cap="none"/>
                        <a:t>Identificación de un requerimiento, la fase previa antes del prototipo y cómo asegurar el valor.</a:t>
                      </a:r>
                      <a:endParaRPr sz="2000" b="0" i="0" u="none" strike="noStrike" cap="none">
                        <a:solidFill>
                          <a:srgbClr val="172740"/>
                        </a:solidFill>
                        <a:latin typeface="Arial"/>
                        <a:ea typeface="Arial"/>
                        <a:cs typeface="Arial"/>
                        <a:sym typeface="Arial"/>
                      </a:endParaRPr>
                    </a:p>
                  </a:txBody>
                  <a:tcPr marL="14075" marR="14075" marT="10550" marB="0" anchor="ctr"/>
                </a:tc>
                <a:extLst>
                  <a:ext uri="{0D108BD9-81ED-4DB2-BD59-A6C34878D82A}">
                    <a16:rowId xmlns:a16="http://schemas.microsoft.com/office/drawing/2014/main" val="10001"/>
                  </a:ext>
                </a:extLst>
              </a:tr>
              <a:tr h="957050">
                <a:tc>
                  <a:txBody>
                    <a:bodyPr/>
                    <a:lstStyle/>
                    <a:p>
                      <a:pPr marL="0" marR="0" lvl="0" indent="0" algn="ctr" rtl="0">
                        <a:lnSpc>
                          <a:spcPct val="100000"/>
                        </a:lnSpc>
                        <a:spcBef>
                          <a:spcPts val="0"/>
                        </a:spcBef>
                        <a:spcAft>
                          <a:spcPts val="0"/>
                        </a:spcAft>
                        <a:buNone/>
                      </a:pPr>
                      <a:r>
                        <a:rPr lang="es-CL" sz="2100" u="none" strike="noStrike" cap="none"/>
                        <a:t>N.º 2</a:t>
                      </a:r>
                      <a:endParaRPr sz="2100" b="0" i="0" u="none" strike="noStrike" cap="none">
                        <a:solidFill>
                          <a:srgbClr val="172740"/>
                        </a:solidFill>
                        <a:latin typeface="Arial"/>
                        <a:ea typeface="Arial"/>
                        <a:cs typeface="Arial"/>
                        <a:sym typeface="Arial"/>
                      </a:endParaRPr>
                    </a:p>
                  </a:txBody>
                  <a:tcPr marL="14075" marR="14075" marT="10550" marB="0" anchor="ctr"/>
                </a:tc>
                <a:tc>
                  <a:txBody>
                    <a:bodyPr/>
                    <a:lstStyle/>
                    <a:p>
                      <a:pPr marL="0" marR="0" lvl="0" indent="0" algn="ctr" rtl="0">
                        <a:lnSpc>
                          <a:spcPct val="100000"/>
                        </a:lnSpc>
                        <a:spcBef>
                          <a:spcPts val="0"/>
                        </a:spcBef>
                        <a:spcAft>
                          <a:spcPts val="0"/>
                        </a:spcAft>
                        <a:buNone/>
                      </a:pPr>
                      <a:r>
                        <a:rPr lang="es-CL" sz="2100"/>
                        <a:t>Programando dispositivos para el IoT: Python Raspberry</a:t>
                      </a:r>
                      <a:endParaRPr sz="2100" b="0" i="0" u="none" strike="noStrike" cap="none">
                        <a:solidFill>
                          <a:srgbClr val="172740"/>
                        </a:solidFill>
                        <a:latin typeface="Arial"/>
                        <a:ea typeface="Arial"/>
                        <a:cs typeface="Arial"/>
                        <a:sym typeface="Arial"/>
                      </a:endParaRPr>
                    </a:p>
                  </a:txBody>
                  <a:tcPr marL="14075" marR="14075" marT="10550" marB="0" anchor="ctr"/>
                </a:tc>
                <a:tc vMerge="1">
                  <a:txBody>
                    <a:bodyPr/>
                    <a:lstStyle/>
                    <a:p>
                      <a:endParaRPr lang="es-CL"/>
                    </a:p>
                  </a:txBody>
                  <a:tcPr/>
                </a:tc>
                <a:extLst>
                  <a:ext uri="{0D108BD9-81ED-4DB2-BD59-A6C34878D82A}">
                    <a16:rowId xmlns:a16="http://schemas.microsoft.com/office/drawing/2014/main" val="10002"/>
                  </a:ext>
                </a:extLst>
              </a:tr>
              <a:tr h="957050">
                <a:tc>
                  <a:txBody>
                    <a:bodyPr/>
                    <a:lstStyle/>
                    <a:p>
                      <a:pPr marL="0" marR="0" lvl="0" indent="0" algn="ctr" rtl="0">
                        <a:lnSpc>
                          <a:spcPct val="100000"/>
                        </a:lnSpc>
                        <a:spcBef>
                          <a:spcPts val="0"/>
                        </a:spcBef>
                        <a:spcAft>
                          <a:spcPts val="0"/>
                        </a:spcAft>
                        <a:buClr>
                          <a:srgbClr val="000000"/>
                        </a:buClr>
                        <a:buSzPts val="2100"/>
                        <a:buFont typeface="Arial"/>
                        <a:buNone/>
                      </a:pPr>
                      <a:r>
                        <a:rPr lang="es-CL" sz="2100" u="none" strike="noStrike" cap="none"/>
                        <a:t>N.º 3</a:t>
                      </a:r>
                      <a:endParaRPr sz="2100" b="0" i="0" u="none" strike="noStrike" cap="none">
                        <a:solidFill>
                          <a:srgbClr val="172740"/>
                        </a:solidFill>
                        <a:latin typeface="Arial"/>
                        <a:ea typeface="Arial"/>
                        <a:cs typeface="Arial"/>
                        <a:sym typeface="Arial"/>
                      </a:endParaRPr>
                    </a:p>
                    <a:p>
                      <a:pPr marL="0" marR="0" lvl="0" indent="0" algn="ctr" rtl="0">
                        <a:lnSpc>
                          <a:spcPct val="100000"/>
                        </a:lnSpc>
                        <a:spcBef>
                          <a:spcPts val="0"/>
                        </a:spcBef>
                        <a:spcAft>
                          <a:spcPts val="0"/>
                        </a:spcAft>
                        <a:buNone/>
                      </a:pPr>
                      <a:endParaRPr sz="2100" b="0" i="0" u="none" strike="noStrike" cap="none">
                        <a:solidFill>
                          <a:srgbClr val="172740"/>
                        </a:solidFill>
                        <a:latin typeface="Arial"/>
                        <a:ea typeface="Arial"/>
                        <a:cs typeface="Arial"/>
                        <a:sym typeface="Arial"/>
                      </a:endParaRPr>
                    </a:p>
                  </a:txBody>
                  <a:tcPr marL="14075" marR="14075" marT="10550" marB="0" anchor="ctr"/>
                </a:tc>
                <a:tc>
                  <a:txBody>
                    <a:bodyPr/>
                    <a:lstStyle/>
                    <a:p>
                      <a:pPr marL="0" marR="0" lvl="0" indent="0" algn="ctr" rtl="0">
                        <a:lnSpc>
                          <a:spcPct val="100000"/>
                        </a:lnSpc>
                        <a:spcBef>
                          <a:spcPts val="0"/>
                        </a:spcBef>
                        <a:spcAft>
                          <a:spcPts val="0"/>
                        </a:spcAft>
                        <a:buNone/>
                      </a:pPr>
                      <a:r>
                        <a:rPr lang="es-CL" sz="2100">
                          <a:solidFill>
                            <a:srgbClr val="172740"/>
                          </a:solidFill>
                        </a:rPr>
                        <a:t>Programando dispositivos para el IoT: Arduino</a:t>
                      </a:r>
                      <a:endParaRPr sz="2300"/>
                    </a:p>
                  </a:txBody>
                  <a:tcPr marL="14075" marR="14075" marT="10550" marB="0" anchor="ctr"/>
                </a:tc>
                <a:tc vMerge="1">
                  <a:txBody>
                    <a:bodyPr/>
                    <a:lstStyle/>
                    <a:p>
                      <a:endParaRPr lang="es-CL"/>
                    </a:p>
                  </a:txBody>
                  <a:tcPr/>
                </a:tc>
                <a:extLst>
                  <a:ext uri="{0D108BD9-81ED-4DB2-BD59-A6C34878D82A}">
                    <a16:rowId xmlns:a16="http://schemas.microsoft.com/office/drawing/2014/main" val="10003"/>
                  </a:ext>
                </a:extLst>
              </a:tr>
              <a:tr h="957050">
                <a:tc>
                  <a:txBody>
                    <a:bodyPr/>
                    <a:lstStyle/>
                    <a:p>
                      <a:pPr marL="0" marR="0" lvl="0" indent="0" algn="ctr" rtl="0">
                        <a:lnSpc>
                          <a:spcPct val="100000"/>
                        </a:lnSpc>
                        <a:spcBef>
                          <a:spcPts val="0"/>
                        </a:spcBef>
                        <a:spcAft>
                          <a:spcPts val="0"/>
                        </a:spcAft>
                        <a:buClr>
                          <a:srgbClr val="000000"/>
                        </a:buClr>
                        <a:buSzPts val="2100"/>
                        <a:buFont typeface="Arial"/>
                        <a:buNone/>
                      </a:pPr>
                      <a:r>
                        <a:rPr lang="es-CL" sz="2100" u="none" strike="noStrike" cap="none"/>
                        <a:t>N.º 4</a:t>
                      </a:r>
                      <a:endParaRPr sz="2100" b="0" i="0" u="none" strike="noStrike" cap="none">
                        <a:solidFill>
                          <a:srgbClr val="172740"/>
                        </a:solidFill>
                        <a:latin typeface="Arial"/>
                        <a:ea typeface="Arial"/>
                        <a:cs typeface="Arial"/>
                        <a:sym typeface="Arial"/>
                      </a:endParaRPr>
                    </a:p>
                    <a:p>
                      <a:pPr marL="0" marR="0" lvl="0" indent="0" algn="ctr" rtl="0">
                        <a:lnSpc>
                          <a:spcPct val="100000"/>
                        </a:lnSpc>
                        <a:spcBef>
                          <a:spcPts val="0"/>
                        </a:spcBef>
                        <a:spcAft>
                          <a:spcPts val="0"/>
                        </a:spcAft>
                        <a:buNone/>
                      </a:pPr>
                      <a:endParaRPr sz="2100" b="0" i="0" u="none" strike="noStrike" cap="none">
                        <a:solidFill>
                          <a:srgbClr val="172740"/>
                        </a:solidFill>
                        <a:latin typeface="Arial"/>
                        <a:ea typeface="Arial"/>
                        <a:cs typeface="Arial"/>
                        <a:sym typeface="Arial"/>
                      </a:endParaRPr>
                    </a:p>
                  </a:txBody>
                  <a:tcPr marL="14075" marR="14075" marT="10550" marB="0" anchor="ctr"/>
                </a:tc>
                <a:tc>
                  <a:txBody>
                    <a:bodyPr/>
                    <a:lstStyle/>
                    <a:p>
                      <a:pPr marL="0" marR="0" lvl="0" indent="0" algn="ctr" rtl="0">
                        <a:lnSpc>
                          <a:spcPct val="100000"/>
                        </a:lnSpc>
                        <a:spcBef>
                          <a:spcPts val="0"/>
                        </a:spcBef>
                        <a:spcAft>
                          <a:spcPts val="0"/>
                        </a:spcAft>
                        <a:buNone/>
                      </a:pPr>
                      <a:r>
                        <a:rPr lang="es-CL" sz="2100">
                          <a:solidFill>
                            <a:srgbClr val="172740"/>
                          </a:solidFill>
                        </a:rPr>
                        <a:t>Herramientas para la creación de un modelo explicativo del prototipo</a:t>
                      </a:r>
                      <a:endParaRPr sz="2100" b="0" i="0" u="none" strike="noStrike" cap="none">
                        <a:solidFill>
                          <a:srgbClr val="172740"/>
                        </a:solidFill>
                        <a:latin typeface="Arial"/>
                        <a:ea typeface="Arial"/>
                        <a:cs typeface="Arial"/>
                        <a:sym typeface="Arial"/>
                      </a:endParaRPr>
                    </a:p>
                  </a:txBody>
                  <a:tcPr marL="14075" marR="14075" marT="10550" marB="0" anchor="ctr"/>
                </a:tc>
                <a:tc vMerge="1">
                  <a:txBody>
                    <a:bodyPr/>
                    <a:lstStyle/>
                    <a:p>
                      <a:endParaRPr lang="es-CL"/>
                    </a:p>
                  </a:txBody>
                  <a:tcPr/>
                </a:tc>
                <a:extLst>
                  <a:ext uri="{0D108BD9-81ED-4DB2-BD59-A6C34878D82A}">
                    <a16:rowId xmlns:a16="http://schemas.microsoft.com/office/drawing/2014/main" val="10004"/>
                  </a:ext>
                </a:extLst>
              </a:tr>
              <a:tr h="957050">
                <a:tc>
                  <a:txBody>
                    <a:bodyPr/>
                    <a:lstStyle/>
                    <a:p>
                      <a:pPr marL="0" marR="0" lvl="0" indent="0" algn="ctr" rtl="0">
                        <a:lnSpc>
                          <a:spcPct val="100000"/>
                        </a:lnSpc>
                        <a:spcBef>
                          <a:spcPts val="0"/>
                        </a:spcBef>
                        <a:spcAft>
                          <a:spcPts val="0"/>
                        </a:spcAft>
                        <a:buNone/>
                      </a:pPr>
                      <a:r>
                        <a:rPr lang="es-CL" sz="2100" u="none" strike="noStrike" cap="none"/>
                        <a:t>N.º 5</a:t>
                      </a:r>
                      <a:endParaRPr sz="2100" b="0" i="0" u="none" strike="noStrike" cap="none">
                        <a:solidFill>
                          <a:srgbClr val="172740"/>
                        </a:solidFill>
                        <a:latin typeface="Arial"/>
                        <a:ea typeface="Arial"/>
                        <a:cs typeface="Arial"/>
                        <a:sym typeface="Arial"/>
                      </a:endParaRPr>
                    </a:p>
                  </a:txBody>
                  <a:tcPr marL="14075" marR="14075" marT="10550" marB="0" anchor="ctr"/>
                </a:tc>
                <a:tc>
                  <a:txBody>
                    <a:bodyPr/>
                    <a:lstStyle/>
                    <a:p>
                      <a:pPr marL="0" marR="0" lvl="0" indent="0" algn="ctr" rtl="0">
                        <a:lnSpc>
                          <a:spcPct val="100000"/>
                        </a:lnSpc>
                        <a:spcBef>
                          <a:spcPts val="0"/>
                        </a:spcBef>
                        <a:spcAft>
                          <a:spcPts val="0"/>
                        </a:spcAft>
                        <a:buNone/>
                      </a:pPr>
                      <a:r>
                        <a:rPr lang="es-CL" sz="2100" u="none" strike="noStrike" cap="none"/>
                        <a:t>Organizando mi equipo de trabajo mediante el uso de metodologías emergentes</a:t>
                      </a:r>
                      <a:endParaRPr sz="2100" b="0" i="0" u="none" strike="noStrike" cap="none">
                        <a:solidFill>
                          <a:srgbClr val="172740"/>
                        </a:solidFill>
                        <a:latin typeface="Arial"/>
                        <a:ea typeface="Arial"/>
                        <a:cs typeface="Arial"/>
                        <a:sym typeface="Arial"/>
                      </a:endParaRPr>
                    </a:p>
                  </a:txBody>
                  <a:tcPr marL="14075" marR="14075" marT="10550" marB="0" anchor="ctr"/>
                </a:tc>
                <a:tc vMerge="1">
                  <a:txBody>
                    <a:bodyPr/>
                    <a:lstStyle/>
                    <a:p>
                      <a:endParaRPr lang="es-CL"/>
                    </a:p>
                  </a:txBody>
                  <a:tcPr/>
                </a:tc>
                <a:extLst>
                  <a:ext uri="{0D108BD9-81ED-4DB2-BD59-A6C34878D82A}">
                    <a16:rowId xmlns:a16="http://schemas.microsoft.com/office/drawing/2014/main" val="10005"/>
                  </a:ext>
                </a:extLst>
              </a:tr>
            </a:tbl>
          </a:graphicData>
        </a:graphic>
      </p:graphicFrame>
      <p:sp>
        <p:nvSpPr>
          <p:cNvPr id="178" name="Google Shape;178;g133e68395f5_0_102"/>
          <p:cNvSpPr txBox="1"/>
          <p:nvPr/>
        </p:nvSpPr>
        <p:spPr>
          <a:xfrm>
            <a:off x="877075" y="2009559"/>
            <a:ext cx="18839700" cy="1841700"/>
          </a:xfrm>
          <a:prstGeom prst="rect">
            <a:avLst/>
          </a:prstGeom>
          <a:noFill/>
          <a:ln>
            <a:noFill/>
          </a:ln>
        </p:spPr>
        <p:txBody>
          <a:bodyPr spcFirstLastPara="1" wrap="square" lIns="184250" tIns="92100" rIns="184250" bIns="92100" anchor="t" anchorCtr="0">
            <a:noAutofit/>
          </a:bodyPr>
          <a:lstStyle/>
          <a:p>
            <a:pPr marL="0" marR="0" lvl="0" indent="0" algn="just" rtl="0">
              <a:lnSpc>
                <a:spcPct val="100000"/>
              </a:lnSpc>
              <a:spcBef>
                <a:spcPts val="0"/>
              </a:spcBef>
              <a:spcAft>
                <a:spcPts val="0"/>
              </a:spcAft>
              <a:buClr>
                <a:srgbClr val="000000"/>
              </a:buClr>
              <a:buSzPts val="4000"/>
              <a:buFont typeface="Arial"/>
              <a:buNone/>
            </a:pPr>
            <a:r>
              <a:rPr lang="es-CL" sz="4000" b="0" i="0" u="none" strike="noStrike" cap="none">
                <a:solidFill>
                  <a:srgbClr val="818990"/>
                </a:solidFill>
                <a:latin typeface="Calibri"/>
                <a:ea typeface="Calibri"/>
                <a:cs typeface="Calibri"/>
                <a:sym typeface="Calibri"/>
              </a:rPr>
              <a:t>	</a:t>
            </a:r>
            <a:r>
              <a:rPr lang="es-CL" sz="3600" b="0" i="0" u="none" strike="noStrike" cap="none">
                <a:solidFill>
                  <a:srgbClr val="818990"/>
                </a:solidFill>
                <a:latin typeface="Calibri"/>
                <a:ea typeface="Calibri"/>
                <a:cs typeface="Calibri"/>
                <a:sym typeface="Calibri"/>
              </a:rPr>
              <a:t>A continuación se dará a conocer la estructura que tendrá la asignatura de Problemáticas globales y prototipado.</a:t>
            </a:r>
            <a:endParaRPr sz="2800"/>
          </a:p>
          <a:p>
            <a:pPr marL="0" marR="0" lvl="0" indent="0" algn="just" rtl="0">
              <a:lnSpc>
                <a:spcPct val="100000"/>
              </a:lnSpc>
              <a:spcBef>
                <a:spcPts val="800"/>
              </a:spcBef>
              <a:spcAft>
                <a:spcPts val="0"/>
              </a:spcAft>
              <a:buClr>
                <a:srgbClr val="000000"/>
              </a:buClr>
              <a:buSzPts val="4000"/>
              <a:buFont typeface="Arial"/>
              <a:buNone/>
            </a:pPr>
            <a:endParaRPr sz="4000" b="0" i="0" u="none" strike="noStrike" cap="none">
              <a:solidFill>
                <a:srgbClr val="818990"/>
              </a:solidFill>
              <a:latin typeface="Calibri"/>
              <a:ea typeface="Calibri"/>
              <a:cs typeface="Calibri"/>
              <a:sym typeface="Calibri"/>
            </a:endParaRPr>
          </a:p>
          <a:p>
            <a:pPr marL="0" marR="0" lvl="0" indent="0" algn="l" rtl="0">
              <a:lnSpc>
                <a:spcPct val="100000"/>
              </a:lnSpc>
              <a:spcBef>
                <a:spcPts val="700"/>
              </a:spcBef>
              <a:spcAft>
                <a:spcPts val="0"/>
              </a:spcAft>
              <a:buClr>
                <a:srgbClr val="000000"/>
              </a:buClr>
              <a:buSzPts val="3600"/>
              <a:buFont typeface="Arial"/>
              <a:buNone/>
            </a:pPr>
            <a:endParaRPr sz="3600" b="0" i="0" u="none" strike="noStrike" cap="non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133e68395f5_0_108"/>
          <p:cNvSpPr txBox="1">
            <a:spLocks noGrp="1"/>
          </p:cNvSpPr>
          <p:nvPr>
            <p:ph type="title"/>
          </p:nvPr>
        </p:nvSpPr>
        <p:spPr>
          <a:xfrm>
            <a:off x="6921667" y="7285303"/>
            <a:ext cx="13182300" cy="4020600"/>
          </a:xfrm>
          <a:prstGeom prst="rect">
            <a:avLst/>
          </a:prstGeom>
          <a:solidFill>
            <a:srgbClr val="DE3075">
              <a:alpha val="63919"/>
            </a:srgbClr>
          </a:solidFill>
          <a:ln>
            <a:noFill/>
          </a:ln>
        </p:spPr>
        <p:txBody>
          <a:bodyPr spcFirstLastPara="1" wrap="square" lIns="184250" tIns="92100" rIns="184250" bIns="92100" anchor="t" anchorCtr="0">
            <a:noAutofit/>
          </a:bodyPr>
          <a:lstStyle/>
          <a:p>
            <a:pPr marL="0" lvl="0" indent="0" algn="ctr" rtl="0">
              <a:lnSpc>
                <a:spcPct val="100000"/>
              </a:lnSpc>
              <a:spcBef>
                <a:spcPts val="0"/>
              </a:spcBef>
              <a:spcAft>
                <a:spcPts val="0"/>
              </a:spcAft>
              <a:buClr>
                <a:srgbClr val="000000"/>
              </a:buClr>
              <a:buFont typeface="Arial"/>
              <a:buNone/>
            </a:pPr>
            <a:r>
              <a:rPr lang="es-CL" sz="7100" b="1">
                <a:solidFill>
                  <a:schemeClr val="lt1"/>
                </a:solidFill>
                <a:latin typeface="Arial"/>
                <a:ea typeface="Arial"/>
                <a:cs typeface="Arial"/>
                <a:sym typeface="Arial"/>
              </a:rPr>
              <a:t>1.1.1 Tecnologías emergentes y el prototipado de soluciones</a:t>
            </a:r>
            <a:endParaRPr sz="7100" b="1">
              <a:solidFill>
                <a:schemeClr val="lt1"/>
              </a:solidFill>
              <a:latin typeface="Arial"/>
              <a:ea typeface="Arial"/>
              <a:cs typeface="Arial"/>
              <a:sym typeface="Arial"/>
            </a:endParaRPr>
          </a:p>
          <a:p>
            <a:pPr marL="0" lvl="0" indent="0" algn="ctr" rtl="0">
              <a:lnSpc>
                <a:spcPct val="90000"/>
              </a:lnSpc>
              <a:spcBef>
                <a:spcPts val="0"/>
              </a:spcBef>
              <a:spcAft>
                <a:spcPts val="0"/>
              </a:spcAft>
              <a:buSzPts val="6000"/>
              <a:buNone/>
            </a:pPr>
            <a:endParaRPr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
          <p:cNvSpPr txBox="1">
            <a:spLocks noGrp="1"/>
          </p:cNvSpPr>
          <p:nvPr>
            <p:ph type="body" idx="1"/>
          </p:nvPr>
        </p:nvSpPr>
        <p:spPr>
          <a:xfrm>
            <a:off x="2432050" y="4968875"/>
            <a:ext cx="3005299" cy="553998"/>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s-CL"/>
              <a:t>BigData</a:t>
            </a:r>
            <a:endParaRPr/>
          </a:p>
        </p:txBody>
      </p:sp>
      <p:sp>
        <p:nvSpPr>
          <p:cNvPr id="189" name="Google Shape;189;p2"/>
          <p:cNvSpPr txBox="1">
            <a:spLocks noGrp="1"/>
          </p:cNvSpPr>
          <p:nvPr>
            <p:ph type="body" idx="2"/>
          </p:nvPr>
        </p:nvSpPr>
        <p:spPr>
          <a:xfrm>
            <a:off x="2432050" y="2200396"/>
            <a:ext cx="2955300" cy="2308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s-CL"/>
              <a:t>B.</a:t>
            </a:r>
            <a:endParaRPr/>
          </a:p>
        </p:txBody>
      </p:sp>
      <p:sp>
        <p:nvSpPr>
          <p:cNvPr id="190" name="Google Shape;190;p2"/>
          <p:cNvSpPr txBox="1">
            <a:spLocks noGrp="1"/>
          </p:cNvSpPr>
          <p:nvPr>
            <p:ph type="body" idx="4"/>
          </p:nvPr>
        </p:nvSpPr>
        <p:spPr>
          <a:xfrm>
            <a:off x="6569873" y="4968875"/>
            <a:ext cx="3005400" cy="11082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s-CL"/>
              <a:t>Machine Learning</a:t>
            </a:r>
            <a:endParaRPr/>
          </a:p>
        </p:txBody>
      </p:sp>
      <p:sp>
        <p:nvSpPr>
          <p:cNvPr id="191" name="Google Shape;191;p2"/>
          <p:cNvSpPr txBox="1">
            <a:spLocks noGrp="1"/>
          </p:cNvSpPr>
          <p:nvPr>
            <p:ph type="body" idx="5"/>
          </p:nvPr>
        </p:nvSpPr>
        <p:spPr>
          <a:xfrm>
            <a:off x="6569873" y="2200396"/>
            <a:ext cx="2955300" cy="2308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s-CL"/>
              <a:t>M.</a:t>
            </a:r>
            <a:endParaRPr/>
          </a:p>
        </p:txBody>
      </p:sp>
      <p:sp>
        <p:nvSpPr>
          <p:cNvPr id="192" name="Google Shape;192;p2"/>
          <p:cNvSpPr txBox="1">
            <a:spLocks noGrp="1"/>
          </p:cNvSpPr>
          <p:nvPr>
            <p:ph type="body" idx="7"/>
          </p:nvPr>
        </p:nvSpPr>
        <p:spPr>
          <a:xfrm>
            <a:off x="10642730" y="4968875"/>
            <a:ext cx="3005299" cy="553998"/>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s-CL"/>
              <a:t>IoT</a:t>
            </a:r>
            <a:endParaRPr/>
          </a:p>
        </p:txBody>
      </p:sp>
      <p:sp>
        <p:nvSpPr>
          <p:cNvPr id="193" name="Google Shape;193;p2"/>
          <p:cNvSpPr txBox="1">
            <a:spLocks noGrp="1"/>
          </p:cNvSpPr>
          <p:nvPr>
            <p:ph type="body" idx="8"/>
          </p:nvPr>
        </p:nvSpPr>
        <p:spPr>
          <a:xfrm>
            <a:off x="10642730" y="2200396"/>
            <a:ext cx="2955300" cy="2308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s-CL"/>
              <a:t>I.</a:t>
            </a:r>
            <a:endParaRPr/>
          </a:p>
        </p:txBody>
      </p:sp>
      <p:sp>
        <p:nvSpPr>
          <p:cNvPr id="194" name="Google Shape;194;p2"/>
          <p:cNvSpPr txBox="1">
            <a:spLocks noGrp="1"/>
          </p:cNvSpPr>
          <p:nvPr>
            <p:ph type="body" idx="13"/>
          </p:nvPr>
        </p:nvSpPr>
        <p:spPr>
          <a:xfrm>
            <a:off x="14844104" y="4968875"/>
            <a:ext cx="3005299" cy="553998"/>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s-CL"/>
              <a:t>Cloud</a:t>
            </a:r>
            <a:endParaRPr/>
          </a:p>
        </p:txBody>
      </p:sp>
      <p:sp>
        <p:nvSpPr>
          <p:cNvPr id="195" name="Google Shape;195;p2"/>
          <p:cNvSpPr txBox="1">
            <a:spLocks noGrp="1"/>
          </p:cNvSpPr>
          <p:nvPr>
            <p:ph type="body" idx="14"/>
          </p:nvPr>
        </p:nvSpPr>
        <p:spPr>
          <a:xfrm>
            <a:off x="14844104" y="2200396"/>
            <a:ext cx="2955300" cy="2308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s-CL"/>
              <a:t>C.</a:t>
            </a:r>
            <a:endParaRPr/>
          </a:p>
        </p:txBody>
      </p:sp>
      <p:sp>
        <p:nvSpPr>
          <p:cNvPr id="196" name="Google Shape;196;p2"/>
          <p:cNvSpPr txBox="1"/>
          <p:nvPr/>
        </p:nvSpPr>
        <p:spPr>
          <a:xfrm>
            <a:off x="3177425" y="256250"/>
            <a:ext cx="15039900" cy="120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L" sz="3300">
                <a:latin typeface="Calibri"/>
                <a:ea typeface="Calibri"/>
                <a:cs typeface="Calibri"/>
                <a:sym typeface="Calibri"/>
              </a:rPr>
              <a:t>Tecnologías emergentes para el desarrollo de soluciones tecnológicas:</a:t>
            </a:r>
            <a:endParaRPr sz="3300">
              <a:latin typeface="Calibri"/>
              <a:ea typeface="Calibri"/>
              <a:cs typeface="Calibri"/>
              <a:sym typeface="Calibri"/>
            </a:endParaRPr>
          </a:p>
          <a:p>
            <a:pPr marL="0" lvl="0" indent="0" algn="l" rtl="0">
              <a:spcBef>
                <a:spcPts val="0"/>
              </a:spcBef>
              <a:spcAft>
                <a:spcPts val="0"/>
              </a:spcAft>
              <a:buNone/>
            </a:pPr>
            <a:r>
              <a:rPr lang="es-CL" sz="3300">
                <a:latin typeface="Calibri"/>
                <a:ea typeface="Calibri"/>
                <a:cs typeface="Calibri"/>
                <a:sym typeface="Calibri"/>
              </a:rPr>
              <a:t>Cuánto conoces de?</a:t>
            </a:r>
            <a:endParaRPr sz="33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g133e68395f5_0_312"/>
          <p:cNvSpPr txBox="1">
            <a:spLocks noGrp="1"/>
          </p:cNvSpPr>
          <p:nvPr>
            <p:ph type="title"/>
          </p:nvPr>
        </p:nvSpPr>
        <p:spPr>
          <a:xfrm>
            <a:off x="3877688" y="350799"/>
            <a:ext cx="9428100" cy="1340700"/>
          </a:xfrm>
          <a:prstGeom prst="rect">
            <a:avLst/>
          </a:prstGeom>
          <a:noFill/>
          <a:ln>
            <a:noFill/>
          </a:ln>
        </p:spPr>
        <p:txBody>
          <a:bodyPr spcFirstLastPara="1" wrap="square" lIns="184250" tIns="92100" rIns="184250" bIns="92100" anchor="ctr" anchorCtr="0">
            <a:noAutofit/>
          </a:bodyPr>
          <a:lstStyle/>
          <a:p>
            <a:pPr marL="0" lvl="0" indent="0" algn="ctr" rtl="0">
              <a:lnSpc>
                <a:spcPct val="90000"/>
              </a:lnSpc>
              <a:spcBef>
                <a:spcPts val="0"/>
              </a:spcBef>
              <a:spcAft>
                <a:spcPts val="0"/>
              </a:spcAft>
              <a:buSzPts val="3600"/>
              <a:buNone/>
            </a:pPr>
            <a:r>
              <a:rPr lang="es-CL"/>
              <a:t>Tecnologías IoT</a:t>
            </a:r>
            <a:endParaRPr/>
          </a:p>
        </p:txBody>
      </p:sp>
      <p:sp>
        <p:nvSpPr>
          <p:cNvPr id="202" name="Google Shape;202;g133e68395f5_0_312"/>
          <p:cNvSpPr txBox="1">
            <a:spLocks noGrp="1"/>
          </p:cNvSpPr>
          <p:nvPr>
            <p:ph type="body" idx="1"/>
          </p:nvPr>
        </p:nvSpPr>
        <p:spPr>
          <a:xfrm>
            <a:off x="646721" y="2009562"/>
            <a:ext cx="18810600" cy="8472600"/>
          </a:xfrm>
          <a:prstGeom prst="rect">
            <a:avLst/>
          </a:prstGeom>
          <a:noFill/>
          <a:ln>
            <a:noFill/>
          </a:ln>
        </p:spPr>
        <p:txBody>
          <a:bodyPr spcFirstLastPara="1" wrap="square" lIns="184250" tIns="92100" rIns="184250" bIns="92100" anchor="t" anchorCtr="0">
            <a:noAutofit/>
          </a:bodyPr>
          <a:lstStyle/>
          <a:p>
            <a:pPr marL="927100" marR="0" lvl="0" indent="-469900" algn="l" rtl="0">
              <a:lnSpc>
                <a:spcPct val="90000"/>
              </a:lnSpc>
              <a:spcBef>
                <a:spcPts val="2000"/>
              </a:spcBef>
              <a:spcAft>
                <a:spcPts val="0"/>
              </a:spcAft>
              <a:buClr>
                <a:srgbClr val="DE3075"/>
              </a:buClr>
              <a:buSzPts val="5600"/>
              <a:buFont typeface="Franklin Gothic"/>
              <a:buNone/>
            </a:pPr>
            <a:endParaRPr dirty="0">
              <a:latin typeface="Calibri"/>
              <a:ea typeface="Calibri"/>
              <a:cs typeface="Calibri"/>
              <a:sym typeface="Calibri"/>
            </a:endParaRPr>
          </a:p>
          <a:p>
            <a:pPr marL="5524500" lvl="5" indent="-457200" algn="l" rtl="0">
              <a:lnSpc>
                <a:spcPct val="90000"/>
              </a:lnSpc>
              <a:spcBef>
                <a:spcPts val="1000"/>
              </a:spcBef>
              <a:spcAft>
                <a:spcPts val="0"/>
              </a:spcAft>
              <a:buSzPts val="2400"/>
              <a:buNone/>
            </a:pPr>
            <a:endParaRPr dirty="0">
              <a:latin typeface="Calibri"/>
              <a:ea typeface="Calibri"/>
              <a:cs typeface="Calibri"/>
              <a:sym typeface="Calibri"/>
            </a:endParaRPr>
          </a:p>
        </p:txBody>
      </p:sp>
      <p:sp>
        <p:nvSpPr>
          <p:cNvPr id="203" name="Google Shape;203;g133e68395f5_0_312"/>
          <p:cNvSpPr txBox="1"/>
          <p:nvPr/>
        </p:nvSpPr>
        <p:spPr>
          <a:xfrm>
            <a:off x="3877688" y="10799517"/>
            <a:ext cx="11426700" cy="318000"/>
          </a:xfrm>
          <a:prstGeom prst="rect">
            <a:avLst/>
          </a:prstGeom>
          <a:noFill/>
          <a:ln>
            <a:noFill/>
          </a:ln>
        </p:spPr>
        <p:txBody>
          <a:bodyPr spcFirstLastPara="1" wrap="square" lIns="184250" tIns="92100" rIns="184250" bIns="92100" anchor="t" anchorCtr="0">
            <a:noAutofit/>
          </a:bodyPr>
          <a:lstStyle/>
          <a:p>
            <a:pPr marL="0" marR="0" lvl="0" indent="0" algn="ctr" rtl="0">
              <a:lnSpc>
                <a:spcPct val="100000"/>
              </a:lnSpc>
              <a:spcBef>
                <a:spcPts val="0"/>
              </a:spcBef>
              <a:spcAft>
                <a:spcPts val="0"/>
              </a:spcAft>
              <a:buNone/>
            </a:pPr>
            <a:r>
              <a:rPr lang="es-CL" sz="2400" b="1" i="0" u="none" strike="noStrike" cap="none">
                <a:solidFill>
                  <a:schemeClr val="dk2"/>
                </a:solidFill>
                <a:latin typeface="Arial"/>
                <a:ea typeface="Arial"/>
                <a:cs typeface="Arial"/>
                <a:sym typeface="Arial"/>
              </a:rPr>
              <a:t>Figura 1. </a:t>
            </a:r>
            <a:r>
              <a:rPr lang="es-CL" sz="2400" b="0" i="0" u="none" strike="noStrike" cap="none">
                <a:solidFill>
                  <a:schemeClr val="dk2"/>
                </a:solidFill>
                <a:latin typeface="Arial"/>
                <a:ea typeface="Arial"/>
                <a:cs typeface="Arial"/>
                <a:sym typeface="Arial"/>
              </a:rPr>
              <a:t>Cuidad inteligente.</a:t>
            </a:r>
            <a:endParaRPr sz="2400" b="1" i="0" u="none" strike="noStrike" cap="none">
              <a:solidFill>
                <a:schemeClr val="dk2"/>
              </a:solidFill>
              <a:latin typeface="Arial"/>
              <a:ea typeface="Arial"/>
              <a:cs typeface="Arial"/>
              <a:sym typeface="Arial"/>
            </a:endParaRPr>
          </a:p>
        </p:txBody>
      </p:sp>
      <p:sp>
        <p:nvSpPr>
          <p:cNvPr id="204" name="Google Shape;204;g133e68395f5_0_312"/>
          <p:cNvSpPr/>
          <p:nvPr/>
        </p:nvSpPr>
        <p:spPr>
          <a:xfrm>
            <a:off x="1061050" y="2239979"/>
            <a:ext cx="16697400" cy="5836800"/>
          </a:xfrm>
          <a:prstGeom prst="rect">
            <a:avLst/>
          </a:prstGeom>
          <a:noFill/>
          <a:ln>
            <a:noFill/>
          </a:ln>
        </p:spPr>
        <p:txBody>
          <a:bodyPr spcFirstLastPara="1" wrap="square" lIns="184250" tIns="92100" rIns="184250" bIns="92100" anchor="t" anchorCtr="0">
            <a:noAutofit/>
          </a:bodyPr>
          <a:lstStyle/>
          <a:p>
            <a:pPr marL="0" marR="0" lvl="0" indent="0" algn="just" rtl="0">
              <a:lnSpc>
                <a:spcPct val="100000"/>
              </a:lnSpc>
              <a:spcBef>
                <a:spcPts val="0"/>
              </a:spcBef>
              <a:spcAft>
                <a:spcPts val="0"/>
              </a:spcAft>
              <a:buNone/>
            </a:pPr>
            <a:r>
              <a:rPr lang="es-CL" sz="2800" b="0" i="0" u="none" strike="noStrike" cap="none" dirty="0">
                <a:solidFill>
                  <a:srgbClr val="000000"/>
                </a:solidFill>
                <a:latin typeface="Arial"/>
                <a:ea typeface="Arial"/>
                <a:cs typeface="Arial"/>
                <a:sym typeface="Arial"/>
              </a:rPr>
              <a:t>Los primeros pasos en el Internet de las Cosas nos deja dos campos principales de acción. En ambos el objetivo final es que para el usuario sea transparente que su entorno esté conectado y a la vez útil y aprovechable.</a:t>
            </a:r>
            <a:endParaRPr sz="2800" dirty="0"/>
          </a:p>
          <a:p>
            <a:pPr marL="0" marR="0" lvl="0" indent="0" algn="l" rtl="0">
              <a:lnSpc>
                <a:spcPct val="100000"/>
              </a:lnSpc>
              <a:spcBef>
                <a:spcPts val="0"/>
              </a:spcBef>
              <a:spcAft>
                <a:spcPts val="0"/>
              </a:spcAft>
              <a:buNone/>
            </a:pPr>
            <a:endParaRPr sz="28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r>
              <a:rPr lang="es-CL" sz="2800" b="0" i="0" u="none" strike="noStrike" cap="none" dirty="0">
                <a:solidFill>
                  <a:srgbClr val="000000"/>
                </a:solidFill>
                <a:latin typeface="Arial"/>
                <a:ea typeface="Arial"/>
                <a:cs typeface="Arial"/>
                <a:sym typeface="Arial"/>
              </a:rPr>
              <a:t>El ejemplo más cercano del </a:t>
            </a:r>
            <a:r>
              <a:rPr lang="es-CL" sz="2800" b="0" i="0" u="none" strike="noStrike" cap="none" dirty="0" err="1">
                <a:solidFill>
                  <a:srgbClr val="000000"/>
                </a:solidFill>
                <a:latin typeface="Arial"/>
                <a:ea typeface="Arial"/>
                <a:cs typeface="Arial"/>
                <a:sym typeface="Arial"/>
              </a:rPr>
              <a:t>IoT</a:t>
            </a:r>
            <a:r>
              <a:rPr lang="es-CL" sz="2800" b="0" i="0" u="none" strike="noStrike" cap="none" dirty="0">
                <a:solidFill>
                  <a:srgbClr val="000000"/>
                </a:solidFill>
                <a:latin typeface="Arial"/>
                <a:ea typeface="Arial"/>
                <a:cs typeface="Arial"/>
                <a:sym typeface="Arial"/>
              </a:rPr>
              <a:t> está en el propio hogar, donde electrodomésticos, servicios o pequeños gadgets como las bombillas ya están conectados a Internet. El otro gran ámbito de acción del </a:t>
            </a:r>
            <a:r>
              <a:rPr lang="es-CL" sz="2800" b="0" i="0" u="none" strike="noStrike" cap="none" dirty="0" err="1">
                <a:solidFill>
                  <a:srgbClr val="000000"/>
                </a:solidFill>
                <a:latin typeface="Arial"/>
                <a:ea typeface="Arial"/>
                <a:cs typeface="Arial"/>
                <a:sym typeface="Arial"/>
              </a:rPr>
              <a:t>IoT</a:t>
            </a:r>
            <a:r>
              <a:rPr lang="es-CL" sz="2800" b="0" i="0" u="none" strike="noStrike" cap="none" dirty="0">
                <a:solidFill>
                  <a:srgbClr val="000000"/>
                </a:solidFill>
                <a:latin typeface="Arial"/>
                <a:ea typeface="Arial"/>
                <a:cs typeface="Arial"/>
                <a:sym typeface="Arial"/>
              </a:rPr>
              <a:t> es el de las ciudades avanzadas o Smart </a:t>
            </a:r>
            <a:r>
              <a:rPr lang="es-CL" sz="2800" b="0" i="0" u="none" strike="noStrike" cap="none" dirty="0" err="1">
                <a:solidFill>
                  <a:srgbClr val="000000"/>
                </a:solidFill>
                <a:latin typeface="Arial"/>
                <a:ea typeface="Arial"/>
                <a:cs typeface="Arial"/>
                <a:sym typeface="Arial"/>
              </a:rPr>
              <a:t>Cities</a:t>
            </a:r>
            <a:r>
              <a:rPr lang="es-CL" sz="2800" b="0" i="0" u="none" strike="noStrike" cap="none" dirty="0">
                <a:solidFill>
                  <a:srgbClr val="000000"/>
                </a:solidFill>
                <a:latin typeface="Arial"/>
                <a:ea typeface="Arial"/>
                <a:cs typeface="Arial"/>
                <a:sym typeface="Arial"/>
              </a:rPr>
              <a:t>.</a:t>
            </a:r>
            <a:endParaRPr sz="2800" dirty="0"/>
          </a:p>
          <a:p>
            <a:pPr marL="0" marR="0" lvl="0" indent="0" algn="l" rtl="0">
              <a:lnSpc>
                <a:spcPct val="100000"/>
              </a:lnSpc>
              <a:spcBef>
                <a:spcPts val="0"/>
              </a:spcBef>
              <a:spcAft>
                <a:spcPts val="0"/>
              </a:spcAft>
              <a:buNone/>
            </a:pPr>
            <a:endParaRPr sz="28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r>
              <a:rPr lang="es-CL" sz="2800" b="0" i="0" u="none" strike="noStrike" cap="none" dirty="0">
                <a:solidFill>
                  <a:srgbClr val="000000"/>
                </a:solidFill>
                <a:latin typeface="Arial"/>
                <a:ea typeface="Arial"/>
                <a:cs typeface="Arial"/>
                <a:sym typeface="Arial"/>
              </a:rPr>
              <a:t>En ellas el </a:t>
            </a:r>
            <a:r>
              <a:rPr lang="es-CL" sz="2800" b="1" i="0" u="none" strike="noStrike" cap="none" dirty="0">
                <a:solidFill>
                  <a:srgbClr val="000000"/>
                </a:solidFill>
                <a:latin typeface="Arial"/>
                <a:ea typeface="Arial"/>
                <a:cs typeface="Arial"/>
                <a:sym typeface="Arial"/>
              </a:rPr>
              <a:t>Internet de las Cosas</a:t>
            </a:r>
            <a:r>
              <a:rPr lang="es-CL" sz="2800" b="0" i="0" u="none" strike="noStrike" cap="none" dirty="0">
                <a:solidFill>
                  <a:srgbClr val="000000"/>
                </a:solidFill>
                <a:latin typeface="Arial"/>
                <a:ea typeface="Arial"/>
                <a:cs typeface="Arial"/>
                <a:sym typeface="Arial"/>
              </a:rPr>
              <a:t> se aprovecha para medir ciertos parámetros externos (ya sea temperatura, energía, actividad, luz, humedad, errores, etc.), de forma automática y sin la interacción del ser humano. Y que esos datos viajen a un centro de procesamiento para que se tomen las decisiones adecuadas en tiempo real. Por ejemplo, son muchas las ciudades que están implementando redes de sensores en multitud de puntos como alarmas, semáforos, alcantarillas, vehículos, alumbrado y hay mejoras interesantes que se espera conseguir, como la cuantificación de los peatones que pasan por un determinado cruce para optimizar automáticamente el tráfico en esa zona.</a:t>
            </a:r>
            <a:endParaRPr sz="2800" b="0" i="0" u="none" strike="noStrike" cap="none" dirty="0">
              <a:solidFill>
                <a:srgbClr val="000000"/>
              </a:solidFill>
              <a:latin typeface="Arial"/>
              <a:ea typeface="Arial"/>
              <a:cs typeface="Arial"/>
              <a:sym typeface="Arial"/>
            </a:endParaRPr>
          </a:p>
        </p:txBody>
      </p:sp>
      <p:pic>
        <p:nvPicPr>
          <p:cNvPr id="205" name="Google Shape;205;g133e68395f5_0_312"/>
          <p:cNvPicPr preferRelativeResize="0"/>
          <p:nvPr/>
        </p:nvPicPr>
        <p:blipFill rotWithShape="1">
          <a:blip r:embed="rId3">
            <a:alphaModFix/>
          </a:blip>
          <a:srcRect/>
          <a:stretch/>
        </p:blipFill>
        <p:spPr>
          <a:xfrm>
            <a:off x="6181344" y="8888002"/>
            <a:ext cx="6389685" cy="20705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g133e68395f5_0_320"/>
          <p:cNvSpPr txBox="1">
            <a:spLocks noGrp="1"/>
          </p:cNvSpPr>
          <p:nvPr>
            <p:ph type="title"/>
          </p:nvPr>
        </p:nvSpPr>
        <p:spPr>
          <a:xfrm>
            <a:off x="3877688" y="350799"/>
            <a:ext cx="9428100" cy="1340700"/>
          </a:xfrm>
          <a:prstGeom prst="rect">
            <a:avLst/>
          </a:prstGeom>
          <a:noFill/>
          <a:ln>
            <a:noFill/>
          </a:ln>
        </p:spPr>
        <p:txBody>
          <a:bodyPr spcFirstLastPara="1" wrap="square" lIns="184250" tIns="92100" rIns="184250" bIns="92100" anchor="ctr" anchorCtr="0">
            <a:noAutofit/>
          </a:bodyPr>
          <a:lstStyle/>
          <a:p>
            <a:pPr marL="0" lvl="0" indent="0" algn="ctr" rtl="0">
              <a:lnSpc>
                <a:spcPct val="90000"/>
              </a:lnSpc>
              <a:spcBef>
                <a:spcPts val="0"/>
              </a:spcBef>
              <a:spcAft>
                <a:spcPts val="0"/>
              </a:spcAft>
              <a:buSzPts val="3600"/>
              <a:buNone/>
            </a:pPr>
            <a:r>
              <a:rPr lang="es-CL"/>
              <a:t>Tecnologías IoT</a:t>
            </a:r>
            <a:endParaRPr/>
          </a:p>
        </p:txBody>
      </p:sp>
      <p:sp>
        <p:nvSpPr>
          <p:cNvPr id="211" name="Google Shape;211;g133e68395f5_0_320"/>
          <p:cNvSpPr txBox="1">
            <a:spLocks noGrp="1"/>
          </p:cNvSpPr>
          <p:nvPr>
            <p:ph type="body" idx="1"/>
          </p:nvPr>
        </p:nvSpPr>
        <p:spPr>
          <a:xfrm>
            <a:off x="646721" y="2009562"/>
            <a:ext cx="18810600" cy="8472600"/>
          </a:xfrm>
          <a:prstGeom prst="rect">
            <a:avLst/>
          </a:prstGeom>
          <a:noFill/>
          <a:ln>
            <a:noFill/>
          </a:ln>
        </p:spPr>
        <p:txBody>
          <a:bodyPr spcFirstLastPara="1" wrap="square" lIns="184250" tIns="92100" rIns="184250" bIns="92100" anchor="t" anchorCtr="0">
            <a:noAutofit/>
          </a:bodyPr>
          <a:lstStyle/>
          <a:p>
            <a:pPr marL="927100" marR="0" lvl="0" indent="-469900" algn="l" rtl="0">
              <a:lnSpc>
                <a:spcPct val="90000"/>
              </a:lnSpc>
              <a:spcBef>
                <a:spcPts val="2000"/>
              </a:spcBef>
              <a:spcAft>
                <a:spcPts val="0"/>
              </a:spcAft>
              <a:buClr>
                <a:srgbClr val="DE3075"/>
              </a:buClr>
              <a:buSzPts val="5600"/>
              <a:buFont typeface="Franklin Gothic"/>
              <a:buNone/>
            </a:pPr>
            <a:endParaRPr>
              <a:latin typeface="Calibri"/>
              <a:ea typeface="Calibri"/>
              <a:cs typeface="Calibri"/>
              <a:sym typeface="Calibri"/>
            </a:endParaRPr>
          </a:p>
          <a:p>
            <a:pPr marL="5524500" lvl="5" indent="-457200" algn="l" rtl="0">
              <a:lnSpc>
                <a:spcPct val="90000"/>
              </a:lnSpc>
              <a:spcBef>
                <a:spcPts val="1000"/>
              </a:spcBef>
              <a:spcAft>
                <a:spcPts val="0"/>
              </a:spcAft>
              <a:buSzPts val="2400"/>
              <a:buNone/>
            </a:pPr>
            <a:endParaRPr>
              <a:latin typeface="Calibri"/>
              <a:ea typeface="Calibri"/>
              <a:cs typeface="Calibri"/>
              <a:sym typeface="Calibri"/>
            </a:endParaRPr>
          </a:p>
        </p:txBody>
      </p:sp>
      <p:sp>
        <p:nvSpPr>
          <p:cNvPr id="212" name="Google Shape;212;g133e68395f5_0_320"/>
          <p:cNvSpPr txBox="1"/>
          <p:nvPr/>
        </p:nvSpPr>
        <p:spPr>
          <a:xfrm>
            <a:off x="3877688" y="10799517"/>
            <a:ext cx="11426700" cy="318000"/>
          </a:xfrm>
          <a:prstGeom prst="rect">
            <a:avLst/>
          </a:prstGeom>
          <a:noFill/>
          <a:ln>
            <a:noFill/>
          </a:ln>
        </p:spPr>
        <p:txBody>
          <a:bodyPr spcFirstLastPara="1" wrap="square" lIns="184250" tIns="92100" rIns="184250" bIns="92100" anchor="t" anchorCtr="0">
            <a:noAutofit/>
          </a:bodyPr>
          <a:lstStyle/>
          <a:p>
            <a:pPr marL="0" marR="0" lvl="0" indent="0" algn="ctr" rtl="0">
              <a:lnSpc>
                <a:spcPct val="100000"/>
              </a:lnSpc>
              <a:spcBef>
                <a:spcPts val="0"/>
              </a:spcBef>
              <a:spcAft>
                <a:spcPts val="0"/>
              </a:spcAft>
              <a:buNone/>
            </a:pPr>
            <a:r>
              <a:rPr lang="es-CL" sz="2400" b="1" i="0" u="none" strike="noStrike" cap="none">
                <a:solidFill>
                  <a:schemeClr val="dk2"/>
                </a:solidFill>
                <a:latin typeface="Arial"/>
                <a:ea typeface="Arial"/>
                <a:cs typeface="Arial"/>
                <a:sym typeface="Arial"/>
              </a:rPr>
              <a:t>Figura 2. </a:t>
            </a:r>
            <a:r>
              <a:rPr lang="es-CL" sz="2400" b="0" i="0" u="none" strike="noStrike" cap="none">
                <a:solidFill>
                  <a:schemeClr val="dk2"/>
                </a:solidFill>
                <a:latin typeface="Arial"/>
                <a:ea typeface="Arial"/>
                <a:cs typeface="Arial"/>
                <a:sym typeface="Arial"/>
              </a:rPr>
              <a:t>Automóvil inteligente.</a:t>
            </a:r>
            <a:endParaRPr sz="2400" b="1" i="0" u="none" strike="noStrike" cap="none">
              <a:solidFill>
                <a:schemeClr val="dk2"/>
              </a:solidFill>
              <a:latin typeface="Arial"/>
              <a:ea typeface="Arial"/>
              <a:cs typeface="Arial"/>
              <a:sym typeface="Arial"/>
            </a:endParaRPr>
          </a:p>
        </p:txBody>
      </p:sp>
      <p:sp>
        <p:nvSpPr>
          <p:cNvPr id="213" name="Google Shape;213;g133e68395f5_0_320"/>
          <p:cNvSpPr/>
          <p:nvPr/>
        </p:nvSpPr>
        <p:spPr>
          <a:xfrm>
            <a:off x="1270467" y="2596766"/>
            <a:ext cx="17563500" cy="4771200"/>
          </a:xfrm>
          <a:prstGeom prst="rect">
            <a:avLst/>
          </a:prstGeom>
          <a:noFill/>
          <a:ln>
            <a:noFill/>
          </a:ln>
        </p:spPr>
        <p:txBody>
          <a:bodyPr spcFirstLastPara="1" wrap="square" lIns="184250" tIns="92100" rIns="184250" bIns="92100" anchor="t" anchorCtr="0">
            <a:noAutofit/>
          </a:bodyPr>
          <a:lstStyle/>
          <a:p>
            <a:pPr marL="0" marR="0" lvl="0" indent="0" algn="l" rtl="0">
              <a:lnSpc>
                <a:spcPct val="100000"/>
              </a:lnSpc>
              <a:spcBef>
                <a:spcPts val="0"/>
              </a:spcBef>
              <a:spcAft>
                <a:spcPts val="0"/>
              </a:spcAft>
              <a:buNone/>
            </a:pPr>
            <a:r>
              <a:rPr lang="es-CL" sz="2800" b="0" i="0" u="none" strike="noStrike" cap="none">
                <a:solidFill>
                  <a:srgbClr val="000000"/>
                </a:solidFill>
                <a:latin typeface="Arial"/>
                <a:ea typeface="Arial"/>
                <a:cs typeface="Arial"/>
                <a:sym typeface="Arial"/>
              </a:rPr>
              <a:t>Pero, </a:t>
            </a:r>
            <a:r>
              <a:rPr lang="es-CL" sz="2800" b="1" i="0" u="none" strike="noStrike" cap="none">
                <a:solidFill>
                  <a:srgbClr val="000000"/>
                </a:solidFill>
                <a:latin typeface="Arial"/>
                <a:ea typeface="Arial"/>
                <a:cs typeface="Arial"/>
                <a:sym typeface="Arial"/>
              </a:rPr>
              <a:t>¿cuáles son las tecnologías clave del Internet de las cosas?</a:t>
            </a:r>
            <a:r>
              <a:rPr lang="es-CL" sz="2800" b="0" i="0" u="none" strike="noStrike" cap="none">
                <a:solidFill>
                  <a:srgbClr val="000000"/>
                </a:solidFill>
                <a:latin typeface="Arial"/>
                <a:ea typeface="Arial"/>
                <a:cs typeface="Arial"/>
                <a:sym typeface="Arial"/>
              </a:rPr>
              <a:t> IoT dispone de una secuencia de capas, cada una encargada de una labor y que ha sido diseñada con mimo para cumplir su función. Desde la extracción de datos, su envío y recepción y posterior procesamiento para dar lugar a los resultados.</a:t>
            </a:r>
            <a:endParaRPr sz="2800"/>
          </a:p>
          <a:p>
            <a:pPr marL="0" marR="0" lvl="0" indent="0" algn="l" rtl="0">
              <a:lnSpc>
                <a:spcPct val="100000"/>
              </a:lnSpc>
              <a:spcBef>
                <a:spcPts val="0"/>
              </a:spcBef>
              <a:spcAft>
                <a:spcPts val="0"/>
              </a:spcAft>
              <a:buNone/>
            </a:pPr>
            <a:endParaRPr sz="2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s-CL" sz="2800" b="1" i="0" u="none" strike="noStrike" cap="none">
                <a:solidFill>
                  <a:srgbClr val="000000"/>
                </a:solidFill>
                <a:latin typeface="Arial"/>
                <a:ea typeface="Arial"/>
                <a:cs typeface="Arial"/>
                <a:sym typeface="Arial"/>
              </a:rPr>
              <a:t>La nueva hornada de procesadores</a:t>
            </a:r>
            <a:endParaRPr sz="2800"/>
          </a:p>
          <a:p>
            <a:pPr marL="0" marR="0" lvl="0" indent="0" algn="l" rtl="0">
              <a:lnSpc>
                <a:spcPct val="100000"/>
              </a:lnSpc>
              <a:spcBef>
                <a:spcPts val="0"/>
              </a:spcBef>
              <a:spcAft>
                <a:spcPts val="0"/>
              </a:spcAft>
              <a:buNone/>
            </a:pPr>
            <a:r>
              <a:rPr lang="es-CL" sz="2800" b="0" i="0" u="none" strike="noStrike" cap="none">
                <a:solidFill>
                  <a:srgbClr val="000000"/>
                </a:solidFill>
                <a:latin typeface="Arial"/>
                <a:ea typeface="Arial"/>
                <a:cs typeface="Arial"/>
                <a:sym typeface="Arial"/>
              </a:rPr>
              <a:t>Uno de los requisitos del Internet de las cosas es que los dispositivos - luego veremos su misión - deben ser pequeños, y sabíamos que los procesadores tenían que cambiar respecto de lo que conocíamos anteriormente. No nos valen los procesadores, digamos, 'clásicos' de ordenador, tiene que ser </a:t>
            </a:r>
            <a:r>
              <a:rPr lang="es-CL" sz="2800" b="1" i="0" u="none" strike="noStrike" cap="none">
                <a:solidFill>
                  <a:srgbClr val="000000"/>
                </a:solidFill>
                <a:latin typeface="Arial"/>
                <a:ea typeface="Arial"/>
                <a:cs typeface="Arial"/>
                <a:sym typeface="Arial"/>
              </a:rPr>
              <a:t>algo mucho más pequeño y de consumo menor</a:t>
            </a:r>
            <a:r>
              <a:rPr lang="es-CL" sz="2800" b="0" i="0" u="none" strike="noStrike" cap="none">
                <a:solidFill>
                  <a:srgbClr val="000000"/>
                </a:solidFill>
                <a:latin typeface="Arial"/>
                <a:ea typeface="Arial"/>
                <a:cs typeface="Arial"/>
                <a:sym typeface="Arial"/>
              </a:rPr>
              <a:t>. No importa que sean sencillos o poco potentes, lo que prima ante todo son esos dos puntos. </a:t>
            </a:r>
            <a:endParaRPr sz="2800"/>
          </a:p>
          <a:p>
            <a:pPr marL="0" marR="0" lvl="0" indent="0" algn="l" rtl="0">
              <a:lnSpc>
                <a:spcPct val="100000"/>
              </a:lnSpc>
              <a:spcBef>
                <a:spcPts val="0"/>
              </a:spcBef>
              <a:spcAft>
                <a:spcPts val="0"/>
              </a:spcAft>
              <a:buNone/>
            </a:pPr>
            <a:endParaRPr sz="2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2800" b="0" i="0" u="none" strike="noStrike" cap="none">
              <a:solidFill>
                <a:srgbClr val="000000"/>
              </a:solidFill>
              <a:latin typeface="Arial"/>
              <a:ea typeface="Arial"/>
              <a:cs typeface="Arial"/>
              <a:sym typeface="Arial"/>
            </a:endParaRPr>
          </a:p>
        </p:txBody>
      </p:sp>
      <p:pic>
        <p:nvPicPr>
          <p:cNvPr id="214" name="Google Shape;214;g133e68395f5_0_320"/>
          <p:cNvPicPr preferRelativeResize="0"/>
          <p:nvPr/>
        </p:nvPicPr>
        <p:blipFill rotWithShape="1">
          <a:blip r:embed="rId3">
            <a:alphaModFix/>
          </a:blip>
          <a:srcRect/>
          <a:stretch/>
        </p:blipFill>
        <p:spPr>
          <a:xfrm>
            <a:off x="5792338" y="6932167"/>
            <a:ext cx="6390014" cy="355000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g133e68395f5_0_328"/>
          <p:cNvSpPr txBox="1">
            <a:spLocks noGrp="1"/>
          </p:cNvSpPr>
          <p:nvPr>
            <p:ph type="title"/>
          </p:nvPr>
        </p:nvSpPr>
        <p:spPr>
          <a:xfrm>
            <a:off x="3877688" y="350799"/>
            <a:ext cx="9428100" cy="1340700"/>
          </a:xfrm>
          <a:prstGeom prst="rect">
            <a:avLst/>
          </a:prstGeom>
          <a:noFill/>
          <a:ln>
            <a:noFill/>
          </a:ln>
        </p:spPr>
        <p:txBody>
          <a:bodyPr spcFirstLastPara="1" wrap="square" lIns="184250" tIns="92100" rIns="184250" bIns="92100" anchor="ctr" anchorCtr="0">
            <a:noAutofit/>
          </a:bodyPr>
          <a:lstStyle/>
          <a:p>
            <a:pPr marL="0" lvl="0" indent="0" algn="ctr" rtl="0">
              <a:lnSpc>
                <a:spcPct val="90000"/>
              </a:lnSpc>
              <a:spcBef>
                <a:spcPts val="0"/>
              </a:spcBef>
              <a:spcAft>
                <a:spcPts val="0"/>
              </a:spcAft>
              <a:buSzPts val="3600"/>
              <a:buNone/>
            </a:pPr>
            <a:r>
              <a:rPr lang="es-CL"/>
              <a:t>Tecnologías IoT</a:t>
            </a:r>
            <a:endParaRPr/>
          </a:p>
        </p:txBody>
      </p:sp>
      <p:sp>
        <p:nvSpPr>
          <p:cNvPr id="220" name="Google Shape;220;g133e68395f5_0_328"/>
          <p:cNvSpPr txBox="1">
            <a:spLocks noGrp="1"/>
          </p:cNvSpPr>
          <p:nvPr>
            <p:ph type="body" idx="1"/>
          </p:nvPr>
        </p:nvSpPr>
        <p:spPr>
          <a:xfrm>
            <a:off x="646721" y="2009562"/>
            <a:ext cx="18810600" cy="8472600"/>
          </a:xfrm>
          <a:prstGeom prst="rect">
            <a:avLst/>
          </a:prstGeom>
          <a:noFill/>
          <a:ln>
            <a:noFill/>
          </a:ln>
        </p:spPr>
        <p:txBody>
          <a:bodyPr spcFirstLastPara="1" wrap="square" lIns="184250" tIns="92100" rIns="184250" bIns="92100" anchor="t" anchorCtr="0">
            <a:noAutofit/>
          </a:bodyPr>
          <a:lstStyle/>
          <a:p>
            <a:pPr marL="927100" marR="0" lvl="0" indent="-469900" algn="l" rtl="0">
              <a:lnSpc>
                <a:spcPct val="90000"/>
              </a:lnSpc>
              <a:spcBef>
                <a:spcPts val="2000"/>
              </a:spcBef>
              <a:spcAft>
                <a:spcPts val="0"/>
              </a:spcAft>
              <a:buClr>
                <a:srgbClr val="DE3075"/>
              </a:buClr>
              <a:buSzPts val="5600"/>
              <a:buFont typeface="Franklin Gothic"/>
              <a:buNone/>
            </a:pPr>
            <a:endParaRPr>
              <a:latin typeface="Calibri"/>
              <a:ea typeface="Calibri"/>
              <a:cs typeface="Calibri"/>
              <a:sym typeface="Calibri"/>
            </a:endParaRPr>
          </a:p>
          <a:p>
            <a:pPr marL="5524500" lvl="5" indent="-457200" algn="l" rtl="0">
              <a:lnSpc>
                <a:spcPct val="90000"/>
              </a:lnSpc>
              <a:spcBef>
                <a:spcPts val="1000"/>
              </a:spcBef>
              <a:spcAft>
                <a:spcPts val="0"/>
              </a:spcAft>
              <a:buSzPts val="2400"/>
              <a:buNone/>
            </a:pPr>
            <a:endParaRPr>
              <a:latin typeface="Calibri"/>
              <a:ea typeface="Calibri"/>
              <a:cs typeface="Calibri"/>
              <a:sym typeface="Calibri"/>
            </a:endParaRPr>
          </a:p>
        </p:txBody>
      </p:sp>
      <p:sp>
        <p:nvSpPr>
          <p:cNvPr id="221" name="Google Shape;221;g133e68395f5_0_328"/>
          <p:cNvSpPr txBox="1"/>
          <p:nvPr/>
        </p:nvSpPr>
        <p:spPr>
          <a:xfrm>
            <a:off x="3877688" y="10799517"/>
            <a:ext cx="11426700" cy="318000"/>
          </a:xfrm>
          <a:prstGeom prst="rect">
            <a:avLst/>
          </a:prstGeom>
          <a:noFill/>
          <a:ln>
            <a:noFill/>
          </a:ln>
        </p:spPr>
        <p:txBody>
          <a:bodyPr spcFirstLastPara="1" wrap="square" lIns="184250" tIns="92100" rIns="184250" bIns="92100" anchor="t" anchorCtr="0">
            <a:noAutofit/>
          </a:bodyPr>
          <a:lstStyle/>
          <a:p>
            <a:pPr marL="0" marR="0" lvl="0" indent="0" algn="ctr" rtl="0">
              <a:lnSpc>
                <a:spcPct val="100000"/>
              </a:lnSpc>
              <a:spcBef>
                <a:spcPts val="0"/>
              </a:spcBef>
              <a:spcAft>
                <a:spcPts val="0"/>
              </a:spcAft>
              <a:buNone/>
            </a:pPr>
            <a:r>
              <a:rPr lang="es-CL" sz="2400" b="1" i="0" u="none" strike="noStrike" cap="none">
                <a:solidFill>
                  <a:schemeClr val="dk2"/>
                </a:solidFill>
                <a:latin typeface="Arial"/>
                <a:ea typeface="Arial"/>
                <a:cs typeface="Arial"/>
                <a:sym typeface="Arial"/>
              </a:rPr>
              <a:t>Figura 1. </a:t>
            </a:r>
            <a:r>
              <a:rPr lang="es-CL" sz="2400" b="0" i="0" u="none" strike="noStrike" cap="none">
                <a:solidFill>
                  <a:schemeClr val="dk2"/>
                </a:solidFill>
                <a:latin typeface="Arial"/>
                <a:ea typeface="Arial"/>
                <a:cs typeface="Arial"/>
                <a:sym typeface="Arial"/>
              </a:rPr>
              <a:t>Evolución de los procesadores.</a:t>
            </a:r>
            <a:endParaRPr sz="2400" b="1" i="0" u="none" strike="noStrike" cap="none">
              <a:solidFill>
                <a:schemeClr val="dk2"/>
              </a:solidFill>
              <a:latin typeface="Arial"/>
              <a:ea typeface="Arial"/>
              <a:cs typeface="Arial"/>
              <a:sym typeface="Arial"/>
            </a:endParaRPr>
          </a:p>
        </p:txBody>
      </p:sp>
      <p:sp>
        <p:nvSpPr>
          <p:cNvPr id="222" name="Google Shape;222;g133e68395f5_0_328"/>
          <p:cNvSpPr/>
          <p:nvPr/>
        </p:nvSpPr>
        <p:spPr>
          <a:xfrm>
            <a:off x="1503300" y="2215714"/>
            <a:ext cx="17953800" cy="5126400"/>
          </a:xfrm>
          <a:prstGeom prst="rect">
            <a:avLst/>
          </a:prstGeom>
          <a:noFill/>
          <a:ln>
            <a:noFill/>
          </a:ln>
        </p:spPr>
        <p:txBody>
          <a:bodyPr spcFirstLastPara="1" wrap="square" lIns="184250" tIns="92100" rIns="184250" bIns="92100" anchor="t" anchorCtr="0">
            <a:noAutofit/>
          </a:bodyPr>
          <a:lstStyle/>
          <a:p>
            <a:pPr marL="0" marR="0" lvl="0" indent="0" algn="l" rtl="0">
              <a:lnSpc>
                <a:spcPct val="100000"/>
              </a:lnSpc>
              <a:spcBef>
                <a:spcPts val="0"/>
              </a:spcBef>
              <a:spcAft>
                <a:spcPts val="0"/>
              </a:spcAft>
              <a:buNone/>
            </a:pPr>
            <a:r>
              <a:rPr lang="es-CL" sz="2800" b="0" i="0" u="none" strike="noStrike" cap="none">
                <a:solidFill>
                  <a:srgbClr val="000000"/>
                </a:solidFill>
                <a:latin typeface="Arial"/>
                <a:ea typeface="Arial"/>
                <a:cs typeface="Arial"/>
                <a:sym typeface="Arial"/>
              </a:rPr>
              <a:t>Los procesadores de smartphones y su evolución de los últimos años, con el formato SoC ya establecido, han ayudado mucho. Las soluciones de ARM cumplen con las expectativas: son pequeños y, aunque también poco potentes en comparación con otros chips del mercado, cubren con los requisitos planteados.</a:t>
            </a:r>
            <a:endParaRPr sz="2800"/>
          </a:p>
          <a:p>
            <a:pPr marL="0" marR="0" lvl="0" indent="0" algn="l" rtl="0">
              <a:lnSpc>
                <a:spcPct val="100000"/>
              </a:lnSpc>
              <a:spcBef>
                <a:spcPts val="0"/>
              </a:spcBef>
              <a:spcAft>
                <a:spcPts val="0"/>
              </a:spcAft>
              <a:buNone/>
            </a:pPr>
            <a:r>
              <a:rPr lang="es-CL" sz="2800" b="0" i="0" u="none" strike="noStrike" cap="none">
                <a:solidFill>
                  <a:srgbClr val="000000"/>
                </a:solidFill>
                <a:latin typeface="Arial"/>
                <a:ea typeface="Arial"/>
                <a:cs typeface="Arial"/>
                <a:sym typeface="Arial"/>
              </a:rPr>
              <a:t>ARM tiene en el mercado un enorme catálogo de SoCs, en el que el producto más conocido son sus SoC de smartphone. Pero los Cortex-A no son los únicos y junto a ellos </a:t>
            </a:r>
            <a:r>
              <a:rPr lang="es-CL" sz="2800" b="1" i="0" u="none" strike="noStrike" cap="none">
                <a:solidFill>
                  <a:srgbClr val="000000"/>
                </a:solidFill>
                <a:latin typeface="Arial"/>
                <a:ea typeface="Arial"/>
                <a:cs typeface="Arial"/>
                <a:sym typeface="Arial"/>
              </a:rPr>
              <a:t>los Cortex-R y Cortex-M</a:t>
            </a:r>
            <a:r>
              <a:rPr lang="es-CL" sz="2800" b="0" i="0" u="none" strike="noStrike" cap="none">
                <a:solidFill>
                  <a:srgbClr val="000000"/>
                </a:solidFill>
                <a:latin typeface="Arial"/>
                <a:ea typeface="Arial"/>
                <a:cs typeface="Arial"/>
                <a:sym typeface="Arial"/>
              </a:rPr>
              <a:t> son ideales para dispositivos IoT. En ambos casos hablamos de procesadores RISC de 32 bits en los que, como siempre ocurre, ARM los diseña pero no los fabrica; son otras terceras compañías las que se encargan de esta fase.</a:t>
            </a:r>
            <a:endParaRPr sz="2800"/>
          </a:p>
          <a:p>
            <a:pPr marL="0" marR="0" lvl="0" indent="0" algn="l" rtl="0">
              <a:lnSpc>
                <a:spcPct val="100000"/>
              </a:lnSpc>
              <a:spcBef>
                <a:spcPts val="0"/>
              </a:spcBef>
              <a:spcAft>
                <a:spcPts val="0"/>
              </a:spcAft>
              <a:buNone/>
            </a:pPr>
            <a:r>
              <a:rPr lang="es-CL" sz="2800" b="0" i="0" u="none" strike="noStrike" cap="none">
                <a:solidFill>
                  <a:srgbClr val="000000"/>
                </a:solidFill>
                <a:latin typeface="Arial"/>
                <a:ea typeface="Arial"/>
                <a:cs typeface="Arial"/>
                <a:sym typeface="Arial"/>
              </a:rPr>
              <a:t>Mientras que los Cortex-R se integran en dispositivos como discos duros o en industrias como la automoción, los Cortex-M son más conocidos debido a su utilidad en aparatos finales más cercanos al usuario. Por ejemplo termostatos, altavoces, hornos o cuantificadores personales se aprovechan de los actuales modelos. ARM se guarda un as en la manga: proporcionar múltiples gamas de productos para adaptarlas a los diferentes requisitos del mercado:</a:t>
            </a:r>
            <a:endParaRPr sz="2800"/>
          </a:p>
        </p:txBody>
      </p:sp>
      <p:pic>
        <p:nvPicPr>
          <p:cNvPr id="223" name="Google Shape;223;g133e68395f5_0_328"/>
          <p:cNvPicPr preferRelativeResize="0"/>
          <p:nvPr/>
        </p:nvPicPr>
        <p:blipFill rotWithShape="1">
          <a:blip r:embed="rId3">
            <a:alphaModFix/>
          </a:blip>
          <a:srcRect/>
          <a:stretch/>
        </p:blipFill>
        <p:spPr>
          <a:xfrm>
            <a:off x="4550958" y="7748999"/>
            <a:ext cx="10079973" cy="305051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g133e68395f5_0_451"/>
          <p:cNvSpPr txBox="1">
            <a:spLocks noGrp="1"/>
          </p:cNvSpPr>
          <p:nvPr>
            <p:ph type="title"/>
          </p:nvPr>
        </p:nvSpPr>
        <p:spPr>
          <a:xfrm>
            <a:off x="1321990" y="8235994"/>
            <a:ext cx="6048300" cy="2493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RaspBerry</a:t>
            </a:r>
            <a:endParaRPr/>
          </a:p>
          <a:p>
            <a:pPr marL="0" lvl="0" indent="0" algn="l" rtl="0">
              <a:spcBef>
                <a:spcPts val="0"/>
              </a:spcBef>
              <a:spcAft>
                <a:spcPts val="0"/>
              </a:spcAft>
              <a:buNone/>
            </a:pPr>
            <a:r>
              <a:rPr lang="es-CL"/>
              <a:t>Plataforma Hardware</a:t>
            </a:r>
            <a:endParaRPr/>
          </a:p>
        </p:txBody>
      </p:sp>
      <p:sp>
        <p:nvSpPr>
          <p:cNvPr id="229" name="Google Shape;229;g133e68395f5_0_451"/>
          <p:cNvSpPr txBox="1">
            <a:spLocks noGrp="1"/>
          </p:cNvSpPr>
          <p:nvPr>
            <p:ph type="body" idx="1"/>
          </p:nvPr>
        </p:nvSpPr>
        <p:spPr>
          <a:xfrm>
            <a:off x="8314271" y="8170445"/>
            <a:ext cx="11193600" cy="384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2500"/>
              <a:t>Programando soluciones IoT</a:t>
            </a:r>
            <a:endParaRPr sz="25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g133e68395f5_0_336"/>
          <p:cNvSpPr txBox="1">
            <a:spLocks noGrp="1"/>
          </p:cNvSpPr>
          <p:nvPr>
            <p:ph type="title"/>
          </p:nvPr>
        </p:nvSpPr>
        <p:spPr>
          <a:xfrm>
            <a:off x="3877688" y="655599"/>
            <a:ext cx="9428100" cy="1340700"/>
          </a:xfrm>
          <a:prstGeom prst="rect">
            <a:avLst/>
          </a:prstGeom>
          <a:noFill/>
          <a:ln>
            <a:noFill/>
          </a:ln>
        </p:spPr>
        <p:txBody>
          <a:bodyPr spcFirstLastPara="1" wrap="square" lIns="184250" tIns="92100" rIns="184250" bIns="92100" anchor="ctr" anchorCtr="0">
            <a:noAutofit/>
          </a:bodyPr>
          <a:lstStyle/>
          <a:p>
            <a:pPr marL="0" lvl="0" indent="0" algn="l" rtl="0">
              <a:lnSpc>
                <a:spcPct val="90000"/>
              </a:lnSpc>
              <a:spcBef>
                <a:spcPts val="0"/>
              </a:spcBef>
              <a:spcAft>
                <a:spcPts val="0"/>
              </a:spcAft>
              <a:buClr>
                <a:srgbClr val="818990"/>
              </a:buClr>
              <a:buSzPts val="3600"/>
              <a:buNone/>
            </a:pPr>
            <a:r>
              <a:rPr lang="es-CL" b="1"/>
              <a:t>¿Qué es Raspberry Pi?</a:t>
            </a:r>
            <a:br>
              <a:rPr lang="es-CL"/>
            </a:br>
            <a:endParaRPr b="1"/>
          </a:p>
        </p:txBody>
      </p:sp>
      <p:sp>
        <p:nvSpPr>
          <p:cNvPr id="235" name="Google Shape;235;g133e68395f5_0_336"/>
          <p:cNvSpPr txBox="1"/>
          <p:nvPr/>
        </p:nvSpPr>
        <p:spPr>
          <a:xfrm>
            <a:off x="4708413" y="10429817"/>
            <a:ext cx="11426700" cy="318000"/>
          </a:xfrm>
          <a:prstGeom prst="rect">
            <a:avLst/>
          </a:prstGeom>
          <a:noFill/>
          <a:ln>
            <a:noFill/>
          </a:ln>
        </p:spPr>
        <p:txBody>
          <a:bodyPr spcFirstLastPara="1" wrap="square" lIns="184250" tIns="92100" rIns="184250" bIns="92100" anchor="t" anchorCtr="0">
            <a:noAutofit/>
          </a:bodyPr>
          <a:lstStyle/>
          <a:p>
            <a:pPr marL="0" marR="0" lvl="0" indent="0" algn="ctr" rtl="0">
              <a:lnSpc>
                <a:spcPct val="100000"/>
              </a:lnSpc>
              <a:spcBef>
                <a:spcPts val="0"/>
              </a:spcBef>
              <a:spcAft>
                <a:spcPts val="0"/>
              </a:spcAft>
              <a:buNone/>
            </a:pPr>
            <a:r>
              <a:rPr lang="es-CL" sz="2400" b="1" i="0" u="none" strike="noStrike" cap="none">
                <a:solidFill>
                  <a:schemeClr val="dk2"/>
                </a:solidFill>
                <a:latin typeface="Arial"/>
                <a:ea typeface="Arial"/>
                <a:cs typeface="Arial"/>
                <a:sym typeface="Arial"/>
              </a:rPr>
              <a:t>Figura 3. </a:t>
            </a:r>
            <a:r>
              <a:rPr lang="es-CL" sz="2400" b="0" i="0" u="none" strike="noStrike" cap="none">
                <a:solidFill>
                  <a:schemeClr val="dk2"/>
                </a:solidFill>
                <a:latin typeface="Arial"/>
                <a:ea typeface="Arial"/>
                <a:cs typeface="Arial"/>
                <a:sym typeface="Arial"/>
              </a:rPr>
              <a:t>Logo Raspberry Pi.</a:t>
            </a:r>
            <a:endParaRPr sz="2400" b="1" i="0" u="none" strike="noStrike" cap="none">
              <a:solidFill>
                <a:schemeClr val="dk2"/>
              </a:solidFill>
              <a:latin typeface="Arial"/>
              <a:ea typeface="Arial"/>
              <a:cs typeface="Arial"/>
              <a:sym typeface="Arial"/>
            </a:endParaRPr>
          </a:p>
        </p:txBody>
      </p:sp>
      <p:sp>
        <p:nvSpPr>
          <p:cNvPr id="236" name="Google Shape;236;g133e68395f5_0_336"/>
          <p:cNvSpPr/>
          <p:nvPr/>
        </p:nvSpPr>
        <p:spPr>
          <a:xfrm>
            <a:off x="712020" y="2016376"/>
            <a:ext cx="18680100" cy="4771200"/>
          </a:xfrm>
          <a:prstGeom prst="rect">
            <a:avLst/>
          </a:prstGeom>
          <a:noFill/>
          <a:ln>
            <a:noFill/>
          </a:ln>
        </p:spPr>
        <p:txBody>
          <a:bodyPr spcFirstLastPara="1" wrap="square" lIns="184250" tIns="92100" rIns="184250" bIns="92100" anchor="t" anchorCtr="0">
            <a:noAutofit/>
          </a:bodyPr>
          <a:lstStyle/>
          <a:p>
            <a:pPr marL="0" marR="0" lvl="0" indent="0" algn="l" rtl="0">
              <a:lnSpc>
                <a:spcPct val="100000"/>
              </a:lnSpc>
              <a:spcBef>
                <a:spcPts val="0"/>
              </a:spcBef>
              <a:spcAft>
                <a:spcPts val="0"/>
              </a:spcAft>
              <a:buNone/>
            </a:pPr>
            <a:r>
              <a:rPr lang="es-CL" sz="2800" b="0" i="0" u="none" strike="noStrike" cap="none">
                <a:solidFill>
                  <a:srgbClr val="000000"/>
                </a:solidFill>
                <a:latin typeface="Arial"/>
                <a:ea typeface="Arial"/>
                <a:cs typeface="Arial"/>
                <a:sym typeface="Arial"/>
              </a:rPr>
              <a:t>La Raspberry Pi es una computadora de bajo costo y con un tamaño compacto, del porte de una tarjeta de crédito, puede ser conectada a un monitor de computador o un TV, y usarse con un mouse y teclado estándar. Es un pequeño computador que correo un sistema operativo linux capaz de permitirle a las personas de todas las edades explorar la computación y aprender a programar lenguajes como Scratch y Python. Es capaz de hacer la mayoría de las tareas típicas de un computador de escritorio, desde navegar en internet, reproducir videos en alta resolución, manipular documentos de ofimática, hasta reproducir juegos todo en el ámbito IoT.</a:t>
            </a:r>
            <a:endParaRPr sz="2800"/>
          </a:p>
          <a:p>
            <a:pPr marL="0" marR="0" lvl="0" indent="0" algn="l" rtl="0">
              <a:lnSpc>
                <a:spcPct val="100000"/>
              </a:lnSpc>
              <a:spcBef>
                <a:spcPts val="0"/>
              </a:spcBef>
              <a:spcAft>
                <a:spcPts val="0"/>
              </a:spcAft>
              <a:buNone/>
            </a:pPr>
            <a:endParaRPr sz="2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s-CL" sz="2800" b="0" i="0" u="none" strike="noStrike" cap="none">
                <a:solidFill>
                  <a:srgbClr val="000000"/>
                </a:solidFill>
                <a:latin typeface="Arial"/>
                <a:ea typeface="Arial"/>
                <a:cs typeface="Arial"/>
                <a:sym typeface="Arial"/>
              </a:rPr>
              <a:t>Además la Raspberry Pi tiene la habilidad de interactuar con el mundo exterior, puede ser usada en una amplia variedad de proyectos digitales, desde reproductores de música y video, detectores de padres, estaciones meteorológicas hasta cajas de aves con cámaras infrarrojas. Queremos que veas que la Raspberry Pi puede ser usada por niños y adultos por todas partes del mundo, para aprender a programar y entender cómo funcionan las computadoras y solucionar problemáticas globales en IoT.</a:t>
            </a:r>
            <a:endParaRPr sz="2800"/>
          </a:p>
        </p:txBody>
      </p:sp>
      <p:pic>
        <p:nvPicPr>
          <p:cNvPr id="237" name="Google Shape;237;g133e68395f5_0_336"/>
          <p:cNvPicPr preferRelativeResize="0"/>
          <p:nvPr/>
        </p:nvPicPr>
        <p:blipFill rotWithShape="1">
          <a:blip r:embed="rId3">
            <a:alphaModFix/>
          </a:blip>
          <a:srcRect/>
          <a:stretch/>
        </p:blipFill>
        <p:spPr>
          <a:xfrm>
            <a:off x="9083279" y="7700629"/>
            <a:ext cx="3175125" cy="2362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g133e68395f5_0_343"/>
          <p:cNvSpPr txBox="1">
            <a:spLocks noGrp="1"/>
          </p:cNvSpPr>
          <p:nvPr>
            <p:ph type="title"/>
          </p:nvPr>
        </p:nvSpPr>
        <p:spPr>
          <a:xfrm>
            <a:off x="3877688" y="350799"/>
            <a:ext cx="9428100" cy="1340700"/>
          </a:xfrm>
          <a:prstGeom prst="rect">
            <a:avLst/>
          </a:prstGeom>
          <a:noFill/>
          <a:ln>
            <a:noFill/>
          </a:ln>
        </p:spPr>
        <p:txBody>
          <a:bodyPr spcFirstLastPara="1" wrap="square" lIns="184250" tIns="92100" rIns="184250" bIns="92100" anchor="ctr" anchorCtr="0">
            <a:noAutofit/>
          </a:bodyPr>
          <a:lstStyle/>
          <a:p>
            <a:pPr marL="0" lvl="0" indent="0" algn="ctr" rtl="0">
              <a:lnSpc>
                <a:spcPct val="90000"/>
              </a:lnSpc>
              <a:spcBef>
                <a:spcPts val="0"/>
              </a:spcBef>
              <a:spcAft>
                <a:spcPts val="0"/>
              </a:spcAft>
              <a:buSzPts val="3600"/>
              <a:buNone/>
            </a:pPr>
            <a:r>
              <a:rPr lang="es-CL"/>
              <a:t>Origen de Raspberry Pi</a:t>
            </a:r>
            <a:endParaRPr/>
          </a:p>
        </p:txBody>
      </p:sp>
      <p:sp>
        <p:nvSpPr>
          <p:cNvPr id="243" name="Google Shape;243;g133e68395f5_0_343"/>
          <p:cNvSpPr txBox="1"/>
          <p:nvPr/>
        </p:nvSpPr>
        <p:spPr>
          <a:xfrm>
            <a:off x="3877688" y="10799517"/>
            <a:ext cx="11426700" cy="318000"/>
          </a:xfrm>
          <a:prstGeom prst="rect">
            <a:avLst/>
          </a:prstGeom>
          <a:noFill/>
          <a:ln>
            <a:noFill/>
          </a:ln>
        </p:spPr>
        <p:txBody>
          <a:bodyPr spcFirstLastPara="1" wrap="square" lIns="184250" tIns="92100" rIns="184250" bIns="92100" anchor="t" anchorCtr="0">
            <a:noAutofit/>
          </a:bodyPr>
          <a:lstStyle/>
          <a:p>
            <a:pPr marL="0" marR="0" lvl="0" indent="0" algn="ctr" rtl="0">
              <a:lnSpc>
                <a:spcPct val="100000"/>
              </a:lnSpc>
              <a:spcBef>
                <a:spcPts val="0"/>
              </a:spcBef>
              <a:spcAft>
                <a:spcPts val="0"/>
              </a:spcAft>
              <a:buNone/>
            </a:pPr>
            <a:r>
              <a:rPr lang="es-CL" sz="2400" b="1" i="0" u="none" strike="noStrike" cap="none">
                <a:solidFill>
                  <a:schemeClr val="dk2"/>
                </a:solidFill>
                <a:latin typeface="Arial"/>
                <a:ea typeface="Arial"/>
                <a:cs typeface="Arial"/>
                <a:sym typeface="Arial"/>
              </a:rPr>
              <a:t>Figura 4. </a:t>
            </a:r>
            <a:r>
              <a:rPr lang="es-CL" sz="2400" b="0" i="0" u="none" strike="noStrike" cap="none">
                <a:solidFill>
                  <a:schemeClr val="dk2"/>
                </a:solidFill>
                <a:latin typeface="Arial"/>
                <a:ea typeface="Arial"/>
                <a:cs typeface="Arial"/>
                <a:sym typeface="Arial"/>
              </a:rPr>
              <a:t>Placas Raspberry.</a:t>
            </a:r>
            <a:endParaRPr sz="2400" b="1" i="0" u="none" strike="noStrike" cap="none">
              <a:solidFill>
                <a:schemeClr val="dk2"/>
              </a:solidFill>
              <a:latin typeface="Arial"/>
              <a:ea typeface="Arial"/>
              <a:cs typeface="Arial"/>
              <a:sym typeface="Arial"/>
            </a:endParaRPr>
          </a:p>
        </p:txBody>
      </p:sp>
      <p:sp>
        <p:nvSpPr>
          <p:cNvPr id="244" name="Google Shape;244;g133e68395f5_0_343"/>
          <p:cNvSpPr/>
          <p:nvPr/>
        </p:nvSpPr>
        <p:spPr>
          <a:xfrm>
            <a:off x="767865" y="3015434"/>
            <a:ext cx="18568500" cy="1929000"/>
          </a:xfrm>
          <a:prstGeom prst="rect">
            <a:avLst/>
          </a:prstGeom>
          <a:noFill/>
          <a:ln>
            <a:noFill/>
          </a:ln>
        </p:spPr>
        <p:txBody>
          <a:bodyPr spcFirstLastPara="1" wrap="square" lIns="184250" tIns="92100" rIns="184250" bIns="92100" anchor="t" anchorCtr="0">
            <a:noAutofit/>
          </a:bodyPr>
          <a:lstStyle/>
          <a:p>
            <a:pPr marL="0" marR="0" lvl="0" indent="0" algn="l" rtl="0">
              <a:lnSpc>
                <a:spcPct val="100000"/>
              </a:lnSpc>
              <a:spcBef>
                <a:spcPts val="0"/>
              </a:spcBef>
              <a:spcAft>
                <a:spcPts val="0"/>
              </a:spcAft>
              <a:buNone/>
            </a:pPr>
            <a:r>
              <a:rPr lang="es-CL" sz="2800" b="0" i="0" u="none" strike="noStrike" cap="none">
                <a:solidFill>
                  <a:srgbClr val="000000"/>
                </a:solidFill>
                <a:latin typeface="Arial"/>
                <a:ea typeface="Arial"/>
                <a:cs typeface="Arial"/>
                <a:sym typeface="Arial"/>
              </a:rPr>
              <a:t>La Raspberry Pi fue creada en febrero del 2012 por la Raspberry Pi Foundation, originalmente pensado para promover y enseñar las ciencias básicas de la computación en las escuelas y universidades de Reino Unido. Originalmente lanzaron dos modelos, el Modelo A y el Modelo B. Al poco tiempo de su lanzamiento ya había una comunidad formada por miles de “locos por la tecnología” que compraron una Raspberry para empezar a experimentar con nuevos proyectos.</a:t>
            </a:r>
            <a:endParaRPr sz="2800" b="0" i="0" u="none" strike="noStrike" cap="none">
              <a:solidFill>
                <a:srgbClr val="000000"/>
              </a:solidFill>
              <a:latin typeface="Arial"/>
              <a:ea typeface="Arial"/>
              <a:cs typeface="Arial"/>
              <a:sym typeface="Arial"/>
            </a:endParaRPr>
          </a:p>
        </p:txBody>
      </p:sp>
      <p:pic>
        <p:nvPicPr>
          <p:cNvPr id="245" name="Google Shape;245;g133e68395f5_0_343"/>
          <p:cNvPicPr preferRelativeResize="0"/>
          <p:nvPr/>
        </p:nvPicPr>
        <p:blipFill rotWithShape="1">
          <a:blip r:embed="rId3">
            <a:alphaModFix/>
          </a:blip>
          <a:srcRect/>
          <a:stretch/>
        </p:blipFill>
        <p:spPr>
          <a:xfrm>
            <a:off x="249934" y="5236742"/>
            <a:ext cx="14704209" cy="49799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g133e68395f5_0_350"/>
          <p:cNvSpPr txBox="1">
            <a:spLocks noGrp="1"/>
          </p:cNvSpPr>
          <p:nvPr>
            <p:ph type="title"/>
          </p:nvPr>
        </p:nvSpPr>
        <p:spPr>
          <a:xfrm>
            <a:off x="3877688" y="350799"/>
            <a:ext cx="9428100" cy="1340700"/>
          </a:xfrm>
          <a:prstGeom prst="rect">
            <a:avLst/>
          </a:prstGeom>
          <a:noFill/>
          <a:ln>
            <a:noFill/>
          </a:ln>
        </p:spPr>
        <p:txBody>
          <a:bodyPr spcFirstLastPara="1" wrap="square" lIns="184250" tIns="92100" rIns="184250" bIns="92100" anchor="ctr" anchorCtr="0">
            <a:noAutofit/>
          </a:bodyPr>
          <a:lstStyle/>
          <a:p>
            <a:pPr marL="0" lvl="0" indent="0" algn="ctr" rtl="0">
              <a:lnSpc>
                <a:spcPct val="90000"/>
              </a:lnSpc>
              <a:spcBef>
                <a:spcPts val="0"/>
              </a:spcBef>
              <a:spcAft>
                <a:spcPts val="0"/>
              </a:spcAft>
              <a:buSzPts val="3600"/>
              <a:buNone/>
            </a:pPr>
            <a:r>
              <a:rPr lang="es-CL"/>
              <a:t>Pinout GPIO Raspberry Pi </a:t>
            </a:r>
            <a:endParaRPr/>
          </a:p>
        </p:txBody>
      </p:sp>
      <p:sp>
        <p:nvSpPr>
          <p:cNvPr id="251" name="Google Shape;251;g133e68395f5_0_350"/>
          <p:cNvSpPr txBox="1"/>
          <p:nvPr/>
        </p:nvSpPr>
        <p:spPr>
          <a:xfrm>
            <a:off x="3877688" y="10799517"/>
            <a:ext cx="11426700" cy="318000"/>
          </a:xfrm>
          <a:prstGeom prst="rect">
            <a:avLst/>
          </a:prstGeom>
          <a:noFill/>
          <a:ln>
            <a:noFill/>
          </a:ln>
        </p:spPr>
        <p:txBody>
          <a:bodyPr spcFirstLastPara="1" wrap="square" lIns="184250" tIns="92100" rIns="184250" bIns="92100" anchor="t" anchorCtr="0">
            <a:noAutofit/>
          </a:bodyPr>
          <a:lstStyle/>
          <a:p>
            <a:pPr marL="0" marR="0" lvl="0" indent="0" algn="ctr" rtl="0">
              <a:lnSpc>
                <a:spcPct val="100000"/>
              </a:lnSpc>
              <a:spcBef>
                <a:spcPts val="0"/>
              </a:spcBef>
              <a:spcAft>
                <a:spcPts val="0"/>
              </a:spcAft>
              <a:buNone/>
            </a:pPr>
            <a:r>
              <a:rPr lang="es-CL" sz="2400" b="1" i="0" u="none" strike="noStrike" cap="none">
                <a:solidFill>
                  <a:schemeClr val="dk2"/>
                </a:solidFill>
                <a:latin typeface="Arial"/>
                <a:ea typeface="Arial"/>
                <a:cs typeface="Arial"/>
                <a:sym typeface="Arial"/>
              </a:rPr>
              <a:t>Figura 5. </a:t>
            </a:r>
            <a:r>
              <a:rPr lang="es-CL" sz="2400" b="0" i="0" u="none" strike="noStrike" cap="none">
                <a:solidFill>
                  <a:schemeClr val="dk2"/>
                </a:solidFill>
                <a:latin typeface="Arial"/>
                <a:ea typeface="Arial"/>
                <a:cs typeface="Arial"/>
                <a:sym typeface="Arial"/>
              </a:rPr>
              <a:t>Estructura de una placa Raspberry.</a:t>
            </a:r>
            <a:endParaRPr sz="2400" b="1" i="0" u="none" strike="noStrike" cap="none">
              <a:solidFill>
                <a:schemeClr val="dk2"/>
              </a:solidFill>
              <a:latin typeface="Arial"/>
              <a:ea typeface="Arial"/>
              <a:cs typeface="Arial"/>
              <a:sym typeface="Arial"/>
            </a:endParaRPr>
          </a:p>
        </p:txBody>
      </p:sp>
      <p:sp>
        <p:nvSpPr>
          <p:cNvPr id="252" name="Google Shape;252;g133e68395f5_0_350"/>
          <p:cNvSpPr/>
          <p:nvPr/>
        </p:nvSpPr>
        <p:spPr>
          <a:xfrm>
            <a:off x="739943" y="2211951"/>
            <a:ext cx="18624000" cy="2994600"/>
          </a:xfrm>
          <a:prstGeom prst="rect">
            <a:avLst/>
          </a:prstGeom>
          <a:noFill/>
          <a:ln>
            <a:noFill/>
          </a:ln>
        </p:spPr>
        <p:txBody>
          <a:bodyPr spcFirstLastPara="1" wrap="square" lIns="184250" tIns="92100" rIns="184250" bIns="92100" anchor="t" anchorCtr="0">
            <a:noAutofit/>
          </a:bodyPr>
          <a:lstStyle/>
          <a:p>
            <a:pPr marL="0" marR="0" lvl="0" indent="0" algn="l" rtl="0">
              <a:lnSpc>
                <a:spcPct val="100000"/>
              </a:lnSpc>
              <a:spcBef>
                <a:spcPts val="0"/>
              </a:spcBef>
              <a:spcAft>
                <a:spcPts val="0"/>
              </a:spcAft>
              <a:buNone/>
            </a:pPr>
            <a:r>
              <a:rPr lang="es-CL" sz="2800" b="0" i="0" u="none" strike="noStrike" cap="none">
                <a:solidFill>
                  <a:srgbClr val="000000"/>
                </a:solidFill>
                <a:latin typeface="Arial"/>
                <a:ea typeface="Arial"/>
                <a:cs typeface="Arial"/>
                <a:sym typeface="Arial"/>
              </a:rPr>
              <a:t>La Raspberry Pi 3 B+ cuenta con un GPIO de 40 pines, el cual permite el contacto con el mundo exterior, tanto por sensores como con actuadores, en este punto es importante conocer que el GPIO de Raspberry trabaja con un nivel de 3.3V, así que si quieres conectar sensores que operan a 5V necesitaras un conversor de niveles lógicos te recomendamos el MCI00582 comercializado por MCI Electronics. Debido que el procesador de la Raspberry Pi no tiene un conversor de analógico a digital integrado, por lo tanto si quieres leer sensores analógicos de usar un conversor ADC externo, en MCI Electronics puedes conseguir uno con el código MCI01856. Además cuentas con puertos de comunicación I2C, SPI y UART.</a:t>
            </a:r>
            <a:endParaRPr sz="2800" b="0" i="0" u="none" strike="noStrike" cap="none">
              <a:solidFill>
                <a:srgbClr val="000000"/>
              </a:solidFill>
              <a:latin typeface="Arial"/>
              <a:ea typeface="Arial"/>
              <a:cs typeface="Arial"/>
              <a:sym typeface="Arial"/>
            </a:endParaRPr>
          </a:p>
        </p:txBody>
      </p:sp>
      <p:pic>
        <p:nvPicPr>
          <p:cNvPr id="253" name="Google Shape;253;g133e68395f5_0_350"/>
          <p:cNvPicPr preferRelativeResize="0"/>
          <p:nvPr/>
        </p:nvPicPr>
        <p:blipFill rotWithShape="1">
          <a:blip r:embed="rId3">
            <a:alphaModFix/>
          </a:blip>
          <a:srcRect/>
          <a:stretch/>
        </p:blipFill>
        <p:spPr>
          <a:xfrm>
            <a:off x="4020820" y="5206475"/>
            <a:ext cx="9047480" cy="529242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4"/>
          <p:cNvSpPr txBox="1">
            <a:spLocks noGrp="1"/>
          </p:cNvSpPr>
          <p:nvPr>
            <p:ph type="title"/>
          </p:nvPr>
        </p:nvSpPr>
        <p:spPr>
          <a:xfrm>
            <a:off x="1321990" y="8235994"/>
            <a:ext cx="6048300" cy="2493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Arduino</a:t>
            </a:r>
            <a:endParaRPr/>
          </a:p>
          <a:p>
            <a:pPr marL="0" lvl="0" indent="0" algn="l" rtl="0">
              <a:spcBef>
                <a:spcPts val="0"/>
              </a:spcBef>
              <a:spcAft>
                <a:spcPts val="0"/>
              </a:spcAft>
              <a:buNone/>
            </a:pPr>
            <a:r>
              <a:rPr lang="es-CL"/>
              <a:t>Plataforma Hardware</a:t>
            </a:r>
            <a:endParaRPr/>
          </a:p>
        </p:txBody>
      </p:sp>
      <p:sp>
        <p:nvSpPr>
          <p:cNvPr id="259" name="Google Shape;259;p4"/>
          <p:cNvSpPr txBox="1">
            <a:spLocks noGrp="1"/>
          </p:cNvSpPr>
          <p:nvPr>
            <p:ph type="body" idx="1"/>
          </p:nvPr>
        </p:nvSpPr>
        <p:spPr>
          <a:xfrm>
            <a:off x="8314271" y="8170445"/>
            <a:ext cx="11193600" cy="384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2500"/>
              <a:t>Programando soluciones IoT</a:t>
            </a:r>
            <a:endParaRPr sz="25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6"/>
          <p:cNvSpPr txBox="1">
            <a:spLocks noGrp="1"/>
          </p:cNvSpPr>
          <p:nvPr>
            <p:ph type="body" idx="1"/>
          </p:nvPr>
        </p:nvSpPr>
        <p:spPr>
          <a:xfrm>
            <a:off x="574040" y="1106011"/>
            <a:ext cx="43434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Arduino</a:t>
            </a:r>
            <a:endParaRPr/>
          </a:p>
        </p:txBody>
      </p:sp>
      <p:sp>
        <p:nvSpPr>
          <p:cNvPr id="265" name="Google Shape;265;p6"/>
          <p:cNvSpPr txBox="1">
            <a:spLocks noGrp="1"/>
          </p:cNvSpPr>
          <p:nvPr>
            <p:ph type="body" idx="2"/>
          </p:nvPr>
        </p:nvSpPr>
        <p:spPr>
          <a:xfrm>
            <a:off x="574675" y="2911475"/>
            <a:ext cx="7240800" cy="71421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s-CL" sz="2900"/>
              <a:t>Arduino es una plataforma de creación de electrónica de código abierto, la cual está basada en hardware y software libre, flexible y fácil de utilizar para los creadores y desarrolladores. Esta plataforma permite crear diferentes tipos de microordenadores de una sola placa a los que la comunidad de creadores puede darles diferentes tipos de uso.</a:t>
            </a:r>
            <a:endParaRPr sz="2900"/>
          </a:p>
          <a:p>
            <a:pPr marL="0" lvl="0" indent="0" algn="ctr" rtl="0">
              <a:spcBef>
                <a:spcPts val="0"/>
              </a:spcBef>
              <a:spcAft>
                <a:spcPts val="0"/>
              </a:spcAft>
              <a:buNone/>
            </a:pPr>
            <a:endParaRPr sz="2900"/>
          </a:p>
          <a:p>
            <a:pPr marL="0" lvl="0" indent="0" algn="ctr" rtl="0">
              <a:spcBef>
                <a:spcPts val="0"/>
              </a:spcBef>
              <a:spcAft>
                <a:spcPts val="0"/>
              </a:spcAft>
              <a:buNone/>
            </a:pPr>
            <a:r>
              <a:rPr lang="es-CL" sz="2900"/>
              <a:t>También es posible definirla como una placa con todos los elementos necesarios para conectar periféricos a las entradas y salidas de un microcontrolador, y que puede ser programada tanto en Windows como macOS y GNU/Linux.</a:t>
            </a:r>
            <a:endParaRPr sz="2900"/>
          </a:p>
        </p:txBody>
      </p:sp>
      <p:pic>
        <p:nvPicPr>
          <p:cNvPr id="266" name="Google Shape;266;p6"/>
          <p:cNvPicPr preferRelativeResize="0"/>
          <p:nvPr/>
        </p:nvPicPr>
        <p:blipFill>
          <a:blip r:embed="rId3">
            <a:alphaModFix/>
          </a:blip>
          <a:stretch>
            <a:fillRect/>
          </a:stretch>
        </p:blipFill>
        <p:spPr>
          <a:xfrm>
            <a:off x="9733067" y="3967050"/>
            <a:ext cx="7753309" cy="3700975"/>
          </a:xfrm>
          <a:prstGeom prst="rect">
            <a:avLst/>
          </a:prstGeom>
          <a:noFill/>
          <a:ln>
            <a:noFill/>
          </a:ln>
        </p:spPr>
      </p:pic>
      <p:sp>
        <p:nvSpPr>
          <p:cNvPr id="267" name="Google Shape;267;p6"/>
          <p:cNvSpPr txBox="1"/>
          <p:nvPr/>
        </p:nvSpPr>
        <p:spPr>
          <a:xfrm>
            <a:off x="9111400" y="7982800"/>
            <a:ext cx="9679200" cy="954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L" sz="2500">
                <a:latin typeface="Calibri"/>
                <a:ea typeface="Calibri"/>
                <a:cs typeface="Calibri"/>
                <a:sym typeface="Calibri"/>
              </a:rPr>
              <a:t>Revisemos el video en material complementario “Proyecto Arduino ejemplo.mp4” para ver el potencial de esta herramienta</a:t>
            </a:r>
            <a:endParaRPr sz="250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
          <p:cNvSpPr txBox="1">
            <a:spLocks noGrp="1"/>
          </p:cNvSpPr>
          <p:nvPr>
            <p:ph type="body" idx="1"/>
          </p:nvPr>
        </p:nvSpPr>
        <p:spPr>
          <a:xfrm>
            <a:off x="574040" y="1258411"/>
            <a:ext cx="43434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Arduino</a:t>
            </a:r>
            <a:endParaRPr/>
          </a:p>
        </p:txBody>
      </p:sp>
      <p:sp>
        <p:nvSpPr>
          <p:cNvPr id="273" name="Google Shape;273;p3"/>
          <p:cNvSpPr txBox="1">
            <a:spLocks noGrp="1"/>
          </p:cNvSpPr>
          <p:nvPr>
            <p:ph type="body" idx="2"/>
          </p:nvPr>
        </p:nvSpPr>
        <p:spPr>
          <a:xfrm>
            <a:off x="574675" y="2911475"/>
            <a:ext cx="4343400" cy="6312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4100" u="sng"/>
              <a:t>Ventajas</a:t>
            </a:r>
            <a:endParaRPr sz="4100" u="sng"/>
          </a:p>
        </p:txBody>
      </p:sp>
      <p:sp>
        <p:nvSpPr>
          <p:cNvPr id="274" name="Google Shape;274;p3"/>
          <p:cNvSpPr/>
          <p:nvPr/>
        </p:nvSpPr>
        <p:spPr>
          <a:xfrm>
            <a:off x="6967474" y="6317300"/>
            <a:ext cx="806450" cy="787400"/>
          </a:xfrm>
          <a:custGeom>
            <a:avLst/>
            <a:gdLst/>
            <a:ahLst/>
            <a:cxnLst/>
            <a:rect l="l" t="t" r="r" b="b"/>
            <a:pathLst>
              <a:path w="806450" h="787400" extrusionOk="0">
                <a:moveTo>
                  <a:pt x="402856" y="0"/>
                </a:moveTo>
                <a:lnTo>
                  <a:pt x="355902" y="2540"/>
                </a:lnTo>
                <a:lnTo>
                  <a:pt x="310527" y="10160"/>
                </a:lnTo>
                <a:lnTo>
                  <a:pt x="267035" y="22860"/>
                </a:lnTo>
                <a:lnTo>
                  <a:pt x="225730" y="40640"/>
                </a:lnTo>
                <a:lnTo>
                  <a:pt x="186918" y="62230"/>
                </a:lnTo>
                <a:lnTo>
                  <a:pt x="150902" y="87630"/>
                </a:lnTo>
                <a:lnTo>
                  <a:pt x="117988" y="115570"/>
                </a:lnTo>
                <a:lnTo>
                  <a:pt x="88479" y="148590"/>
                </a:lnTo>
                <a:lnTo>
                  <a:pt x="62681" y="182880"/>
                </a:lnTo>
                <a:lnTo>
                  <a:pt x="40897" y="220980"/>
                </a:lnTo>
                <a:lnTo>
                  <a:pt x="23433" y="261620"/>
                </a:lnTo>
                <a:lnTo>
                  <a:pt x="10592" y="304800"/>
                </a:lnTo>
                <a:lnTo>
                  <a:pt x="2679" y="347980"/>
                </a:lnTo>
                <a:lnTo>
                  <a:pt x="0" y="394970"/>
                </a:lnTo>
                <a:lnTo>
                  <a:pt x="2752" y="440690"/>
                </a:lnTo>
                <a:lnTo>
                  <a:pt x="10736" y="485140"/>
                </a:lnTo>
                <a:lnTo>
                  <a:pt x="23645" y="527050"/>
                </a:lnTo>
                <a:lnTo>
                  <a:pt x="41174" y="567690"/>
                </a:lnTo>
                <a:lnTo>
                  <a:pt x="63019" y="605790"/>
                </a:lnTo>
                <a:lnTo>
                  <a:pt x="88874" y="640080"/>
                </a:lnTo>
                <a:lnTo>
                  <a:pt x="118434" y="673100"/>
                </a:lnTo>
                <a:lnTo>
                  <a:pt x="151395" y="701040"/>
                </a:lnTo>
                <a:lnTo>
                  <a:pt x="187450" y="726440"/>
                </a:lnTo>
                <a:lnTo>
                  <a:pt x="226295" y="748030"/>
                </a:lnTo>
                <a:lnTo>
                  <a:pt x="267625" y="764540"/>
                </a:lnTo>
                <a:lnTo>
                  <a:pt x="311135" y="777240"/>
                </a:lnTo>
                <a:lnTo>
                  <a:pt x="356520" y="784860"/>
                </a:lnTo>
                <a:lnTo>
                  <a:pt x="403474" y="787400"/>
                </a:lnTo>
                <a:lnTo>
                  <a:pt x="450426" y="784860"/>
                </a:lnTo>
                <a:lnTo>
                  <a:pt x="495800" y="777240"/>
                </a:lnTo>
                <a:lnTo>
                  <a:pt x="539290" y="764540"/>
                </a:lnTo>
                <a:lnTo>
                  <a:pt x="545645" y="762000"/>
                </a:lnTo>
                <a:lnTo>
                  <a:pt x="390867" y="762000"/>
                </a:lnTo>
                <a:lnTo>
                  <a:pt x="368767" y="754380"/>
                </a:lnTo>
                <a:lnTo>
                  <a:pt x="318231" y="754380"/>
                </a:lnTo>
                <a:lnTo>
                  <a:pt x="270563" y="740410"/>
                </a:lnTo>
                <a:lnTo>
                  <a:pt x="225761" y="720090"/>
                </a:lnTo>
                <a:lnTo>
                  <a:pt x="184279" y="694690"/>
                </a:lnTo>
                <a:lnTo>
                  <a:pt x="146571" y="665480"/>
                </a:lnTo>
                <a:lnTo>
                  <a:pt x="165709" y="648970"/>
                </a:lnTo>
                <a:lnTo>
                  <a:pt x="167394" y="647700"/>
                </a:lnTo>
                <a:lnTo>
                  <a:pt x="128708" y="647700"/>
                </a:lnTo>
                <a:lnTo>
                  <a:pt x="94729" y="607060"/>
                </a:lnTo>
                <a:lnTo>
                  <a:pt x="66808" y="562610"/>
                </a:lnTo>
                <a:lnTo>
                  <a:pt x="45554" y="513080"/>
                </a:lnTo>
                <a:lnTo>
                  <a:pt x="31580" y="461010"/>
                </a:lnTo>
                <a:lnTo>
                  <a:pt x="25496" y="406400"/>
                </a:lnTo>
                <a:lnTo>
                  <a:pt x="805576" y="406400"/>
                </a:lnTo>
                <a:lnTo>
                  <a:pt x="806320" y="393700"/>
                </a:lnTo>
                <a:lnTo>
                  <a:pt x="805632" y="382270"/>
                </a:lnTo>
                <a:lnTo>
                  <a:pt x="25486" y="382270"/>
                </a:lnTo>
                <a:lnTo>
                  <a:pt x="31478" y="327660"/>
                </a:lnTo>
                <a:lnTo>
                  <a:pt x="45366" y="275590"/>
                </a:lnTo>
                <a:lnTo>
                  <a:pt x="66539" y="226060"/>
                </a:lnTo>
                <a:lnTo>
                  <a:pt x="94387" y="181610"/>
                </a:lnTo>
                <a:lnTo>
                  <a:pt x="128299" y="140970"/>
                </a:lnTo>
                <a:lnTo>
                  <a:pt x="166992" y="140970"/>
                </a:lnTo>
                <a:lnTo>
                  <a:pt x="165305" y="139700"/>
                </a:lnTo>
                <a:lnTo>
                  <a:pt x="183794" y="93980"/>
                </a:lnTo>
                <a:lnTo>
                  <a:pt x="225233" y="68580"/>
                </a:lnTo>
                <a:lnTo>
                  <a:pt x="270003" y="48260"/>
                </a:lnTo>
                <a:lnTo>
                  <a:pt x="317644" y="34290"/>
                </a:lnTo>
                <a:lnTo>
                  <a:pt x="367076" y="34290"/>
                </a:lnTo>
                <a:lnTo>
                  <a:pt x="390260" y="25400"/>
                </a:lnTo>
                <a:lnTo>
                  <a:pt x="544608" y="25400"/>
                </a:lnTo>
                <a:lnTo>
                  <a:pt x="538704" y="22860"/>
                </a:lnTo>
                <a:lnTo>
                  <a:pt x="495195" y="10160"/>
                </a:lnTo>
                <a:lnTo>
                  <a:pt x="449810" y="2540"/>
                </a:lnTo>
                <a:lnTo>
                  <a:pt x="402856" y="0"/>
                </a:lnTo>
                <a:close/>
              </a:path>
              <a:path w="806450" h="787400" extrusionOk="0">
                <a:moveTo>
                  <a:pt x="415882" y="566420"/>
                </a:moveTo>
                <a:lnTo>
                  <a:pt x="390710" y="566420"/>
                </a:lnTo>
                <a:lnTo>
                  <a:pt x="390867" y="762000"/>
                </a:lnTo>
                <a:lnTo>
                  <a:pt x="416039" y="762000"/>
                </a:lnTo>
                <a:lnTo>
                  <a:pt x="415882" y="566420"/>
                </a:lnTo>
                <a:close/>
              </a:path>
              <a:path w="806450" h="787400" extrusionOk="0">
                <a:moveTo>
                  <a:pt x="543501" y="566420"/>
                </a:moveTo>
                <a:lnTo>
                  <a:pt x="415882" y="566420"/>
                </a:lnTo>
                <a:lnTo>
                  <a:pt x="451986" y="568960"/>
                </a:lnTo>
                <a:lnTo>
                  <a:pt x="487065" y="575310"/>
                </a:lnTo>
                <a:lnTo>
                  <a:pt x="520959" y="584200"/>
                </a:lnTo>
                <a:lnTo>
                  <a:pt x="553511" y="596900"/>
                </a:lnTo>
                <a:lnTo>
                  <a:pt x="532961" y="648970"/>
                </a:lnTo>
                <a:lnTo>
                  <a:pt x="508285" y="692150"/>
                </a:lnTo>
                <a:lnTo>
                  <a:pt x="480136" y="726440"/>
                </a:lnTo>
                <a:lnTo>
                  <a:pt x="449170" y="750570"/>
                </a:lnTo>
                <a:lnTo>
                  <a:pt x="416039" y="762000"/>
                </a:lnTo>
                <a:lnTo>
                  <a:pt x="545645" y="762000"/>
                </a:lnTo>
                <a:lnTo>
                  <a:pt x="564708" y="754380"/>
                </a:lnTo>
                <a:lnTo>
                  <a:pt x="488697" y="754380"/>
                </a:lnTo>
                <a:lnTo>
                  <a:pt x="515038" y="726440"/>
                </a:lnTo>
                <a:lnTo>
                  <a:pt x="538796" y="693420"/>
                </a:lnTo>
                <a:lnTo>
                  <a:pt x="559650" y="652780"/>
                </a:lnTo>
                <a:lnTo>
                  <a:pt x="577280" y="607060"/>
                </a:lnTo>
                <a:lnTo>
                  <a:pt x="625750" y="607060"/>
                </a:lnTo>
                <a:lnTo>
                  <a:pt x="609764" y="596900"/>
                </a:lnTo>
                <a:lnTo>
                  <a:pt x="584652" y="582930"/>
                </a:lnTo>
                <a:lnTo>
                  <a:pt x="587124" y="572770"/>
                </a:lnTo>
                <a:lnTo>
                  <a:pt x="560642" y="572770"/>
                </a:lnTo>
                <a:lnTo>
                  <a:pt x="543501" y="566420"/>
                </a:lnTo>
                <a:close/>
              </a:path>
              <a:path w="806450" h="787400" extrusionOk="0">
                <a:moveTo>
                  <a:pt x="257683" y="608330"/>
                </a:moveTo>
                <a:lnTo>
                  <a:pt x="229406" y="608330"/>
                </a:lnTo>
                <a:lnTo>
                  <a:pt x="247096" y="652780"/>
                </a:lnTo>
                <a:lnTo>
                  <a:pt x="268015" y="693420"/>
                </a:lnTo>
                <a:lnTo>
                  <a:pt x="291836" y="726440"/>
                </a:lnTo>
                <a:lnTo>
                  <a:pt x="318231" y="754380"/>
                </a:lnTo>
                <a:lnTo>
                  <a:pt x="368767" y="754380"/>
                </a:lnTo>
                <a:lnTo>
                  <a:pt x="357718" y="750570"/>
                </a:lnTo>
                <a:lnTo>
                  <a:pt x="326719" y="727710"/>
                </a:lnTo>
                <a:lnTo>
                  <a:pt x="298523" y="692150"/>
                </a:lnTo>
                <a:lnTo>
                  <a:pt x="273784" y="648970"/>
                </a:lnTo>
                <a:lnTo>
                  <a:pt x="257683" y="608330"/>
                </a:lnTo>
                <a:close/>
              </a:path>
              <a:path w="806450" h="787400" extrusionOk="0">
                <a:moveTo>
                  <a:pt x="625750" y="607060"/>
                </a:moveTo>
                <a:lnTo>
                  <a:pt x="577280" y="607060"/>
                </a:lnTo>
                <a:lnTo>
                  <a:pt x="599508" y="619760"/>
                </a:lnTo>
                <a:lnTo>
                  <a:pt x="620775" y="633730"/>
                </a:lnTo>
                <a:lnTo>
                  <a:pt x="641019" y="648970"/>
                </a:lnTo>
                <a:lnTo>
                  <a:pt x="660178" y="664210"/>
                </a:lnTo>
                <a:lnTo>
                  <a:pt x="622522" y="694690"/>
                </a:lnTo>
                <a:lnTo>
                  <a:pt x="581085" y="720090"/>
                </a:lnTo>
                <a:lnTo>
                  <a:pt x="536325" y="739140"/>
                </a:lnTo>
                <a:lnTo>
                  <a:pt x="488697" y="754380"/>
                </a:lnTo>
                <a:lnTo>
                  <a:pt x="564708" y="754380"/>
                </a:lnTo>
                <a:lnTo>
                  <a:pt x="619405" y="726440"/>
                </a:lnTo>
                <a:lnTo>
                  <a:pt x="655419" y="701040"/>
                </a:lnTo>
                <a:lnTo>
                  <a:pt x="688333" y="671830"/>
                </a:lnTo>
                <a:lnTo>
                  <a:pt x="710760" y="647700"/>
                </a:lnTo>
                <a:lnTo>
                  <a:pt x="678021" y="647700"/>
                </a:lnTo>
                <a:lnTo>
                  <a:pt x="656519" y="628650"/>
                </a:lnTo>
                <a:lnTo>
                  <a:pt x="633743" y="612140"/>
                </a:lnTo>
                <a:lnTo>
                  <a:pt x="625750" y="607060"/>
                </a:lnTo>
                <a:close/>
              </a:path>
              <a:path w="806450" h="787400" extrusionOk="0">
                <a:moveTo>
                  <a:pt x="222579" y="406400"/>
                </a:moveTo>
                <a:lnTo>
                  <a:pt x="197397" y="406400"/>
                </a:lnTo>
                <a:lnTo>
                  <a:pt x="199598" y="454660"/>
                </a:lnTo>
                <a:lnTo>
                  <a:pt x="204522" y="499110"/>
                </a:lnTo>
                <a:lnTo>
                  <a:pt x="212030" y="543560"/>
                </a:lnTo>
                <a:lnTo>
                  <a:pt x="221982" y="584200"/>
                </a:lnTo>
                <a:lnTo>
                  <a:pt x="196883" y="596900"/>
                </a:lnTo>
                <a:lnTo>
                  <a:pt x="172926" y="612140"/>
                </a:lnTo>
                <a:lnTo>
                  <a:pt x="150179" y="629920"/>
                </a:lnTo>
                <a:lnTo>
                  <a:pt x="128708" y="647700"/>
                </a:lnTo>
                <a:lnTo>
                  <a:pt x="167394" y="647700"/>
                </a:lnTo>
                <a:lnTo>
                  <a:pt x="185935" y="633730"/>
                </a:lnTo>
                <a:lnTo>
                  <a:pt x="207188" y="619760"/>
                </a:lnTo>
                <a:lnTo>
                  <a:pt x="229406" y="608330"/>
                </a:lnTo>
                <a:lnTo>
                  <a:pt x="257683" y="608330"/>
                </a:lnTo>
                <a:lnTo>
                  <a:pt x="253154" y="596900"/>
                </a:lnTo>
                <a:lnTo>
                  <a:pt x="285673" y="584200"/>
                </a:lnTo>
                <a:lnTo>
                  <a:pt x="319545" y="575310"/>
                </a:lnTo>
                <a:lnTo>
                  <a:pt x="333571" y="572770"/>
                </a:lnTo>
                <a:lnTo>
                  <a:pt x="245971" y="572770"/>
                </a:lnTo>
                <a:lnTo>
                  <a:pt x="236590" y="534670"/>
                </a:lnTo>
                <a:lnTo>
                  <a:pt x="229449" y="494030"/>
                </a:lnTo>
                <a:lnTo>
                  <a:pt x="224722" y="450850"/>
                </a:lnTo>
                <a:lnTo>
                  <a:pt x="222579" y="406400"/>
                </a:lnTo>
                <a:close/>
              </a:path>
              <a:path w="806450" h="787400" extrusionOk="0">
                <a:moveTo>
                  <a:pt x="805576" y="406400"/>
                </a:moveTo>
                <a:lnTo>
                  <a:pt x="780845" y="406400"/>
                </a:lnTo>
                <a:lnTo>
                  <a:pt x="774852" y="461010"/>
                </a:lnTo>
                <a:lnTo>
                  <a:pt x="760964" y="513080"/>
                </a:lnTo>
                <a:lnTo>
                  <a:pt x="739789" y="561340"/>
                </a:lnTo>
                <a:lnTo>
                  <a:pt x="711938" y="607060"/>
                </a:lnTo>
                <a:lnTo>
                  <a:pt x="678021" y="647700"/>
                </a:lnTo>
                <a:lnTo>
                  <a:pt x="710760" y="647700"/>
                </a:lnTo>
                <a:lnTo>
                  <a:pt x="743640" y="604520"/>
                </a:lnTo>
                <a:lnTo>
                  <a:pt x="765423" y="566420"/>
                </a:lnTo>
                <a:lnTo>
                  <a:pt x="782888" y="527050"/>
                </a:lnTo>
                <a:lnTo>
                  <a:pt x="795728" y="483870"/>
                </a:lnTo>
                <a:lnTo>
                  <a:pt x="803641" y="439420"/>
                </a:lnTo>
                <a:lnTo>
                  <a:pt x="805576" y="406400"/>
                </a:lnTo>
                <a:close/>
              </a:path>
              <a:path w="806450" h="787400" extrusionOk="0">
                <a:moveTo>
                  <a:pt x="415746" y="406400"/>
                </a:moveTo>
                <a:lnTo>
                  <a:pt x="390574" y="406400"/>
                </a:lnTo>
                <a:lnTo>
                  <a:pt x="390689" y="542290"/>
                </a:lnTo>
                <a:lnTo>
                  <a:pt x="352754" y="544830"/>
                </a:lnTo>
                <a:lnTo>
                  <a:pt x="315880" y="551180"/>
                </a:lnTo>
                <a:lnTo>
                  <a:pt x="280230" y="560070"/>
                </a:lnTo>
                <a:lnTo>
                  <a:pt x="245971" y="572770"/>
                </a:lnTo>
                <a:lnTo>
                  <a:pt x="333571" y="572770"/>
                </a:lnTo>
                <a:lnTo>
                  <a:pt x="354610" y="568960"/>
                </a:lnTo>
                <a:lnTo>
                  <a:pt x="390710" y="566420"/>
                </a:lnTo>
                <a:lnTo>
                  <a:pt x="543501" y="566420"/>
                </a:lnTo>
                <a:lnTo>
                  <a:pt x="526360" y="560070"/>
                </a:lnTo>
                <a:lnTo>
                  <a:pt x="490699" y="551180"/>
                </a:lnTo>
                <a:lnTo>
                  <a:pt x="453817" y="544830"/>
                </a:lnTo>
                <a:lnTo>
                  <a:pt x="415872" y="542290"/>
                </a:lnTo>
                <a:lnTo>
                  <a:pt x="415746" y="406400"/>
                </a:lnTo>
                <a:close/>
              </a:path>
              <a:path w="806450" h="787400" extrusionOk="0">
                <a:moveTo>
                  <a:pt x="608934" y="406400"/>
                </a:moveTo>
                <a:lnTo>
                  <a:pt x="583762" y="406400"/>
                </a:lnTo>
                <a:lnTo>
                  <a:pt x="581694" y="450850"/>
                </a:lnTo>
                <a:lnTo>
                  <a:pt x="577036" y="492760"/>
                </a:lnTo>
                <a:lnTo>
                  <a:pt x="569960" y="534670"/>
                </a:lnTo>
                <a:lnTo>
                  <a:pt x="560642" y="572770"/>
                </a:lnTo>
                <a:lnTo>
                  <a:pt x="587124" y="572770"/>
                </a:lnTo>
                <a:lnTo>
                  <a:pt x="594540" y="542290"/>
                </a:lnTo>
                <a:lnTo>
                  <a:pt x="601980" y="499110"/>
                </a:lnTo>
                <a:lnTo>
                  <a:pt x="606826" y="453390"/>
                </a:lnTo>
                <a:lnTo>
                  <a:pt x="608934" y="406400"/>
                </a:lnTo>
                <a:close/>
              </a:path>
              <a:path w="806450" h="787400" extrusionOk="0">
                <a:moveTo>
                  <a:pt x="166992" y="140970"/>
                </a:moveTo>
                <a:lnTo>
                  <a:pt x="128299" y="140970"/>
                </a:lnTo>
                <a:lnTo>
                  <a:pt x="149797" y="158750"/>
                </a:lnTo>
                <a:lnTo>
                  <a:pt x="172573" y="176530"/>
                </a:lnTo>
                <a:lnTo>
                  <a:pt x="196554" y="191770"/>
                </a:lnTo>
                <a:lnTo>
                  <a:pt x="221668" y="204470"/>
                </a:lnTo>
                <a:lnTo>
                  <a:pt x="211784" y="245110"/>
                </a:lnTo>
                <a:lnTo>
                  <a:pt x="204344" y="288290"/>
                </a:lnTo>
                <a:lnTo>
                  <a:pt x="199496" y="334010"/>
                </a:lnTo>
                <a:lnTo>
                  <a:pt x="197386" y="382270"/>
                </a:lnTo>
                <a:lnTo>
                  <a:pt x="222558" y="382270"/>
                </a:lnTo>
                <a:lnTo>
                  <a:pt x="224630" y="337820"/>
                </a:lnTo>
                <a:lnTo>
                  <a:pt x="229288" y="294640"/>
                </a:lnTo>
                <a:lnTo>
                  <a:pt x="236361" y="254000"/>
                </a:lnTo>
                <a:lnTo>
                  <a:pt x="245678" y="215900"/>
                </a:lnTo>
                <a:lnTo>
                  <a:pt x="333286" y="215900"/>
                </a:lnTo>
                <a:lnTo>
                  <a:pt x="319254" y="213360"/>
                </a:lnTo>
                <a:lnTo>
                  <a:pt x="285365" y="204470"/>
                </a:lnTo>
                <a:lnTo>
                  <a:pt x="252829" y="191770"/>
                </a:lnTo>
                <a:lnTo>
                  <a:pt x="257339" y="180340"/>
                </a:lnTo>
                <a:lnTo>
                  <a:pt x="229040" y="180340"/>
                </a:lnTo>
                <a:lnTo>
                  <a:pt x="206813" y="168910"/>
                </a:lnTo>
                <a:lnTo>
                  <a:pt x="185549" y="154940"/>
                </a:lnTo>
                <a:lnTo>
                  <a:pt x="166992" y="140970"/>
                </a:lnTo>
                <a:close/>
              </a:path>
              <a:path w="806450" h="787400" extrusionOk="0">
                <a:moveTo>
                  <a:pt x="333286" y="215900"/>
                </a:moveTo>
                <a:lnTo>
                  <a:pt x="245678" y="215900"/>
                </a:lnTo>
                <a:lnTo>
                  <a:pt x="279963" y="228600"/>
                </a:lnTo>
                <a:lnTo>
                  <a:pt x="315629" y="237490"/>
                </a:lnTo>
                <a:lnTo>
                  <a:pt x="352511" y="243840"/>
                </a:lnTo>
                <a:lnTo>
                  <a:pt x="390448" y="246380"/>
                </a:lnTo>
                <a:lnTo>
                  <a:pt x="390553" y="382270"/>
                </a:lnTo>
                <a:lnTo>
                  <a:pt x="415746" y="382270"/>
                </a:lnTo>
                <a:lnTo>
                  <a:pt x="415631" y="246380"/>
                </a:lnTo>
                <a:lnTo>
                  <a:pt x="453566" y="243840"/>
                </a:lnTo>
                <a:lnTo>
                  <a:pt x="490441" y="237490"/>
                </a:lnTo>
                <a:lnTo>
                  <a:pt x="526094" y="227330"/>
                </a:lnTo>
                <a:lnTo>
                  <a:pt x="541323" y="222250"/>
                </a:lnTo>
                <a:lnTo>
                  <a:pt x="390438" y="222250"/>
                </a:lnTo>
                <a:lnTo>
                  <a:pt x="354333" y="219710"/>
                </a:lnTo>
                <a:lnTo>
                  <a:pt x="333286" y="215900"/>
                </a:lnTo>
                <a:close/>
              </a:path>
              <a:path w="806450" h="787400" extrusionOk="0">
                <a:moveTo>
                  <a:pt x="587148" y="215900"/>
                </a:moveTo>
                <a:lnTo>
                  <a:pt x="560359" y="215900"/>
                </a:lnTo>
                <a:lnTo>
                  <a:pt x="569739" y="254000"/>
                </a:lnTo>
                <a:lnTo>
                  <a:pt x="576876" y="294640"/>
                </a:lnTo>
                <a:lnTo>
                  <a:pt x="581600" y="337820"/>
                </a:lnTo>
                <a:lnTo>
                  <a:pt x="583741" y="382270"/>
                </a:lnTo>
                <a:lnTo>
                  <a:pt x="608923" y="382270"/>
                </a:lnTo>
                <a:lnTo>
                  <a:pt x="606733" y="334010"/>
                </a:lnTo>
                <a:lnTo>
                  <a:pt x="601811" y="288290"/>
                </a:lnTo>
                <a:lnTo>
                  <a:pt x="594302" y="245110"/>
                </a:lnTo>
                <a:lnTo>
                  <a:pt x="587148" y="215900"/>
                </a:lnTo>
                <a:close/>
              </a:path>
              <a:path w="806450" h="787400" extrusionOk="0">
                <a:moveTo>
                  <a:pt x="711538" y="140970"/>
                </a:moveTo>
                <a:lnTo>
                  <a:pt x="677612" y="140970"/>
                </a:lnTo>
                <a:lnTo>
                  <a:pt x="711592" y="181610"/>
                </a:lnTo>
                <a:lnTo>
                  <a:pt x="739515" y="226060"/>
                </a:lnTo>
                <a:lnTo>
                  <a:pt x="760770" y="274320"/>
                </a:lnTo>
                <a:lnTo>
                  <a:pt x="774744" y="326390"/>
                </a:lnTo>
                <a:lnTo>
                  <a:pt x="780824" y="381000"/>
                </a:lnTo>
                <a:lnTo>
                  <a:pt x="608923" y="382270"/>
                </a:lnTo>
                <a:lnTo>
                  <a:pt x="805632" y="382270"/>
                </a:lnTo>
                <a:lnTo>
                  <a:pt x="795585" y="303530"/>
                </a:lnTo>
                <a:lnTo>
                  <a:pt x="782676" y="261620"/>
                </a:lnTo>
                <a:lnTo>
                  <a:pt x="765148" y="220980"/>
                </a:lnTo>
                <a:lnTo>
                  <a:pt x="743304" y="182880"/>
                </a:lnTo>
                <a:lnTo>
                  <a:pt x="717450" y="147320"/>
                </a:lnTo>
                <a:lnTo>
                  <a:pt x="711538" y="140970"/>
                </a:lnTo>
                <a:close/>
              </a:path>
              <a:path w="806450" h="787400" extrusionOk="0">
                <a:moveTo>
                  <a:pt x="415453" y="25400"/>
                </a:moveTo>
                <a:lnTo>
                  <a:pt x="390260" y="25400"/>
                </a:lnTo>
                <a:lnTo>
                  <a:pt x="390438" y="222250"/>
                </a:lnTo>
                <a:lnTo>
                  <a:pt x="415610" y="222250"/>
                </a:lnTo>
                <a:lnTo>
                  <a:pt x="415453" y="25400"/>
                </a:lnTo>
                <a:close/>
              </a:path>
              <a:path w="806450" h="787400" extrusionOk="0">
                <a:moveTo>
                  <a:pt x="544608" y="25400"/>
                </a:moveTo>
                <a:lnTo>
                  <a:pt x="415453" y="25400"/>
                </a:lnTo>
                <a:lnTo>
                  <a:pt x="448606" y="36830"/>
                </a:lnTo>
                <a:lnTo>
                  <a:pt x="479611" y="60960"/>
                </a:lnTo>
                <a:lnTo>
                  <a:pt x="507813" y="95250"/>
                </a:lnTo>
                <a:lnTo>
                  <a:pt x="532554" y="139700"/>
                </a:lnTo>
                <a:lnTo>
                  <a:pt x="553176" y="191770"/>
                </a:lnTo>
                <a:lnTo>
                  <a:pt x="520651" y="203200"/>
                </a:lnTo>
                <a:lnTo>
                  <a:pt x="486777" y="213360"/>
                </a:lnTo>
                <a:lnTo>
                  <a:pt x="451710" y="219710"/>
                </a:lnTo>
                <a:lnTo>
                  <a:pt x="415610" y="222250"/>
                </a:lnTo>
                <a:lnTo>
                  <a:pt x="541323" y="222250"/>
                </a:lnTo>
                <a:lnTo>
                  <a:pt x="560359" y="215900"/>
                </a:lnTo>
                <a:lnTo>
                  <a:pt x="587148" y="215900"/>
                </a:lnTo>
                <a:lnTo>
                  <a:pt x="584348" y="204470"/>
                </a:lnTo>
                <a:lnTo>
                  <a:pt x="609437" y="190500"/>
                </a:lnTo>
                <a:lnTo>
                  <a:pt x="625407" y="180340"/>
                </a:lnTo>
                <a:lnTo>
                  <a:pt x="576924" y="180340"/>
                </a:lnTo>
                <a:lnTo>
                  <a:pt x="559230" y="134620"/>
                </a:lnTo>
                <a:lnTo>
                  <a:pt x="538312" y="95250"/>
                </a:lnTo>
                <a:lnTo>
                  <a:pt x="514493" y="60960"/>
                </a:lnTo>
                <a:lnTo>
                  <a:pt x="488100" y="34290"/>
                </a:lnTo>
                <a:lnTo>
                  <a:pt x="565273" y="34290"/>
                </a:lnTo>
                <a:lnTo>
                  <a:pt x="544608" y="25400"/>
                </a:lnTo>
                <a:close/>
              </a:path>
              <a:path w="806450" h="787400" extrusionOk="0">
                <a:moveTo>
                  <a:pt x="367076" y="34290"/>
                </a:moveTo>
                <a:lnTo>
                  <a:pt x="317644" y="34290"/>
                </a:lnTo>
                <a:lnTo>
                  <a:pt x="291296" y="60960"/>
                </a:lnTo>
                <a:lnTo>
                  <a:pt x="267531" y="95250"/>
                </a:lnTo>
                <a:lnTo>
                  <a:pt x="246671" y="134620"/>
                </a:lnTo>
                <a:lnTo>
                  <a:pt x="229040" y="180340"/>
                </a:lnTo>
                <a:lnTo>
                  <a:pt x="257339" y="180340"/>
                </a:lnTo>
                <a:lnTo>
                  <a:pt x="273374" y="139700"/>
                </a:lnTo>
                <a:lnTo>
                  <a:pt x="298043" y="95250"/>
                </a:lnTo>
                <a:lnTo>
                  <a:pt x="326184" y="60960"/>
                </a:lnTo>
                <a:lnTo>
                  <a:pt x="357141" y="38100"/>
                </a:lnTo>
                <a:lnTo>
                  <a:pt x="367076" y="34290"/>
                </a:lnTo>
                <a:close/>
              </a:path>
              <a:path w="806450" h="787400" extrusionOk="0">
                <a:moveTo>
                  <a:pt x="565273" y="34290"/>
                </a:moveTo>
                <a:lnTo>
                  <a:pt x="488100" y="34290"/>
                </a:lnTo>
                <a:lnTo>
                  <a:pt x="535766" y="48260"/>
                </a:lnTo>
                <a:lnTo>
                  <a:pt x="580564" y="68580"/>
                </a:lnTo>
                <a:lnTo>
                  <a:pt x="622043" y="93980"/>
                </a:lnTo>
                <a:lnTo>
                  <a:pt x="659749" y="123190"/>
                </a:lnTo>
                <a:lnTo>
                  <a:pt x="640603" y="139700"/>
                </a:lnTo>
                <a:lnTo>
                  <a:pt x="620379" y="154940"/>
                </a:lnTo>
                <a:lnTo>
                  <a:pt x="599133" y="167640"/>
                </a:lnTo>
                <a:lnTo>
                  <a:pt x="576924" y="180340"/>
                </a:lnTo>
                <a:lnTo>
                  <a:pt x="625407" y="180340"/>
                </a:lnTo>
                <a:lnTo>
                  <a:pt x="633391" y="175260"/>
                </a:lnTo>
                <a:lnTo>
                  <a:pt x="656140" y="158750"/>
                </a:lnTo>
                <a:lnTo>
                  <a:pt x="677612" y="140970"/>
                </a:lnTo>
                <a:lnTo>
                  <a:pt x="711538" y="140970"/>
                </a:lnTo>
                <a:lnTo>
                  <a:pt x="687891" y="115570"/>
                </a:lnTo>
                <a:lnTo>
                  <a:pt x="654932" y="86360"/>
                </a:lnTo>
                <a:lnTo>
                  <a:pt x="618877" y="60960"/>
                </a:lnTo>
                <a:lnTo>
                  <a:pt x="580033" y="40640"/>
                </a:lnTo>
                <a:lnTo>
                  <a:pt x="565273" y="34290"/>
                </a:lnTo>
                <a:close/>
              </a:path>
            </a:pathLst>
          </a:custGeom>
          <a:solidFill>
            <a:srgbClr val="2E2D2E"/>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75" name="Google Shape;275;p3"/>
          <p:cNvPicPr preferRelativeResize="0"/>
          <p:nvPr/>
        </p:nvPicPr>
        <p:blipFill rotWithShape="1">
          <a:blip r:embed="rId3">
            <a:alphaModFix/>
          </a:blip>
          <a:srcRect/>
          <a:stretch/>
        </p:blipFill>
        <p:spPr>
          <a:xfrm>
            <a:off x="6855345" y="2029831"/>
            <a:ext cx="1031738" cy="562610"/>
          </a:xfrm>
          <a:prstGeom prst="rect">
            <a:avLst/>
          </a:prstGeom>
          <a:noFill/>
          <a:ln>
            <a:noFill/>
          </a:ln>
        </p:spPr>
      </p:pic>
      <p:sp>
        <p:nvSpPr>
          <p:cNvPr id="276" name="Google Shape;276;p3"/>
          <p:cNvSpPr txBox="1"/>
          <p:nvPr/>
        </p:nvSpPr>
        <p:spPr>
          <a:xfrm>
            <a:off x="8316438" y="1122731"/>
            <a:ext cx="9225900" cy="3169500"/>
          </a:xfrm>
          <a:prstGeom prst="rect">
            <a:avLst/>
          </a:prstGeom>
          <a:noFill/>
          <a:ln>
            <a:noFill/>
          </a:ln>
        </p:spPr>
        <p:txBody>
          <a:bodyPr spcFirstLastPara="1" wrap="square" lIns="0" tIns="91425" rIns="0" bIns="0" anchor="t" anchorCtr="0">
            <a:spAutoFit/>
          </a:bodyPr>
          <a:lstStyle/>
          <a:p>
            <a:pPr marL="0" lvl="0" indent="0" algn="l" rtl="0">
              <a:lnSpc>
                <a:spcPct val="115000"/>
              </a:lnSpc>
              <a:spcBef>
                <a:spcPts val="1400"/>
              </a:spcBef>
              <a:spcAft>
                <a:spcPts val="0"/>
              </a:spcAft>
              <a:buClr>
                <a:schemeClr val="dk1"/>
              </a:buClr>
              <a:buSzPts val="1100"/>
              <a:buFont typeface="Arial"/>
              <a:buNone/>
            </a:pPr>
            <a:r>
              <a:rPr lang="es-CL" sz="3500" b="1">
                <a:solidFill>
                  <a:srgbClr val="9EA4A8"/>
                </a:solidFill>
              </a:rPr>
              <a:t>Su bajo coste</a:t>
            </a:r>
            <a:endParaRPr sz="1300" b="1">
              <a:solidFill>
                <a:schemeClr val="dk1"/>
              </a:solidFill>
            </a:endParaRPr>
          </a:p>
          <a:p>
            <a:pPr marL="12700" marR="0" lvl="0" indent="0" algn="just" rtl="0">
              <a:spcBef>
                <a:spcPts val="400"/>
              </a:spcBef>
              <a:spcAft>
                <a:spcPts val="0"/>
              </a:spcAft>
              <a:buNone/>
            </a:pPr>
            <a:endParaRPr sz="3500" b="1">
              <a:solidFill>
                <a:srgbClr val="9EA4A8"/>
              </a:solidFill>
            </a:endParaRPr>
          </a:p>
          <a:p>
            <a:pPr marL="46355" marR="5080" lvl="0" indent="0" algn="ctr" rtl="0">
              <a:lnSpc>
                <a:spcPct val="101499"/>
              </a:lnSpc>
              <a:spcBef>
                <a:spcPts val="345"/>
              </a:spcBef>
              <a:spcAft>
                <a:spcPts val="0"/>
              </a:spcAft>
              <a:buNone/>
            </a:pPr>
            <a:r>
              <a:rPr lang="es-CL" sz="1950">
                <a:solidFill>
                  <a:schemeClr val="dk1"/>
                </a:solidFill>
              </a:rPr>
              <a:t>Las placas Arduino son interesantes sobre todo para estudiantes y profesores debido a su bajo coste. Por menos de $100.000 puedes comprar el Arduino Starter Kit oficial que viene con todos los componentes necesarios para iniciar en este mundo, también existen opciones kits de inicio de Arduino compuestos por clones de la placa Arduino totalmente funcionales (ventajas del hardware libre en el que se basa Arduino) los cuales están disponibles por menos de $50.000</a:t>
            </a:r>
            <a:endParaRPr sz="1950" b="1" i="0">
              <a:solidFill>
                <a:schemeClr val="dk1"/>
              </a:solidFill>
              <a:latin typeface="Arial"/>
              <a:ea typeface="Arial"/>
              <a:cs typeface="Arial"/>
              <a:sym typeface="Arial"/>
            </a:endParaRPr>
          </a:p>
        </p:txBody>
      </p:sp>
      <p:sp>
        <p:nvSpPr>
          <p:cNvPr id="277" name="Google Shape;277;p3"/>
          <p:cNvSpPr txBox="1"/>
          <p:nvPr/>
        </p:nvSpPr>
        <p:spPr>
          <a:xfrm>
            <a:off x="8316438" y="5320412"/>
            <a:ext cx="9225900" cy="5312400"/>
          </a:xfrm>
          <a:prstGeom prst="rect">
            <a:avLst/>
          </a:prstGeom>
          <a:noFill/>
          <a:ln>
            <a:noFill/>
          </a:ln>
        </p:spPr>
        <p:txBody>
          <a:bodyPr spcFirstLastPara="1" wrap="square" lIns="0" tIns="91425" rIns="0" bIns="0" anchor="t" anchorCtr="0">
            <a:spAutoFit/>
          </a:bodyPr>
          <a:lstStyle/>
          <a:p>
            <a:pPr marL="0" lvl="0" indent="0" algn="l" rtl="0">
              <a:lnSpc>
                <a:spcPct val="115000"/>
              </a:lnSpc>
              <a:spcBef>
                <a:spcPts val="1400"/>
              </a:spcBef>
              <a:spcAft>
                <a:spcPts val="0"/>
              </a:spcAft>
              <a:buClr>
                <a:schemeClr val="dk1"/>
              </a:buClr>
              <a:buSzPts val="1100"/>
              <a:buFont typeface="Arial"/>
              <a:buNone/>
            </a:pPr>
            <a:r>
              <a:rPr lang="es-CL" sz="3500" b="1">
                <a:solidFill>
                  <a:srgbClr val="9EA4A8"/>
                </a:solidFill>
              </a:rPr>
              <a:t>Usar Arduino como introducción a la programación</a:t>
            </a:r>
            <a:r>
              <a:rPr lang="es-CL" sz="1300" b="1">
                <a:solidFill>
                  <a:schemeClr val="dk1"/>
                </a:solidFill>
              </a:rPr>
              <a:t>.</a:t>
            </a:r>
            <a:endParaRPr sz="1300" b="1">
              <a:solidFill>
                <a:schemeClr val="dk1"/>
              </a:solidFill>
            </a:endParaRPr>
          </a:p>
          <a:p>
            <a:pPr marL="12700" marR="0" lvl="0" indent="0" algn="just" rtl="0">
              <a:lnSpc>
                <a:spcPct val="100000"/>
              </a:lnSpc>
              <a:spcBef>
                <a:spcPts val="400"/>
              </a:spcBef>
              <a:spcAft>
                <a:spcPts val="0"/>
              </a:spcAft>
              <a:buNone/>
            </a:pPr>
            <a:endParaRPr sz="3500" b="1">
              <a:solidFill>
                <a:srgbClr val="9EA4A8"/>
              </a:solidFill>
            </a:endParaRPr>
          </a:p>
          <a:p>
            <a:pPr marL="46355" marR="5080" lvl="0" indent="0" algn="ctr" rtl="0">
              <a:lnSpc>
                <a:spcPct val="101499"/>
              </a:lnSpc>
              <a:spcBef>
                <a:spcPts val="345"/>
              </a:spcBef>
              <a:spcAft>
                <a:spcPts val="0"/>
              </a:spcAft>
              <a:buNone/>
            </a:pPr>
            <a:r>
              <a:rPr lang="es-CL" sz="1950">
                <a:solidFill>
                  <a:schemeClr val="dk1"/>
                </a:solidFill>
              </a:rPr>
              <a:t>Es una excelente opción para comenzar a programar desde cero ya que sobre esta plataforma existe una amplia disponibilidad de códigos ejemplos disponibles en Internet. Por lo tanto, con Arduino es posible iniciar poco a poco con los tutoriales que hay por la red para realizar pequeños proyectos electrónicos lo que además puede servir de motivación para ir adentrándose en el mundo de la programación. Si bien puede ser complejo al principio iniciar con el sistema oficial de programación de Arduino, los sistemas visuales como Scratch for Arduino o Ardublock pueden servir como iniciación, pasando luego, al llegar al techo de desarrollo de estos, a otros con los que es posible ir avanzando y haciendo cosas nuevas con tu placa Arduino. Luego ya solo hay un paso para iniciar en la creación de código.</a:t>
            </a:r>
            <a:endParaRPr sz="1950">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g133e68395f5_0_466"/>
          <p:cNvSpPr txBox="1">
            <a:spLocks noGrp="1"/>
          </p:cNvSpPr>
          <p:nvPr>
            <p:ph type="body" idx="1"/>
          </p:nvPr>
        </p:nvSpPr>
        <p:spPr>
          <a:xfrm>
            <a:off x="574040" y="1106011"/>
            <a:ext cx="43434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Arduino</a:t>
            </a:r>
            <a:endParaRPr/>
          </a:p>
        </p:txBody>
      </p:sp>
      <p:sp>
        <p:nvSpPr>
          <p:cNvPr id="283" name="Google Shape;283;g133e68395f5_0_466"/>
          <p:cNvSpPr txBox="1">
            <a:spLocks noGrp="1"/>
          </p:cNvSpPr>
          <p:nvPr>
            <p:ph type="body" idx="2"/>
          </p:nvPr>
        </p:nvSpPr>
        <p:spPr>
          <a:xfrm>
            <a:off x="574675" y="2911475"/>
            <a:ext cx="7240800" cy="892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s-CL" sz="2900"/>
              <a:t>Veamos un ejemplo de proyecto Arduino Scratch</a:t>
            </a:r>
            <a:endParaRPr sz="2900"/>
          </a:p>
        </p:txBody>
      </p:sp>
      <p:sp>
        <p:nvSpPr>
          <p:cNvPr id="284" name="Google Shape;284;g133e68395f5_0_466"/>
          <p:cNvSpPr txBox="1"/>
          <p:nvPr/>
        </p:nvSpPr>
        <p:spPr>
          <a:xfrm>
            <a:off x="9111400" y="7982800"/>
            <a:ext cx="9679200" cy="954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CL" sz="2500">
                <a:latin typeface="Calibri"/>
                <a:ea typeface="Calibri"/>
                <a:cs typeface="Calibri"/>
                <a:sym typeface="Calibri"/>
              </a:rPr>
              <a:t>Proyecto original del autor disponible en:</a:t>
            </a:r>
            <a:endParaRPr sz="2500">
              <a:latin typeface="Calibri"/>
              <a:ea typeface="Calibri"/>
              <a:cs typeface="Calibri"/>
              <a:sym typeface="Calibri"/>
            </a:endParaRPr>
          </a:p>
          <a:p>
            <a:pPr marL="0" lvl="0" indent="0" algn="l" rtl="0">
              <a:spcBef>
                <a:spcPts val="0"/>
              </a:spcBef>
              <a:spcAft>
                <a:spcPts val="0"/>
              </a:spcAft>
              <a:buNone/>
            </a:pPr>
            <a:r>
              <a:rPr lang="es-CL" sz="2500">
                <a:latin typeface="Calibri"/>
                <a:ea typeface="Calibri"/>
                <a:cs typeface="Calibri"/>
                <a:sym typeface="Calibri"/>
              </a:rPr>
              <a:t>https://scratch.mit.edu/projects/158128775</a:t>
            </a:r>
            <a:endParaRPr sz="2500">
              <a:latin typeface="Calibri"/>
              <a:ea typeface="Calibri"/>
              <a:cs typeface="Calibri"/>
              <a:sym typeface="Calibri"/>
            </a:endParaRPr>
          </a:p>
        </p:txBody>
      </p:sp>
      <p:pic>
        <p:nvPicPr>
          <p:cNvPr id="285" name="Google Shape;285;g133e68395f5_0_466"/>
          <p:cNvPicPr preferRelativeResize="0"/>
          <p:nvPr/>
        </p:nvPicPr>
        <p:blipFill>
          <a:blip r:embed="rId3">
            <a:alphaModFix/>
          </a:blip>
          <a:stretch>
            <a:fillRect/>
          </a:stretch>
        </p:blipFill>
        <p:spPr>
          <a:xfrm>
            <a:off x="8085500" y="2568750"/>
            <a:ext cx="7151175" cy="54140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g133e68395f5_0_475"/>
          <p:cNvSpPr txBox="1">
            <a:spLocks noGrp="1"/>
          </p:cNvSpPr>
          <p:nvPr>
            <p:ph type="title"/>
          </p:nvPr>
        </p:nvSpPr>
        <p:spPr>
          <a:xfrm>
            <a:off x="1321990" y="8235994"/>
            <a:ext cx="6048300" cy="831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Aplicaciones IoT</a:t>
            </a:r>
            <a:endParaRPr/>
          </a:p>
        </p:txBody>
      </p:sp>
      <p:sp>
        <p:nvSpPr>
          <p:cNvPr id="291" name="Google Shape;291;g133e68395f5_0_475"/>
          <p:cNvSpPr txBox="1">
            <a:spLocks noGrp="1"/>
          </p:cNvSpPr>
          <p:nvPr>
            <p:ph type="body" idx="1"/>
          </p:nvPr>
        </p:nvSpPr>
        <p:spPr>
          <a:xfrm>
            <a:off x="8314271" y="8170445"/>
            <a:ext cx="11193600" cy="384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2500"/>
              <a:t>Utilizando soluciones tecnológicas en el mundo real</a:t>
            </a:r>
            <a:endParaRPr sz="25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g133e68395f5_0_357"/>
          <p:cNvSpPr txBox="1">
            <a:spLocks noGrp="1"/>
          </p:cNvSpPr>
          <p:nvPr>
            <p:ph type="title"/>
          </p:nvPr>
        </p:nvSpPr>
        <p:spPr>
          <a:xfrm>
            <a:off x="3877688" y="350799"/>
            <a:ext cx="9428100" cy="1340700"/>
          </a:xfrm>
          <a:prstGeom prst="rect">
            <a:avLst/>
          </a:prstGeom>
          <a:noFill/>
          <a:ln>
            <a:noFill/>
          </a:ln>
        </p:spPr>
        <p:txBody>
          <a:bodyPr spcFirstLastPara="1" wrap="square" lIns="184250" tIns="92100" rIns="184250" bIns="92100" anchor="ctr" anchorCtr="0">
            <a:noAutofit/>
          </a:bodyPr>
          <a:lstStyle/>
          <a:p>
            <a:pPr marL="0" lvl="0" indent="0" algn="ctr" rtl="0">
              <a:lnSpc>
                <a:spcPct val="90000"/>
              </a:lnSpc>
              <a:spcBef>
                <a:spcPts val="0"/>
              </a:spcBef>
              <a:spcAft>
                <a:spcPts val="0"/>
              </a:spcAft>
              <a:buSzPts val="3600"/>
              <a:buNone/>
            </a:pPr>
            <a:r>
              <a:rPr lang="es-CL"/>
              <a:t>Aplicaciones IoT</a:t>
            </a:r>
            <a:endParaRPr/>
          </a:p>
        </p:txBody>
      </p:sp>
      <p:sp>
        <p:nvSpPr>
          <p:cNvPr id="297" name="Google Shape;297;g133e68395f5_0_357"/>
          <p:cNvSpPr txBox="1"/>
          <p:nvPr/>
        </p:nvSpPr>
        <p:spPr>
          <a:xfrm>
            <a:off x="3877688" y="10799517"/>
            <a:ext cx="11426700" cy="318000"/>
          </a:xfrm>
          <a:prstGeom prst="rect">
            <a:avLst/>
          </a:prstGeom>
          <a:noFill/>
          <a:ln>
            <a:noFill/>
          </a:ln>
        </p:spPr>
        <p:txBody>
          <a:bodyPr spcFirstLastPara="1" wrap="square" lIns="184250" tIns="92100" rIns="184250" bIns="92100" anchor="t" anchorCtr="0">
            <a:noAutofit/>
          </a:bodyPr>
          <a:lstStyle/>
          <a:p>
            <a:pPr marL="0" marR="0" lvl="0" indent="0" algn="ctr" rtl="0">
              <a:lnSpc>
                <a:spcPct val="100000"/>
              </a:lnSpc>
              <a:spcBef>
                <a:spcPts val="0"/>
              </a:spcBef>
              <a:spcAft>
                <a:spcPts val="0"/>
              </a:spcAft>
              <a:buNone/>
            </a:pPr>
            <a:r>
              <a:rPr lang="es-CL" sz="2400" b="1" i="0" u="none" strike="noStrike" cap="none">
                <a:solidFill>
                  <a:schemeClr val="dk2"/>
                </a:solidFill>
                <a:latin typeface="Arial"/>
                <a:ea typeface="Arial"/>
                <a:cs typeface="Arial"/>
                <a:sym typeface="Arial"/>
              </a:rPr>
              <a:t>Figura 6. </a:t>
            </a:r>
            <a:r>
              <a:rPr lang="es-CL" sz="2400" b="0" i="0" u="none" strike="noStrike" cap="none">
                <a:solidFill>
                  <a:schemeClr val="dk2"/>
                </a:solidFill>
                <a:latin typeface="Arial"/>
                <a:ea typeface="Arial"/>
                <a:cs typeface="Arial"/>
                <a:sym typeface="Arial"/>
              </a:rPr>
              <a:t>IoT y soluciones globales.</a:t>
            </a:r>
            <a:endParaRPr sz="2400" b="1" i="0" u="none" strike="noStrike" cap="none">
              <a:solidFill>
                <a:schemeClr val="dk2"/>
              </a:solidFill>
              <a:latin typeface="Arial"/>
              <a:ea typeface="Arial"/>
              <a:cs typeface="Arial"/>
              <a:sym typeface="Arial"/>
            </a:endParaRPr>
          </a:p>
        </p:txBody>
      </p:sp>
      <p:sp>
        <p:nvSpPr>
          <p:cNvPr id="298" name="Google Shape;298;g133e68395f5_0_357"/>
          <p:cNvSpPr/>
          <p:nvPr/>
        </p:nvSpPr>
        <p:spPr>
          <a:xfrm>
            <a:off x="1186700" y="2304868"/>
            <a:ext cx="17730900" cy="2639400"/>
          </a:xfrm>
          <a:prstGeom prst="rect">
            <a:avLst/>
          </a:prstGeom>
          <a:noFill/>
          <a:ln>
            <a:noFill/>
          </a:ln>
        </p:spPr>
        <p:txBody>
          <a:bodyPr spcFirstLastPara="1" wrap="square" lIns="184250" tIns="92100" rIns="184250" bIns="92100" anchor="t" anchorCtr="0">
            <a:noAutofit/>
          </a:bodyPr>
          <a:lstStyle/>
          <a:p>
            <a:pPr marL="0" marR="0" lvl="0" indent="0" algn="l" rtl="0">
              <a:lnSpc>
                <a:spcPct val="100000"/>
              </a:lnSpc>
              <a:spcBef>
                <a:spcPts val="0"/>
              </a:spcBef>
              <a:spcAft>
                <a:spcPts val="0"/>
              </a:spcAft>
              <a:buNone/>
            </a:pPr>
            <a:r>
              <a:rPr lang="es-CL" sz="2800" b="0" i="0" u="none" strike="noStrike" cap="none">
                <a:solidFill>
                  <a:srgbClr val="000000"/>
                </a:solidFill>
                <a:latin typeface="Arial"/>
                <a:ea typeface="Arial"/>
                <a:cs typeface="Arial"/>
                <a:sym typeface="Arial"/>
              </a:rPr>
              <a:t>Internet ha evolucionado rápidamente y esto ha permitido que IoT sea ya una realidad y no sólo una visión de futuro. La fama de esta tecnología radica principalmente en todas las aplicaciones y posibilidades que nos proporciona tanto para mejorar tanto la vida cotidiana de las personas como los entornos empresariales, dónde ya se está implantando desde hace algún tiempo.</a:t>
            </a:r>
            <a:endParaRPr sz="2800"/>
          </a:p>
          <a:p>
            <a:pPr marL="0" marR="0" lvl="0" indent="0" algn="l" rtl="0">
              <a:lnSpc>
                <a:spcPct val="100000"/>
              </a:lnSpc>
              <a:spcBef>
                <a:spcPts val="0"/>
              </a:spcBef>
              <a:spcAft>
                <a:spcPts val="0"/>
              </a:spcAft>
              <a:buNone/>
            </a:pPr>
            <a:endParaRPr sz="2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s-CL" sz="2800" b="0" i="0" u="none" strike="noStrike" cap="none">
                <a:solidFill>
                  <a:srgbClr val="000000"/>
                </a:solidFill>
                <a:latin typeface="Arial"/>
                <a:ea typeface="Arial"/>
                <a:cs typeface="Arial"/>
                <a:sym typeface="Arial"/>
              </a:rPr>
              <a:t>Las aplicaciones son casi infinitas, pero se van a describir algunos ejemplos para dar visibilidad de alguna de ellas, tanto en la vida cotidiana como en el entorno empresarial:</a:t>
            </a:r>
            <a:endParaRPr sz="2800"/>
          </a:p>
        </p:txBody>
      </p:sp>
      <p:pic>
        <p:nvPicPr>
          <p:cNvPr id="299" name="Google Shape;299;g133e68395f5_0_357" descr="Qué es IOT? ¿Por qué está de moda? | !nformes !nternet"/>
          <p:cNvPicPr preferRelativeResize="0"/>
          <p:nvPr/>
        </p:nvPicPr>
        <p:blipFill rotWithShape="1">
          <a:blip r:embed="rId3">
            <a:alphaModFix/>
          </a:blip>
          <a:srcRect/>
          <a:stretch/>
        </p:blipFill>
        <p:spPr>
          <a:xfrm>
            <a:off x="4694125" y="4944109"/>
            <a:ext cx="7345744" cy="485296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g133e68395f5_0_364"/>
          <p:cNvSpPr txBox="1">
            <a:spLocks noGrp="1"/>
          </p:cNvSpPr>
          <p:nvPr>
            <p:ph type="title"/>
          </p:nvPr>
        </p:nvSpPr>
        <p:spPr>
          <a:xfrm>
            <a:off x="3877688" y="350799"/>
            <a:ext cx="9428100" cy="1340700"/>
          </a:xfrm>
          <a:prstGeom prst="rect">
            <a:avLst/>
          </a:prstGeom>
          <a:noFill/>
          <a:ln>
            <a:noFill/>
          </a:ln>
        </p:spPr>
        <p:txBody>
          <a:bodyPr spcFirstLastPara="1" wrap="square" lIns="184250" tIns="92100" rIns="184250" bIns="92100" anchor="ctr" anchorCtr="0">
            <a:noAutofit/>
          </a:bodyPr>
          <a:lstStyle/>
          <a:p>
            <a:pPr marL="0" lvl="0" indent="0" algn="ctr" rtl="0">
              <a:lnSpc>
                <a:spcPct val="90000"/>
              </a:lnSpc>
              <a:spcBef>
                <a:spcPts val="0"/>
              </a:spcBef>
              <a:spcAft>
                <a:spcPts val="0"/>
              </a:spcAft>
              <a:buSzPts val="3600"/>
              <a:buNone/>
            </a:pPr>
            <a:r>
              <a:rPr lang="es-CL"/>
              <a:t>Aplicaciones IoT</a:t>
            </a:r>
            <a:endParaRPr/>
          </a:p>
        </p:txBody>
      </p:sp>
      <p:sp>
        <p:nvSpPr>
          <p:cNvPr id="305" name="Google Shape;305;g133e68395f5_0_364"/>
          <p:cNvSpPr txBox="1"/>
          <p:nvPr/>
        </p:nvSpPr>
        <p:spPr>
          <a:xfrm>
            <a:off x="3877688" y="10799517"/>
            <a:ext cx="11426700" cy="318000"/>
          </a:xfrm>
          <a:prstGeom prst="rect">
            <a:avLst/>
          </a:prstGeom>
          <a:noFill/>
          <a:ln>
            <a:noFill/>
          </a:ln>
        </p:spPr>
        <p:txBody>
          <a:bodyPr spcFirstLastPara="1" wrap="square" lIns="184250" tIns="92100" rIns="184250" bIns="92100" anchor="t" anchorCtr="0">
            <a:noAutofit/>
          </a:bodyPr>
          <a:lstStyle/>
          <a:p>
            <a:pPr marL="0" marR="0" lvl="0" indent="0" algn="ctr" rtl="0">
              <a:lnSpc>
                <a:spcPct val="100000"/>
              </a:lnSpc>
              <a:spcBef>
                <a:spcPts val="0"/>
              </a:spcBef>
              <a:spcAft>
                <a:spcPts val="0"/>
              </a:spcAft>
              <a:buNone/>
            </a:pPr>
            <a:r>
              <a:rPr lang="es-CL" sz="2400" b="1" i="0" u="none" strike="noStrike" cap="none">
                <a:solidFill>
                  <a:schemeClr val="dk2"/>
                </a:solidFill>
                <a:latin typeface="Arial"/>
                <a:ea typeface="Arial"/>
                <a:cs typeface="Arial"/>
                <a:sym typeface="Arial"/>
              </a:rPr>
              <a:t>Figura 7. </a:t>
            </a:r>
            <a:r>
              <a:rPr lang="es-CL" sz="2400" b="0" i="0" u="none" strike="noStrike" cap="none">
                <a:solidFill>
                  <a:schemeClr val="dk2"/>
                </a:solidFill>
                <a:latin typeface="Arial"/>
                <a:ea typeface="Arial"/>
                <a:cs typeface="Arial"/>
                <a:sym typeface="Arial"/>
              </a:rPr>
              <a:t>Frigorífico IoT.</a:t>
            </a:r>
            <a:endParaRPr sz="2400" b="1" i="0" u="none" strike="noStrike" cap="none">
              <a:solidFill>
                <a:schemeClr val="dk2"/>
              </a:solidFill>
              <a:latin typeface="Arial"/>
              <a:ea typeface="Arial"/>
              <a:cs typeface="Arial"/>
              <a:sym typeface="Arial"/>
            </a:endParaRPr>
          </a:p>
        </p:txBody>
      </p:sp>
      <p:sp>
        <p:nvSpPr>
          <p:cNvPr id="306" name="Google Shape;306;g133e68395f5_0_364"/>
          <p:cNvSpPr/>
          <p:nvPr/>
        </p:nvSpPr>
        <p:spPr>
          <a:xfrm>
            <a:off x="1116894" y="2398934"/>
            <a:ext cx="17870100" cy="1929000"/>
          </a:xfrm>
          <a:prstGeom prst="rect">
            <a:avLst/>
          </a:prstGeom>
          <a:noFill/>
          <a:ln>
            <a:noFill/>
          </a:ln>
        </p:spPr>
        <p:txBody>
          <a:bodyPr spcFirstLastPara="1" wrap="square" lIns="184250" tIns="92100" rIns="184250" bIns="92100" anchor="t" anchorCtr="0">
            <a:noAutofit/>
          </a:bodyPr>
          <a:lstStyle/>
          <a:p>
            <a:pPr marL="0" marR="0" lvl="0" indent="0" algn="l" rtl="0">
              <a:lnSpc>
                <a:spcPct val="100000"/>
              </a:lnSpc>
              <a:spcBef>
                <a:spcPts val="0"/>
              </a:spcBef>
              <a:spcAft>
                <a:spcPts val="0"/>
              </a:spcAft>
              <a:buNone/>
            </a:pPr>
            <a:r>
              <a:rPr lang="es-CL" sz="2800" b="0" i="0" u="none" strike="noStrike" cap="none">
                <a:solidFill>
                  <a:srgbClr val="000000"/>
                </a:solidFill>
                <a:latin typeface="Arial"/>
                <a:ea typeface="Arial"/>
                <a:cs typeface="Arial"/>
                <a:sym typeface="Arial"/>
              </a:rPr>
              <a:t>Supongamos el frigorífico de una casa, dónde se conservan los alimentos que, a su vez, tienen una fecha de caducidad. En este escenario, se podría conectar el frigorífico a internet para que avisara al usuario a través de su teléfono móvil, por ejemplo, de cuando caducan los alimentos, si hay una bajada de temperatura por alguna avería, si algún alimento se ha está acabando o simplemente el consumo de electricidad en base al número de veces que se abre la puerta de la nevera.</a:t>
            </a:r>
            <a:endParaRPr sz="2800" b="0" i="0" u="none" strike="noStrike" cap="none">
              <a:solidFill>
                <a:srgbClr val="000000"/>
              </a:solidFill>
              <a:latin typeface="Arial"/>
              <a:ea typeface="Arial"/>
              <a:cs typeface="Arial"/>
              <a:sym typeface="Arial"/>
            </a:endParaRPr>
          </a:p>
        </p:txBody>
      </p:sp>
      <p:pic>
        <p:nvPicPr>
          <p:cNvPr id="307" name="Google Shape;307;g133e68395f5_0_364" descr="7 motivos para elegir un frigorífico conectado con pantalla, y 3 para no  comprarlo todavía | Tecnología - ComputerHoy.com"/>
          <p:cNvPicPr preferRelativeResize="0"/>
          <p:nvPr/>
        </p:nvPicPr>
        <p:blipFill rotWithShape="1">
          <a:blip r:embed="rId3">
            <a:alphaModFix/>
          </a:blip>
          <a:srcRect/>
          <a:stretch/>
        </p:blipFill>
        <p:spPr>
          <a:xfrm>
            <a:off x="3723051" y="4889374"/>
            <a:ext cx="9494164" cy="534837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g133e68395f5_0_371"/>
          <p:cNvSpPr txBox="1">
            <a:spLocks noGrp="1"/>
          </p:cNvSpPr>
          <p:nvPr>
            <p:ph type="title"/>
          </p:nvPr>
        </p:nvSpPr>
        <p:spPr>
          <a:xfrm>
            <a:off x="3877688" y="350799"/>
            <a:ext cx="9428100" cy="1340700"/>
          </a:xfrm>
          <a:prstGeom prst="rect">
            <a:avLst/>
          </a:prstGeom>
          <a:noFill/>
          <a:ln>
            <a:noFill/>
          </a:ln>
        </p:spPr>
        <p:txBody>
          <a:bodyPr spcFirstLastPara="1" wrap="square" lIns="184250" tIns="92100" rIns="184250" bIns="92100" anchor="ctr" anchorCtr="0">
            <a:noAutofit/>
          </a:bodyPr>
          <a:lstStyle/>
          <a:p>
            <a:pPr marL="0" lvl="0" indent="0" algn="ctr" rtl="0">
              <a:lnSpc>
                <a:spcPct val="90000"/>
              </a:lnSpc>
              <a:spcBef>
                <a:spcPts val="0"/>
              </a:spcBef>
              <a:spcAft>
                <a:spcPts val="0"/>
              </a:spcAft>
              <a:buSzPts val="3600"/>
              <a:buNone/>
            </a:pPr>
            <a:r>
              <a:rPr lang="es-CL"/>
              <a:t>Aplicaciones IoT</a:t>
            </a:r>
            <a:endParaRPr/>
          </a:p>
        </p:txBody>
      </p:sp>
      <p:sp>
        <p:nvSpPr>
          <p:cNvPr id="313" name="Google Shape;313;g133e68395f5_0_371"/>
          <p:cNvSpPr txBox="1"/>
          <p:nvPr/>
        </p:nvSpPr>
        <p:spPr>
          <a:xfrm>
            <a:off x="3877688" y="10799517"/>
            <a:ext cx="11426700" cy="318000"/>
          </a:xfrm>
          <a:prstGeom prst="rect">
            <a:avLst/>
          </a:prstGeom>
          <a:noFill/>
          <a:ln>
            <a:noFill/>
          </a:ln>
        </p:spPr>
        <p:txBody>
          <a:bodyPr spcFirstLastPara="1" wrap="square" lIns="184250" tIns="92100" rIns="184250" bIns="92100" anchor="t" anchorCtr="0">
            <a:noAutofit/>
          </a:bodyPr>
          <a:lstStyle/>
          <a:p>
            <a:pPr marL="0" marR="0" lvl="0" indent="0" algn="ctr" rtl="0">
              <a:lnSpc>
                <a:spcPct val="100000"/>
              </a:lnSpc>
              <a:spcBef>
                <a:spcPts val="0"/>
              </a:spcBef>
              <a:spcAft>
                <a:spcPts val="0"/>
              </a:spcAft>
              <a:buNone/>
            </a:pPr>
            <a:r>
              <a:rPr lang="es-CL" sz="2400" b="1" i="0" u="none" strike="noStrike" cap="none">
                <a:solidFill>
                  <a:schemeClr val="dk2"/>
                </a:solidFill>
                <a:latin typeface="Arial"/>
                <a:ea typeface="Arial"/>
                <a:cs typeface="Arial"/>
                <a:sym typeface="Arial"/>
              </a:rPr>
              <a:t>Figura 8. </a:t>
            </a:r>
            <a:r>
              <a:rPr lang="es-CL" sz="2400" b="0" i="0" u="none" strike="noStrike" cap="none">
                <a:solidFill>
                  <a:schemeClr val="dk2"/>
                </a:solidFill>
                <a:latin typeface="Arial"/>
                <a:ea typeface="Arial"/>
                <a:cs typeface="Arial"/>
                <a:sym typeface="Arial"/>
              </a:rPr>
              <a:t>Estructura de una casa inteligente</a:t>
            </a:r>
            <a:endParaRPr sz="2400" b="1" i="0" u="none" strike="noStrike" cap="none">
              <a:solidFill>
                <a:schemeClr val="dk2"/>
              </a:solidFill>
              <a:latin typeface="Arial"/>
              <a:ea typeface="Arial"/>
              <a:cs typeface="Arial"/>
              <a:sym typeface="Arial"/>
            </a:endParaRPr>
          </a:p>
        </p:txBody>
      </p:sp>
      <p:sp>
        <p:nvSpPr>
          <p:cNvPr id="314" name="Google Shape;314;g133e68395f5_0_371"/>
          <p:cNvSpPr/>
          <p:nvPr/>
        </p:nvSpPr>
        <p:spPr>
          <a:xfrm>
            <a:off x="599944" y="2286646"/>
            <a:ext cx="17982300" cy="2639400"/>
          </a:xfrm>
          <a:prstGeom prst="rect">
            <a:avLst/>
          </a:prstGeom>
          <a:noFill/>
          <a:ln>
            <a:noFill/>
          </a:ln>
        </p:spPr>
        <p:txBody>
          <a:bodyPr spcFirstLastPara="1" wrap="square" lIns="184250" tIns="92100" rIns="184250" bIns="92100" anchor="t" anchorCtr="0">
            <a:noAutofit/>
          </a:bodyPr>
          <a:lstStyle/>
          <a:p>
            <a:pPr marL="0" marR="0" lvl="0" indent="0" algn="l" rtl="0">
              <a:lnSpc>
                <a:spcPct val="100000"/>
              </a:lnSpc>
              <a:spcBef>
                <a:spcPts val="0"/>
              </a:spcBef>
              <a:spcAft>
                <a:spcPts val="0"/>
              </a:spcAft>
              <a:buNone/>
            </a:pPr>
            <a:r>
              <a:rPr lang="es-CL" sz="2800" b="0" i="0" u="none" strike="noStrike" cap="none">
                <a:solidFill>
                  <a:srgbClr val="000000"/>
                </a:solidFill>
                <a:latin typeface="Arial"/>
                <a:ea typeface="Arial"/>
                <a:cs typeface="Arial"/>
                <a:sym typeface="Arial"/>
              </a:rPr>
              <a:t>Otro escenario podría ser el de la domótica, dónde ya hay numerosos dispositivos que se conectan a Internet para facilitar la vida de los seres humanos, véase por ejemplo los dispositivos controlados por voz a los que se les solicita que reproduzcan una canción desde un repositorio en internet, o los dispositivos y aplicaciones que permiten controlar todos los parámetros del agua de un acuario, o incluso los sistemas de alarmas de las casas que se conectan con las centrales.</a:t>
            </a:r>
            <a:endParaRPr sz="2800"/>
          </a:p>
          <a:p>
            <a:pPr marL="0" marR="0" lvl="0" indent="0" algn="l" rtl="0">
              <a:lnSpc>
                <a:spcPct val="100000"/>
              </a:lnSpc>
              <a:spcBef>
                <a:spcPts val="0"/>
              </a:spcBef>
              <a:spcAft>
                <a:spcPts val="0"/>
              </a:spcAft>
              <a:buNone/>
            </a:pPr>
            <a:r>
              <a:rPr lang="es-CL" sz="2800" b="0" i="0" u="none" strike="noStrike" cap="none">
                <a:solidFill>
                  <a:srgbClr val="000000"/>
                </a:solidFill>
                <a:latin typeface="Arial"/>
                <a:ea typeface="Arial"/>
                <a:cs typeface="Arial"/>
                <a:sym typeface="Arial"/>
              </a:rPr>
              <a:t>Los sistemas de seguridad que se conectan a la red para avisarte cuando alguien entra en tu casa o aquellos dispositivos que permiten encender la calefacción desde un teléfono móvil.</a:t>
            </a:r>
            <a:endParaRPr sz="2800" b="0" i="0" u="none" strike="noStrike" cap="none">
              <a:solidFill>
                <a:srgbClr val="000000"/>
              </a:solidFill>
              <a:latin typeface="Arial"/>
              <a:ea typeface="Arial"/>
              <a:cs typeface="Arial"/>
              <a:sym typeface="Arial"/>
            </a:endParaRPr>
          </a:p>
        </p:txBody>
      </p:sp>
      <p:pic>
        <p:nvPicPr>
          <p:cNvPr id="315" name="Google Shape;315;g133e68395f5_0_371" descr="Una gama compuesta por 17 dispositivos crean un ecosistema IoT para los  hogares conectados • CASADOMO"/>
          <p:cNvPicPr preferRelativeResize="0"/>
          <p:nvPr/>
        </p:nvPicPr>
        <p:blipFill rotWithShape="1">
          <a:blip r:embed="rId3">
            <a:alphaModFix/>
          </a:blip>
          <a:srcRect/>
          <a:stretch/>
        </p:blipFill>
        <p:spPr>
          <a:xfrm>
            <a:off x="6181344" y="5888736"/>
            <a:ext cx="6475014" cy="469376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g133e68395f5_0_378"/>
          <p:cNvSpPr txBox="1">
            <a:spLocks noGrp="1"/>
          </p:cNvSpPr>
          <p:nvPr>
            <p:ph type="title"/>
          </p:nvPr>
        </p:nvSpPr>
        <p:spPr>
          <a:xfrm>
            <a:off x="3877688" y="350799"/>
            <a:ext cx="9428100" cy="1340700"/>
          </a:xfrm>
          <a:prstGeom prst="rect">
            <a:avLst/>
          </a:prstGeom>
          <a:noFill/>
          <a:ln>
            <a:noFill/>
          </a:ln>
        </p:spPr>
        <p:txBody>
          <a:bodyPr spcFirstLastPara="1" wrap="square" lIns="184250" tIns="92100" rIns="184250" bIns="92100" anchor="ctr" anchorCtr="0">
            <a:noAutofit/>
          </a:bodyPr>
          <a:lstStyle/>
          <a:p>
            <a:pPr marL="0" lvl="0" indent="0" algn="ctr" rtl="0">
              <a:lnSpc>
                <a:spcPct val="90000"/>
              </a:lnSpc>
              <a:spcBef>
                <a:spcPts val="0"/>
              </a:spcBef>
              <a:spcAft>
                <a:spcPts val="0"/>
              </a:spcAft>
              <a:buSzPts val="3600"/>
              <a:buNone/>
            </a:pPr>
            <a:r>
              <a:rPr lang="es-CL"/>
              <a:t>Aplicaciones IoT</a:t>
            </a:r>
            <a:endParaRPr/>
          </a:p>
        </p:txBody>
      </p:sp>
      <p:sp>
        <p:nvSpPr>
          <p:cNvPr id="321" name="Google Shape;321;g133e68395f5_0_378"/>
          <p:cNvSpPr txBox="1"/>
          <p:nvPr/>
        </p:nvSpPr>
        <p:spPr>
          <a:xfrm>
            <a:off x="3877688" y="10799517"/>
            <a:ext cx="11426700" cy="318000"/>
          </a:xfrm>
          <a:prstGeom prst="rect">
            <a:avLst/>
          </a:prstGeom>
          <a:noFill/>
          <a:ln>
            <a:noFill/>
          </a:ln>
        </p:spPr>
        <p:txBody>
          <a:bodyPr spcFirstLastPara="1" wrap="square" lIns="184250" tIns="92100" rIns="184250" bIns="92100" anchor="t" anchorCtr="0">
            <a:noAutofit/>
          </a:bodyPr>
          <a:lstStyle/>
          <a:p>
            <a:pPr marL="0" marR="0" lvl="0" indent="0" algn="ctr" rtl="0">
              <a:lnSpc>
                <a:spcPct val="100000"/>
              </a:lnSpc>
              <a:spcBef>
                <a:spcPts val="0"/>
              </a:spcBef>
              <a:spcAft>
                <a:spcPts val="0"/>
              </a:spcAft>
              <a:buNone/>
            </a:pPr>
            <a:r>
              <a:rPr lang="es-CL" sz="2400" b="1" i="0" u="none" strike="noStrike" cap="none">
                <a:solidFill>
                  <a:schemeClr val="dk2"/>
                </a:solidFill>
                <a:latin typeface="Arial"/>
                <a:ea typeface="Arial"/>
                <a:cs typeface="Arial"/>
                <a:sym typeface="Arial"/>
              </a:rPr>
              <a:t>Figura 10. </a:t>
            </a:r>
            <a:r>
              <a:rPr lang="es-CL" sz="2400" b="0" i="0" u="none" strike="noStrike" cap="none">
                <a:solidFill>
                  <a:schemeClr val="dk2"/>
                </a:solidFill>
                <a:latin typeface="Arial"/>
                <a:ea typeface="Arial"/>
                <a:cs typeface="Arial"/>
                <a:sym typeface="Arial"/>
              </a:rPr>
              <a:t>IIoT - El internet Industrial de las cosas.</a:t>
            </a:r>
            <a:endParaRPr sz="2400" b="1" i="0" u="none" strike="noStrike" cap="none">
              <a:solidFill>
                <a:schemeClr val="dk2"/>
              </a:solidFill>
              <a:latin typeface="Arial"/>
              <a:ea typeface="Arial"/>
              <a:cs typeface="Arial"/>
              <a:sym typeface="Arial"/>
            </a:endParaRPr>
          </a:p>
        </p:txBody>
      </p:sp>
      <p:sp>
        <p:nvSpPr>
          <p:cNvPr id="322" name="Google Shape;322;g133e68395f5_0_378"/>
          <p:cNvSpPr/>
          <p:nvPr/>
        </p:nvSpPr>
        <p:spPr>
          <a:xfrm>
            <a:off x="893516" y="2228737"/>
            <a:ext cx="18233400" cy="1929000"/>
          </a:xfrm>
          <a:prstGeom prst="rect">
            <a:avLst/>
          </a:prstGeom>
          <a:noFill/>
          <a:ln>
            <a:noFill/>
          </a:ln>
        </p:spPr>
        <p:txBody>
          <a:bodyPr spcFirstLastPara="1" wrap="square" lIns="184250" tIns="92100" rIns="184250" bIns="92100" anchor="t" anchorCtr="0">
            <a:noAutofit/>
          </a:bodyPr>
          <a:lstStyle/>
          <a:p>
            <a:pPr marL="0" marR="0" lvl="0" indent="0" algn="l" rtl="0">
              <a:lnSpc>
                <a:spcPct val="100000"/>
              </a:lnSpc>
              <a:spcBef>
                <a:spcPts val="0"/>
              </a:spcBef>
              <a:spcAft>
                <a:spcPts val="0"/>
              </a:spcAft>
              <a:buNone/>
            </a:pPr>
            <a:r>
              <a:rPr lang="es-CL" sz="2800" b="0" i="0" u="none" strike="noStrike" cap="none">
                <a:solidFill>
                  <a:srgbClr val="000000"/>
                </a:solidFill>
                <a:latin typeface="Arial"/>
                <a:ea typeface="Arial"/>
                <a:cs typeface="Arial"/>
                <a:sym typeface="Arial"/>
              </a:rPr>
              <a:t>Si se piensa en aplicaciones industriales, IoT es usado ya en muchas plantas de producción dónde los dispositivos y sensores conectados a la red permiten analizar los datos y generar alarmas y mensajes que son enviados a los distintos usuarios para que tomen las acciones necesarias o incluso iniciar protocolos de actuación de forma automática, sin interacción humana, para corregir o tratar dichas alarmas.</a:t>
            </a:r>
            <a:endParaRPr sz="2800" b="0" i="0" u="none" strike="noStrike" cap="none">
              <a:solidFill>
                <a:srgbClr val="000000"/>
              </a:solidFill>
              <a:latin typeface="Arial"/>
              <a:ea typeface="Arial"/>
              <a:cs typeface="Arial"/>
              <a:sym typeface="Arial"/>
            </a:endParaRPr>
          </a:p>
        </p:txBody>
      </p:sp>
      <p:pic>
        <p:nvPicPr>
          <p:cNvPr id="323" name="Google Shape;323;g133e68395f5_0_378" descr="El Internet Industrial de las Cosas (IIoT). ¿Qué Es y Cómo Afectará a la  Fabricación? | Tienda.Digital"/>
          <p:cNvPicPr preferRelativeResize="0"/>
          <p:nvPr/>
        </p:nvPicPr>
        <p:blipFill rotWithShape="1">
          <a:blip r:embed="rId3">
            <a:alphaModFix/>
          </a:blip>
          <a:srcRect/>
          <a:stretch/>
        </p:blipFill>
        <p:spPr>
          <a:xfrm>
            <a:off x="3132390" y="4157413"/>
            <a:ext cx="11806782" cy="665115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g133e68395f5_0_385"/>
          <p:cNvSpPr txBox="1">
            <a:spLocks noGrp="1"/>
          </p:cNvSpPr>
          <p:nvPr>
            <p:ph type="title"/>
          </p:nvPr>
        </p:nvSpPr>
        <p:spPr>
          <a:xfrm>
            <a:off x="3877688" y="350799"/>
            <a:ext cx="9428100" cy="1340700"/>
          </a:xfrm>
          <a:prstGeom prst="rect">
            <a:avLst/>
          </a:prstGeom>
          <a:noFill/>
          <a:ln>
            <a:noFill/>
          </a:ln>
        </p:spPr>
        <p:txBody>
          <a:bodyPr spcFirstLastPara="1" wrap="square" lIns="184250" tIns="92100" rIns="184250" bIns="92100" anchor="ctr" anchorCtr="0">
            <a:noAutofit/>
          </a:bodyPr>
          <a:lstStyle/>
          <a:p>
            <a:pPr marL="0" lvl="0" indent="0" algn="ctr" rtl="0">
              <a:lnSpc>
                <a:spcPct val="90000"/>
              </a:lnSpc>
              <a:spcBef>
                <a:spcPts val="0"/>
              </a:spcBef>
              <a:spcAft>
                <a:spcPts val="0"/>
              </a:spcAft>
              <a:buSzPts val="3600"/>
              <a:buNone/>
            </a:pPr>
            <a:r>
              <a:rPr lang="es-CL"/>
              <a:t>Soluciones IoT</a:t>
            </a:r>
            <a:endParaRPr/>
          </a:p>
        </p:txBody>
      </p:sp>
      <p:sp>
        <p:nvSpPr>
          <p:cNvPr id="329" name="Google Shape;329;g133e68395f5_0_385"/>
          <p:cNvSpPr/>
          <p:nvPr/>
        </p:nvSpPr>
        <p:spPr>
          <a:xfrm>
            <a:off x="921438" y="2114761"/>
            <a:ext cx="18763800" cy="6903000"/>
          </a:xfrm>
          <a:prstGeom prst="rect">
            <a:avLst/>
          </a:prstGeom>
          <a:noFill/>
          <a:ln>
            <a:noFill/>
          </a:ln>
        </p:spPr>
        <p:txBody>
          <a:bodyPr spcFirstLastPara="1" wrap="square" lIns="184250" tIns="92100" rIns="184250" bIns="92100" anchor="t" anchorCtr="0">
            <a:noAutofit/>
          </a:bodyPr>
          <a:lstStyle/>
          <a:p>
            <a:pPr marL="0" marR="0" lvl="0" indent="0" algn="l" rtl="0">
              <a:lnSpc>
                <a:spcPct val="100000"/>
              </a:lnSpc>
              <a:spcBef>
                <a:spcPts val="0"/>
              </a:spcBef>
              <a:spcAft>
                <a:spcPts val="0"/>
              </a:spcAft>
              <a:buNone/>
            </a:pPr>
            <a:r>
              <a:rPr lang="es-CL" sz="2800" b="0" i="0" u="none" strike="noStrike" cap="none">
                <a:solidFill>
                  <a:srgbClr val="000000"/>
                </a:solidFill>
                <a:latin typeface="Arial"/>
                <a:ea typeface="Arial"/>
                <a:cs typeface="Arial"/>
                <a:sym typeface="Arial"/>
              </a:rPr>
              <a:t>Para terminar, simplemente comentar que hablar de tecnología en IoT, significa hablar de una serie de soluciones propuestas por diferentes fabricantes y que están en continua evolución. No existe una única tecnología, sino muchas de ellas que hay que analizar para adaptarlas a la solución concreta que se quiera desarrollar.</a:t>
            </a:r>
            <a:endParaRPr sz="2800"/>
          </a:p>
          <a:p>
            <a:pPr marL="0" marR="0" lvl="0" indent="0" algn="l" rtl="0">
              <a:lnSpc>
                <a:spcPct val="100000"/>
              </a:lnSpc>
              <a:spcBef>
                <a:spcPts val="0"/>
              </a:spcBef>
              <a:spcAft>
                <a:spcPts val="0"/>
              </a:spcAft>
              <a:buNone/>
            </a:pPr>
            <a:endParaRPr sz="2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s-CL" sz="2800" b="0" i="0" u="none" strike="noStrike" cap="none">
                <a:solidFill>
                  <a:srgbClr val="000000"/>
                </a:solidFill>
                <a:latin typeface="Arial"/>
                <a:ea typeface="Arial"/>
                <a:cs typeface="Arial"/>
                <a:sym typeface="Arial"/>
              </a:rPr>
              <a:t>-IoT es algo muy extenso con infinitas aplicaciones, sin embargo, que los dispositivos estén conectados o tengan algún grado de inteligencia, no es nuevo, la clave es como IoT propone hacerlo ahora. La idea es que estén conectados a Internet y, a ser posible, de forma directa, que sean capaces de recopilar datos e información y transmitirla a otros dispositivos, y que dicha información pueda ser guardada y analizarla para la mejora del propio funcionamiento del dispositivo o la mejora de otros dispositivos.</a:t>
            </a:r>
            <a:endParaRPr sz="2800"/>
          </a:p>
          <a:p>
            <a:pPr marL="0" marR="0" lvl="0" indent="0" algn="l" rtl="0">
              <a:lnSpc>
                <a:spcPct val="100000"/>
              </a:lnSpc>
              <a:spcBef>
                <a:spcPts val="0"/>
              </a:spcBef>
              <a:spcAft>
                <a:spcPts val="0"/>
              </a:spcAft>
              <a:buNone/>
            </a:pPr>
            <a:endParaRPr sz="2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s-CL" sz="2800" b="0" i="0" u="none" strike="noStrike" cap="none">
                <a:solidFill>
                  <a:srgbClr val="000000"/>
                </a:solidFill>
                <a:latin typeface="Arial"/>
                <a:ea typeface="Arial"/>
                <a:cs typeface="Arial"/>
                <a:sym typeface="Arial"/>
              </a:rPr>
              <a:t>-IoT es una tendencia tecnológica que va a estar evolucionando continuamente y que va a ser imparable. Actualmente está siendo utilizado en múltiples campos como pueden ser plantas de producción para realizar mantenimiento preventivo y analizar datos, en el sector médico, dónde se puede monitorizar las constantes de un paciente y actuar antes de que la situación sea crítica, en casa, con las “SmartHomes”, dónde el microondas puede empezar a calentar la comida antes de que el usuario llegue a casa, en los llamados “wearables”, que son todos aquellos dispositivos que pueden ser incorporados a la ropa (por ejemplo, unas zapatillas que cuenten todos los kilómetros que corre una persona) o al cuerpo, como lo “Smartwaches”, y un largo etcétera.</a:t>
            </a:r>
            <a:endParaRPr sz="2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g133e68395f5_0_446"/>
          <p:cNvSpPr txBox="1">
            <a:spLocks noGrp="1"/>
          </p:cNvSpPr>
          <p:nvPr>
            <p:ph type="title"/>
          </p:nvPr>
        </p:nvSpPr>
        <p:spPr>
          <a:xfrm>
            <a:off x="1321990" y="8235994"/>
            <a:ext cx="6048300" cy="831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Big Data</a:t>
            </a:r>
            <a:endParaRPr/>
          </a:p>
        </p:txBody>
      </p:sp>
      <p:sp>
        <p:nvSpPr>
          <p:cNvPr id="335" name="Google Shape;335;g133e68395f5_0_446"/>
          <p:cNvSpPr txBox="1">
            <a:spLocks noGrp="1"/>
          </p:cNvSpPr>
          <p:nvPr>
            <p:ph type="body" idx="1"/>
          </p:nvPr>
        </p:nvSpPr>
        <p:spPr>
          <a:xfrm>
            <a:off x="8314271" y="8170445"/>
            <a:ext cx="11193600" cy="477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3100"/>
              <a:t>Almacenando grandes volúmenes de datos</a:t>
            </a:r>
            <a:endParaRPr sz="3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g133e68395f5_0_480"/>
          <p:cNvSpPr txBox="1">
            <a:spLocks noGrp="1"/>
          </p:cNvSpPr>
          <p:nvPr>
            <p:ph type="body" idx="1"/>
          </p:nvPr>
        </p:nvSpPr>
        <p:spPr>
          <a:xfrm>
            <a:off x="574040" y="1258411"/>
            <a:ext cx="43434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Big Data</a:t>
            </a:r>
            <a:endParaRPr/>
          </a:p>
        </p:txBody>
      </p:sp>
      <p:sp>
        <p:nvSpPr>
          <p:cNvPr id="341" name="Google Shape;341;g133e68395f5_0_480"/>
          <p:cNvSpPr txBox="1">
            <a:spLocks noGrp="1"/>
          </p:cNvSpPr>
          <p:nvPr>
            <p:ph type="body" idx="2"/>
          </p:nvPr>
        </p:nvSpPr>
        <p:spPr>
          <a:xfrm>
            <a:off x="574675" y="2911475"/>
            <a:ext cx="4343400" cy="6312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4100" u="sng"/>
              <a:t>Que és?</a:t>
            </a:r>
            <a:endParaRPr sz="4100" u="sng"/>
          </a:p>
        </p:txBody>
      </p:sp>
      <p:sp>
        <p:nvSpPr>
          <p:cNvPr id="342" name="Google Shape;342;g133e68395f5_0_480"/>
          <p:cNvSpPr txBox="1"/>
          <p:nvPr/>
        </p:nvSpPr>
        <p:spPr>
          <a:xfrm>
            <a:off x="6316750" y="1392850"/>
            <a:ext cx="10892400" cy="7218900"/>
          </a:xfrm>
          <a:prstGeom prst="rect">
            <a:avLst/>
          </a:prstGeom>
          <a:noFill/>
          <a:ln>
            <a:noFill/>
          </a:ln>
        </p:spPr>
        <p:txBody>
          <a:bodyPr spcFirstLastPara="1" wrap="square" lIns="0" tIns="91425" rIns="0" bIns="0" anchor="t" anchorCtr="0">
            <a:spAutoFit/>
          </a:bodyPr>
          <a:lstStyle/>
          <a:p>
            <a:pPr marL="46355" marR="5080" lvl="0" indent="0" algn="ctr" rtl="0">
              <a:lnSpc>
                <a:spcPct val="101499"/>
              </a:lnSpc>
              <a:spcBef>
                <a:spcPts val="345"/>
              </a:spcBef>
              <a:spcAft>
                <a:spcPts val="0"/>
              </a:spcAft>
              <a:buNone/>
            </a:pPr>
            <a:r>
              <a:rPr lang="es-CL" sz="2250">
                <a:solidFill>
                  <a:schemeClr val="dk1"/>
                </a:solidFill>
              </a:rPr>
              <a:t>Big Data es un término </a:t>
            </a:r>
            <a:r>
              <a:rPr lang="es-CL" sz="2550" b="1" i="1">
                <a:solidFill>
                  <a:schemeClr val="dk1"/>
                </a:solidFill>
              </a:rPr>
              <a:t>aplicado a volúmenes de datos que superan la capacidad de análisis de un software convencional para ser capturados, gestionados y procesados en un tiempo razonable.</a:t>
            </a:r>
            <a:r>
              <a:rPr lang="es-CL" sz="2250">
                <a:solidFill>
                  <a:schemeClr val="dk1"/>
                </a:solidFill>
              </a:rPr>
              <a:t> En resumidas cuentas, es un volumen tan grande de datos que la herramienta Excel de Windows se queda pequeña.</a:t>
            </a:r>
            <a:endParaRPr sz="2250">
              <a:solidFill>
                <a:schemeClr val="dk1"/>
              </a:solidFill>
            </a:endParaRPr>
          </a:p>
          <a:p>
            <a:pPr marL="46355" marR="5080" lvl="0" indent="0" algn="ctr" rtl="0">
              <a:lnSpc>
                <a:spcPct val="101499"/>
              </a:lnSpc>
              <a:spcBef>
                <a:spcPts val="345"/>
              </a:spcBef>
              <a:spcAft>
                <a:spcPts val="0"/>
              </a:spcAft>
              <a:buNone/>
            </a:pPr>
            <a:endParaRPr sz="2250">
              <a:solidFill>
                <a:schemeClr val="dk1"/>
              </a:solidFill>
            </a:endParaRPr>
          </a:p>
          <a:p>
            <a:pPr marL="46355" marR="5080" lvl="0" indent="0" algn="ctr" rtl="0">
              <a:lnSpc>
                <a:spcPct val="101499"/>
              </a:lnSpc>
              <a:spcBef>
                <a:spcPts val="345"/>
              </a:spcBef>
              <a:spcAft>
                <a:spcPts val="0"/>
              </a:spcAft>
              <a:buClr>
                <a:schemeClr val="dk1"/>
              </a:buClr>
              <a:buSzPts val="1100"/>
              <a:buFont typeface="Arial"/>
              <a:buNone/>
            </a:pPr>
            <a:r>
              <a:rPr lang="es-CL" sz="2250">
                <a:solidFill>
                  <a:schemeClr val="dk1"/>
                </a:solidFill>
              </a:rPr>
              <a:t>Es una idea considerablemente nueva, pero cuyo auge está en aumento debido a la gran importancia e influencia en el mundo empresarial. Se dice que el Big Data es el </a:t>
            </a:r>
            <a:r>
              <a:rPr lang="es-CL" sz="2550" b="1" i="1">
                <a:solidFill>
                  <a:schemeClr val="dk1"/>
                </a:solidFill>
              </a:rPr>
              <a:t>“sistema nervioso de la tierra”</a:t>
            </a:r>
            <a:r>
              <a:rPr lang="es-CL" sz="2250">
                <a:solidFill>
                  <a:schemeClr val="dk1"/>
                </a:solidFill>
              </a:rPr>
              <a:t>, y tiene la capacidad de extractar y examinar todo lo que está ocurriendo en el mundo a tiempo real.</a:t>
            </a:r>
            <a:endParaRPr sz="2250">
              <a:solidFill>
                <a:schemeClr val="dk1"/>
              </a:solidFill>
            </a:endParaRPr>
          </a:p>
          <a:p>
            <a:pPr marL="46355" marR="5080" lvl="0" indent="0" algn="ctr" rtl="0">
              <a:lnSpc>
                <a:spcPct val="101499"/>
              </a:lnSpc>
              <a:spcBef>
                <a:spcPts val="345"/>
              </a:spcBef>
              <a:spcAft>
                <a:spcPts val="0"/>
              </a:spcAft>
              <a:buClr>
                <a:schemeClr val="dk1"/>
              </a:buClr>
              <a:buSzPts val="1100"/>
              <a:buFont typeface="Arial"/>
              <a:buNone/>
            </a:pPr>
            <a:endParaRPr sz="2250">
              <a:solidFill>
                <a:schemeClr val="dk1"/>
              </a:solidFill>
            </a:endParaRPr>
          </a:p>
          <a:p>
            <a:pPr marL="46355" marR="5080" lvl="0" indent="0" algn="ctr" rtl="0">
              <a:lnSpc>
                <a:spcPct val="101499"/>
              </a:lnSpc>
              <a:spcBef>
                <a:spcPts val="345"/>
              </a:spcBef>
              <a:spcAft>
                <a:spcPts val="0"/>
              </a:spcAft>
              <a:buClr>
                <a:schemeClr val="dk1"/>
              </a:buClr>
              <a:buSzPts val="1100"/>
              <a:buFont typeface="Arial"/>
              <a:buNone/>
            </a:pPr>
            <a:r>
              <a:rPr lang="es-CL" sz="2250">
                <a:solidFill>
                  <a:schemeClr val="dk1"/>
                </a:solidFill>
              </a:rPr>
              <a:t>Actualmente, la gran mayoría de nosotros estamos conectados a nuestro Smartphone a diario, y todo el volumen de datos que generamos al usar una sola aplicación es infinito. Todos estos datos son </a:t>
            </a:r>
            <a:r>
              <a:rPr lang="es-CL" sz="2250" b="1" i="1">
                <a:solidFill>
                  <a:schemeClr val="dk1"/>
                </a:solidFill>
              </a:rPr>
              <a:t>rastreados, conectados y analizados para sacar conclusiones: cuáles son nuestros gustos, intereses, aficiones…</a:t>
            </a:r>
            <a:endParaRPr sz="2250" b="1" i="1">
              <a:solidFill>
                <a:schemeClr val="dk1"/>
              </a:solidFill>
            </a:endParaRPr>
          </a:p>
          <a:p>
            <a:pPr marL="46355" marR="5080" lvl="0" indent="0" algn="ctr" rtl="0">
              <a:lnSpc>
                <a:spcPct val="101499"/>
              </a:lnSpc>
              <a:spcBef>
                <a:spcPts val="345"/>
              </a:spcBef>
              <a:spcAft>
                <a:spcPts val="0"/>
              </a:spcAft>
              <a:buClr>
                <a:schemeClr val="dk1"/>
              </a:buClr>
              <a:buSzPts val="1100"/>
              <a:buFont typeface="Arial"/>
              <a:buNone/>
            </a:pPr>
            <a:endParaRPr sz="2250">
              <a:solidFill>
                <a:schemeClr val="dk1"/>
              </a:solidFill>
            </a:endParaRPr>
          </a:p>
          <a:p>
            <a:pPr marL="46355" marR="5080" lvl="0" indent="0" algn="ctr" rtl="0">
              <a:lnSpc>
                <a:spcPct val="101499"/>
              </a:lnSpc>
              <a:spcBef>
                <a:spcPts val="345"/>
              </a:spcBef>
              <a:spcAft>
                <a:spcPts val="0"/>
              </a:spcAft>
              <a:buNone/>
            </a:pPr>
            <a:r>
              <a:rPr lang="es-CL" sz="2250">
                <a:solidFill>
                  <a:schemeClr val="dk1"/>
                </a:solidFill>
              </a:rPr>
              <a:t>Tal y como lo conocemos hoy en día, el Big Data transformará, en un futuro no muy lejano, nuestras ciudades, gestionando el tráfico, nuestros hábitos de vida y nuestra manera de relacionarnos con el entorno que nos rodea.</a:t>
            </a:r>
            <a:endParaRPr sz="2250">
              <a:solidFill>
                <a:schemeClr val="dk1"/>
              </a:solidFill>
            </a:endParaRPr>
          </a:p>
        </p:txBody>
      </p:sp>
      <p:pic>
        <p:nvPicPr>
          <p:cNvPr id="343" name="Google Shape;343;g133e68395f5_0_480"/>
          <p:cNvPicPr preferRelativeResize="0"/>
          <p:nvPr/>
        </p:nvPicPr>
        <p:blipFill>
          <a:blip r:embed="rId3">
            <a:alphaModFix/>
          </a:blip>
          <a:stretch>
            <a:fillRect/>
          </a:stretch>
        </p:blipFill>
        <p:spPr>
          <a:xfrm>
            <a:off x="1998000" y="8611751"/>
            <a:ext cx="7590513" cy="21213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g133e68395f5_0_489"/>
          <p:cNvSpPr txBox="1">
            <a:spLocks noGrp="1"/>
          </p:cNvSpPr>
          <p:nvPr>
            <p:ph type="body" idx="1"/>
          </p:nvPr>
        </p:nvSpPr>
        <p:spPr>
          <a:xfrm>
            <a:off x="574040" y="1258411"/>
            <a:ext cx="43434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Big Data</a:t>
            </a:r>
            <a:endParaRPr/>
          </a:p>
        </p:txBody>
      </p:sp>
      <p:sp>
        <p:nvSpPr>
          <p:cNvPr id="349" name="Google Shape;349;g133e68395f5_0_489"/>
          <p:cNvSpPr txBox="1">
            <a:spLocks noGrp="1"/>
          </p:cNvSpPr>
          <p:nvPr>
            <p:ph type="body" idx="2"/>
          </p:nvPr>
        </p:nvSpPr>
        <p:spPr>
          <a:xfrm>
            <a:off x="574675" y="2911475"/>
            <a:ext cx="4343400" cy="315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4100" u="sng"/>
              <a:t>Como se generan grandes volúmenes de datos en la industria</a:t>
            </a:r>
            <a:endParaRPr sz="4100" u="sng"/>
          </a:p>
        </p:txBody>
      </p:sp>
      <p:sp>
        <p:nvSpPr>
          <p:cNvPr id="350" name="Google Shape;350;g133e68395f5_0_489"/>
          <p:cNvSpPr/>
          <p:nvPr/>
        </p:nvSpPr>
        <p:spPr>
          <a:xfrm>
            <a:off x="6967474" y="6317300"/>
            <a:ext cx="806450" cy="787400"/>
          </a:xfrm>
          <a:custGeom>
            <a:avLst/>
            <a:gdLst/>
            <a:ahLst/>
            <a:cxnLst/>
            <a:rect l="l" t="t" r="r" b="b"/>
            <a:pathLst>
              <a:path w="806450" h="787400" extrusionOk="0">
                <a:moveTo>
                  <a:pt x="402856" y="0"/>
                </a:moveTo>
                <a:lnTo>
                  <a:pt x="355902" y="2540"/>
                </a:lnTo>
                <a:lnTo>
                  <a:pt x="310527" y="10160"/>
                </a:lnTo>
                <a:lnTo>
                  <a:pt x="267035" y="22860"/>
                </a:lnTo>
                <a:lnTo>
                  <a:pt x="225730" y="40640"/>
                </a:lnTo>
                <a:lnTo>
                  <a:pt x="186918" y="62230"/>
                </a:lnTo>
                <a:lnTo>
                  <a:pt x="150902" y="87630"/>
                </a:lnTo>
                <a:lnTo>
                  <a:pt x="117988" y="115570"/>
                </a:lnTo>
                <a:lnTo>
                  <a:pt x="88479" y="148590"/>
                </a:lnTo>
                <a:lnTo>
                  <a:pt x="62681" y="182880"/>
                </a:lnTo>
                <a:lnTo>
                  <a:pt x="40897" y="220980"/>
                </a:lnTo>
                <a:lnTo>
                  <a:pt x="23433" y="261620"/>
                </a:lnTo>
                <a:lnTo>
                  <a:pt x="10592" y="304800"/>
                </a:lnTo>
                <a:lnTo>
                  <a:pt x="2679" y="347980"/>
                </a:lnTo>
                <a:lnTo>
                  <a:pt x="0" y="394970"/>
                </a:lnTo>
                <a:lnTo>
                  <a:pt x="2752" y="440690"/>
                </a:lnTo>
                <a:lnTo>
                  <a:pt x="10736" y="485140"/>
                </a:lnTo>
                <a:lnTo>
                  <a:pt x="23645" y="527050"/>
                </a:lnTo>
                <a:lnTo>
                  <a:pt x="41174" y="567690"/>
                </a:lnTo>
                <a:lnTo>
                  <a:pt x="63019" y="605790"/>
                </a:lnTo>
                <a:lnTo>
                  <a:pt x="88874" y="640080"/>
                </a:lnTo>
                <a:lnTo>
                  <a:pt x="118434" y="673100"/>
                </a:lnTo>
                <a:lnTo>
                  <a:pt x="151395" y="701040"/>
                </a:lnTo>
                <a:lnTo>
                  <a:pt x="187450" y="726440"/>
                </a:lnTo>
                <a:lnTo>
                  <a:pt x="226295" y="748030"/>
                </a:lnTo>
                <a:lnTo>
                  <a:pt x="267625" y="764540"/>
                </a:lnTo>
                <a:lnTo>
                  <a:pt x="311135" y="777240"/>
                </a:lnTo>
                <a:lnTo>
                  <a:pt x="356520" y="784860"/>
                </a:lnTo>
                <a:lnTo>
                  <a:pt x="403474" y="787400"/>
                </a:lnTo>
                <a:lnTo>
                  <a:pt x="450426" y="784860"/>
                </a:lnTo>
                <a:lnTo>
                  <a:pt x="495800" y="777240"/>
                </a:lnTo>
                <a:lnTo>
                  <a:pt x="539290" y="764540"/>
                </a:lnTo>
                <a:lnTo>
                  <a:pt x="545645" y="762000"/>
                </a:lnTo>
                <a:lnTo>
                  <a:pt x="390867" y="762000"/>
                </a:lnTo>
                <a:lnTo>
                  <a:pt x="368767" y="754380"/>
                </a:lnTo>
                <a:lnTo>
                  <a:pt x="318231" y="754380"/>
                </a:lnTo>
                <a:lnTo>
                  <a:pt x="270563" y="740410"/>
                </a:lnTo>
                <a:lnTo>
                  <a:pt x="225761" y="720090"/>
                </a:lnTo>
                <a:lnTo>
                  <a:pt x="184279" y="694690"/>
                </a:lnTo>
                <a:lnTo>
                  <a:pt x="146571" y="665480"/>
                </a:lnTo>
                <a:lnTo>
                  <a:pt x="165709" y="648970"/>
                </a:lnTo>
                <a:lnTo>
                  <a:pt x="167394" y="647700"/>
                </a:lnTo>
                <a:lnTo>
                  <a:pt x="128708" y="647700"/>
                </a:lnTo>
                <a:lnTo>
                  <a:pt x="94729" y="607060"/>
                </a:lnTo>
                <a:lnTo>
                  <a:pt x="66808" y="562610"/>
                </a:lnTo>
                <a:lnTo>
                  <a:pt x="45554" y="513080"/>
                </a:lnTo>
                <a:lnTo>
                  <a:pt x="31580" y="461010"/>
                </a:lnTo>
                <a:lnTo>
                  <a:pt x="25496" y="406400"/>
                </a:lnTo>
                <a:lnTo>
                  <a:pt x="805576" y="406400"/>
                </a:lnTo>
                <a:lnTo>
                  <a:pt x="806320" y="393700"/>
                </a:lnTo>
                <a:lnTo>
                  <a:pt x="805632" y="382270"/>
                </a:lnTo>
                <a:lnTo>
                  <a:pt x="25486" y="382270"/>
                </a:lnTo>
                <a:lnTo>
                  <a:pt x="31478" y="327660"/>
                </a:lnTo>
                <a:lnTo>
                  <a:pt x="45366" y="275590"/>
                </a:lnTo>
                <a:lnTo>
                  <a:pt x="66539" y="226060"/>
                </a:lnTo>
                <a:lnTo>
                  <a:pt x="94387" y="181610"/>
                </a:lnTo>
                <a:lnTo>
                  <a:pt x="128299" y="140970"/>
                </a:lnTo>
                <a:lnTo>
                  <a:pt x="166992" y="140970"/>
                </a:lnTo>
                <a:lnTo>
                  <a:pt x="165305" y="139700"/>
                </a:lnTo>
                <a:lnTo>
                  <a:pt x="183794" y="93980"/>
                </a:lnTo>
                <a:lnTo>
                  <a:pt x="225233" y="68580"/>
                </a:lnTo>
                <a:lnTo>
                  <a:pt x="270003" y="48260"/>
                </a:lnTo>
                <a:lnTo>
                  <a:pt x="317644" y="34290"/>
                </a:lnTo>
                <a:lnTo>
                  <a:pt x="367076" y="34290"/>
                </a:lnTo>
                <a:lnTo>
                  <a:pt x="390260" y="25400"/>
                </a:lnTo>
                <a:lnTo>
                  <a:pt x="544608" y="25400"/>
                </a:lnTo>
                <a:lnTo>
                  <a:pt x="538704" y="22860"/>
                </a:lnTo>
                <a:lnTo>
                  <a:pt x="495195" y="10160"/>
                </a:lnTo>
                <a:lnTo>
                  <a:pt x="449810" y="2540"/>
                </a:lnTo>
                <a:lnTo>
                  <a:pt x="402856" y="0"/>
                </a:lnTo>
                <a:close/>
              </a:path>
              <a:path w="806450" h="787400" extrusionOk="0">
                <a:moveTo>
                  <a:pt x="415882" y="566420"/>
                </a:moveTo>
                <a:lnTo>
                  <a:pt x="390710" y="566420"/>
                </a:lnTo>
                <a:lnTo>
                  <a:pt x="390867" y="762000"/>
                </a:lnTo>
                <a:lnTo>
                  <a:pt x="416039" y="762000"/>
                </a:lnTo>
                <a:lnTo>
                  <a:pt x="415882" y="566420"/>
                </a:lnTo>
                <a:close/>
              </a:path>
              <a:path w="806450" h="787400" extrusionOk="0">
                <a:moveTo>
                  <a:pt x="543501" y="566420"/>
                </a:moveTo>
                <a:lnTo>
                  <a:pt x="415882" y="566420"/>
                </a:lnTo>
                <a:lnTo>
                  <a:pt x="451986" y="568960"/>
                </a:lnTo>
                <a:lnTo>
                  <a:pt x="487065" y="575310"/>
                </a:lnTo>
                <a:lnTo>
                  <a:pt x="520959" y="584200"/>
                </a:lnTo>
                <a:lnTo>
                  <a:pt x="553511" y="596900"/>
                </a:lnTo>
                <a:lnTo>
                  <a:pt x="532961" y="648970"/>
                </a:lnTo>
                <a:lnTo>
                  <a:pt x="508285" y="692150"/>
                </a:lnTo>
                <a:lnTo>
                  <a:pt x="480136" y="726440"/>
                </a:lnTo>
                <a:lnTo>
                  <a:pt x="449170" y="750570"/>
                </a:lnTo>
                <a:lnTo>
                  <a:pt x="416039" y="762000"/>
                </a:lnTo>
                <a:lnTo>
                  <a:pt x="545645" y="762000"/>
                </a:lnTo>
                <a:lnTo>
                  <a:pt x="564708" y="754380"/>
                </a:lnTo>
                <a:lnTo>
                  <a:pt x="488697" y="754380"/>
                </a:lnTo>
                <a:lnTo>
                  <a:pt x="515038" y="726440"/>
                </a:lnTo>
                <a:lnTo>
                  <a:pt x="538796" y="693420"/>
                </a:lnTo>
                <a:lnTo>
                  <a:pt x="559650" y="652780"/>
                </a:lnTo>
                <a:lnTo>
                  <a:pt x="577280" y="607060"/>
                </a:lnTo>
                <a:lnTo>
                  <a:pt x="625750" y="607060"/>
                </a:lnTo>
                <a:lnTo>
                  <a:pt x="609764" y="596900"/>
                </a:lnTo>
                <a:lnTo>
                  <a:pt x="584652" y="582930"/>
                </a:lnTo>
                <a:lnTo>
                  <a:pt x="587124" y="572770"/>
                </a:lnTo>
                <a:lnTo>
                  <a:pt x="560642" y="572770"/>
                </a:lnTo>
                <a:lnTo>
                  <a:pt x="543501" y="566420"/>
                </a:lnTo>
                <a:close/>
              </a:path>
              <a:path w="806450" h="787400" extrusionOk="0">
                <a:moveTo>
                  <a:pt x="257683" y="608330"/>
                </a:moveTo>
                <a:lnTo>
                  <a:pt x="229406" y="608330"/>
                </a:lnTo>
                <a:lnTo>
                  <a:pt x="247096" y="652780"/>
                </a:lnTo>
                <a:lnTo>
                  <a:pt x="268015" y="693420"/>
                </a:lnTo>
                <a:lnTo>
                  <a:pt x="291836" y="726440"/>
                </a:lnTo>
                <a:lnTo>
                  <a:pt x="318231" y="754380"/>
                </a:lnTo>
                <a:lnTo>
                  <a:pt x="368767" y="754380"/>
                </a:lnTo>
                <a:lnTo>
                  <a:pt x="357718" y="750570"/>
                </a:lnTo>
                <a:lnTo>
                  <a:pt x="326719" y="727710"/>
                </a:lnTo>
                <a:lnTo>
                  <a:pt x="298523" y="692150"/>
                </a:lnTo>
                <a:lnTo>
                  <a:pt x="273784" y="648970"/>
                </a:lnTo>
                <a:lnTo>
                  <a:pt x="257683" y="608330"/>
                </a:lnTo>
                <a:close/>
              </a:path>
              <a:path w="806450" h="787400" extrusionOk="0">
                <a:moveTo>
                  <a:pt x="625750" y="607060"/>
                </a:moveTo>
                <a:lnTo>
                  <a:pt x="577280" y="607060"/>
                </a:lnTo>
                <a:lnTo>
                  <a:pt x="599508" y="619760"/>
                </a:lnTo>
                <a:lnTo>
                  <a:pt x="620775" y="633730"/>
                </a:lnTo>
                <a:lnTo>
                  <a:pt x="641019" y="648970"/>
                </a:lnTo>
                <a:lnTo>
                  <a:pt x="660178" y="664210"/>
                </a:lnTo>
                <a:lnTo>
                  <a:pt x="622522" y="694690"/>
                </a:lnTo>
                <a:lnTo>
                  <a:pt x="581085" y="720090"/>
                </a:lnTo>
                <a:lnTo>
                  <a:pt x="536325" y="739140"/>
                </a:lnTo>
                <a:lnTo>
                  <a:pt x="488697" y="754380"/>
                </a:lnTo>
                <a:lnTo>
                  <a:pt x="564708" y="754380"/>
                </a:lnTo>
                <a:lnTo>
                  <a:pt x="619405" y="726440"/>
                </a:lnTo>
                <a:lnTo>
                  <a:pt x="655419" y="701040"/>
                </a:lnTo>
                <a:lnTo>
                  <a:pt x="688333" y="671830"/>
                </a:lnTo>
                <a:lnTo>
                  <a:pt x="710760" y="647700"/>
                </a:lnTo>
                <a:lnTo>
                  <a:pt x="678021" y="647700"/>
                </a:lnTo>
                <a:lnTo>
                  <a:pt x="656519" y="628650"/>
                </a:lnTo>
                <a:lnTo>
                  <a:pt x="633743" y="612140"/>
                </a:lnTo>
                <a:lnTo>
                  <a:pt x="625750" y="607060"/>
                </a:lnTo>
                <a:close/>
              </a:path>
              <a:path w="806450" h="787400" extrusionOk="0">
                <a:moveTo>
                  <a:pt x="222579" y="406400"/>
                </a:moveTo>
                <a:lnTo>
                  <a:pt x="197397" y="406400"/>
                </a:lnTo>
                <a:lnTo>
                  <a:pt x="199598" y="454660"/>
                </a:lnTo>
                <a:lnTo>
                  <a:pt x="204522" y="499110"/>
                </a:lnTo>
                <a:lnTo>
                  <a:pt x="212030" y="543560"/>
                </a:lnTo>
                <a:lnTo>
                  <a:pt x="221982" y="584200"/>
                </a:lnTo>
                <a:lnTo>
                  <a:pt x="196883" y="596900"/>
                </a:lnTo>
                <a:lnTo>
                  <a:pt x="172926" y="612140"/>
                </a:lnTo>
                <a:lnTo>
                  <a:pt x="150179" y="629920"/>
                </a:lnTo>
                <a:lnTo>
                  <a:pt x="128708" y="647700"/>
                </a:lnTo>
                <a:lnTo>
                  <a:pt x="167394" y="647700"/>
                </a:lnTo>
                <a:lnTo>
                  <a:pt x="185935" y="633730"/>
                </a:lnTo>
                <a:lnTo>
                  <a:pt x="207188" y="619760"/>
                </a:lnTo>
                <a:lnTo>
                  <a:pt x="229406" y="608330"/>
                </a:lnTo>
                <a:lnTo>
                  <a:pt x="257683" y="608330"/>
                </a:lnTo>
                <a:lnTo>
                  <a:pt x="253154" y="596900"/>
                </a:lnTo>
                <a:lnTo>
                  <a:pt x="285673" y="584200"/>
                </a:lnTo>
                <a:lnTo>
                  <a:pt x="319545" y="575310"/>
                </a:lnTo>
                <a:lnTo>
                  <a:pt x="333571" y="572770"/>
                </a:lnTo>
                <a:lnTo>
                  <a:pt x="245971" y="572770"/>
                </a:lnTo>
                <a:lnTo>
                  <a:pt x="236590" y="534670"/>
                </a:lnTo>
                <a:lnTo>
                  <a:pt x="229449" y="494030"/>
                </a:lnTo>
                <a:lnTo>
                  <a:pt x="224722" y="450850"/>
                </a:lnTo>
                <a:lnTo>
                  <a:pt x="222579" y="406400"/>
                </a:lnTo>
                <a:close/>
              </a:path>
              <a:path w="806450" h="787400" extrusionOk="0">
                <a:moveTo>
                  <a:pt x="805576" y="406400"/>
                </a:moveTo>
                <a:lnTo>
                  <a:pt x="780845" y="406400"/>
                </a:lnTo>
                <a:lnTo>
                  <a:pt x="774852" y="461010"/>
                </a:lnTo>
                <a:lnTo>
                  <a:pt x="760964" y="513080"/>
                </a:lnTo>
                <a:lnTo>
                  <a:pt x="739789" y="561340"/>
                </a:lnTo>
                <a:lnTo>
                  <a:pt x="711938" y="607060"/>
                </a:lnTo>
                <a:lnTo>
                  <a:pt x="678021" y="647700"/>
                </a:lnTo>
                <a:lnTo>
                  <a:pt x="710760" y="647700"/>
                </a:lnTo>
                <a:lnTo>
                  <a:pt x="743640" y="604520"/>
                </a:lnTo>
                <a:lnTo>
                  <a:pt x="765423" y="566420"/>
                </a:lnTo>
                <a:lnTo>
                  <a:pt x="782888" y="527050"/>
                </a:lnTo>
                <a:lnTo>
                  <a:pt x="795728" y="483870"/>
                </a:lnTo>
                <a:lnTo>
                  <a:pt x="803641" y="439420"/>
                </a:lnTo>
                <a:lnTo>
                  <a:pt x="805576" y="406400"/>
                </a:lnTo>
                <a:close/>
              </a:path>
              <a:path w="806450" h="787400" extrusionOk="0">
                <a:moveTo>
                  <a:pt x="415746" y="406400"/>
                </a:moveTo>
                <a:lnTo>
                  <a:pt x="390574" y="406400"/>
                </a:lnTo>
                <a:lnTo>
                  <a:pt x="390689" y="542290"/>
                </a:lnTo>
                <a:lnTo>
                  <a:pt x="352754" y="544830"/>
                </a:lnTo>
                <a:lnTo>
                  <a:pt x="315880" y="551180"/>
                </a:lnTo>
                <a:lnTo>
                  <a:pt x="280230" y="560070"/>
                </a:lnTo>
                <a:lnTo>
                  <a:pt x="245971" y="572770"/>
                </a:lnTo>
                <a:lnTo>
                  <a:pt x="333571" y="572770"/>
                </a:lnTo>
                <a:lnTo>
                  <a:pt x="354610" y="568960"/>
                </a:lnTo>
                <a:lnTo>
                  <a:pt x="390710" y="566420"/>
                </a:lnTo>
                <a:lnTo>
                  <a:pt x="543501" y="566420"/>
                </a:lnTo>
                <a:lnTo>
                  <a:pt x="526360" y="560070"/>
                </a:lnTo>
                <a:lnTo>
                  <a:pt x="490699" y="551180"/>
                </a:lnTo>
                <a:lnTo>
                  <a:pt x="453817" y="544830"/>
                </a:lnTo>
                <a:lnTo>
                  <a:pt x="415872" y="542290"/>
                </a:lnTo>
                <a:lnTo>
                  <a:pt x="415746" y="406400"/>
                </a:lnTo>
                <a:close/>
              </a:path>
              <a:path w="806450" h="787400" extrusionOk="0">
                <a:moveTo>
                  <a:pt x="608934" y="406400"/>
                </a:moveTo>
                <a:lnTo>
                  <a:pt x="583762" y="406400"/>
                </a:lnTo>
                <a:lnTo>
                  <a:pt x="581694" y="450850"/>
                </a:lnTo>
                <a:lnTo>
                  <a:pt x="577036" y="492760"/>
                </a:lnTo>
                <a:lnTo>
                  <a:pt x="569960" y="534670"/>
                </a:lnTo>
                <a:lnTo>
                  <a:pt x="560642" y="572770"/>
                </a:lnTo>
                <a:lnTo>
                  <a:pt x="587124" y="572770"/>
                </a:lnTo>
                <a:lnTo>
                  <a:pt x="594540" y="542290"/>
                </a:lnTo>
                <a:lnTo>
                  <a:pt x="601980" y="499110"/>
                </a:lnTo>
                <a:lnTo>
                  <a:pt x="606826" y="453390"/>
                </a:lnTo>
                <a:lnTo>
                  <a:pt x="608934" y="406400"/>
                </a:lnTo>
                <a:close/>
              </a:path>
              <a:path w="806450" h="787400" extrusionOk="0">
                <a:moveTo>
                  <a:pt x="166992" y="140970"/>
                </a:moveTo>
                <a:lnTo>
                  <a:pt x="128299" y="140970"/>
                </a:lnTo>
                <a:lnTo>
                  <a:pt x="149797" y="158750"/>
                </a:lnTo>
                <a:lnTo>
                  <a:pt x="172573" y="176530"/>
                </a:lnTo>
                <a:lnTo>
                  <a:pt x="196554" y="191770"/>
                </a:lnTo>
                <a:lnTo>
                  <a:pt x="221668" y="204470"/>
                </a:lnTo>
                <a:lnTo>
                  <a:pt x="211784" y="245110"/>
                </a:lnTo>
                <a:lnTo>
                  <a:pt x="204344" y="288290"/>
                </a:lnTo>
                <a:lnTo>
                  <a:pt x="199496" y="334010"/>
                </a:lnTo>
                <a:lnTo>
                  <a:pt x="197386" y="382270"/>
                </a:lnTo>
                <a:lnTo>
                  <a:pt x="222558" y="382270"/>
                </a:lnTo>
                <a:lnTo>
                  <a:pt x="224630" y="337820"/>
                </a:lnTo>
                <a:lnTo>
                  <a:pt x="229288" y="294640"/>
                </a:lnTo>
                <a:lnTo>
                  <a:pt x="236361" y="254000"/>
                </a:lnTo>
                <a:lnTo>
                  <a:pt x="245678" y="215900"/>
                </a:lnTo>
                <a:lnTo>
                  <a:pt x="333286" y="215900"/>
                </a:lnTo>
                <a:lnTo>
                  <a:pt x="319254" y="213360"/>
                </a:lnTo>
                <a:lnTo>
                  <a:pt x="285365" y="204470"/>
                </a:lnTo>
                <a:lnTo>
                  <a:pt x="252829" y="191770"/>
                </a:lnTo>
                <a:lnTo>
                  <a:pt x="257339" y="180340"/>
                </a:lnTo>
                <a:lnTo>
                  <a:pt x="229040" y="180340"/>
                </a:lnTo>
                <a:lnTo>
                  <a:pt x="206813" y="168910"/>
                </a:lnTo>
                <a:lnTo>
                  <a:pt x="185549" y="154940"/>
                </a:lnTo>
                <a:lnTo>
                  <a:pt x="166992" y="140970"/>
                </a:lnTo>
                <a:close/>
              </a:path>
              <a:path w="806450" h="787400" extrusionOk="0">
                <a:moveTo>
                  <a:pt x="333286" y="215900"/>
                </a:moveTo>
                <a:lnTo>
                  <a:pt x="245678" y="215900"/>
                </a:lnTo>
                <a:lnTo>
                  <a:pt x="279963" y="228600"/>
                </a:lnTo>
                <a:lnTo>
                  <a:pt x="315629" y="237490"/>
                </a:lnTo>
                <a:lnTo>
                  <a:pt x="352511" y="243840"/>
                </a:lnTo>
                <a:lnTo>
                  <a:pt x="390448" y="246380"/>
                </a:lnTo>
                <a:lnTo>
                  <a:pt x="390553" y="382270"/>
                </a:lnTo>
                <a:lnTo>
                  <a:pt x="415746" y="382270"/>
                </a:lnTo>
                <a:lnTo>
                  <a:pt x="415631" y="246380"/>
                </a:lnTo>
                <a:lnTo>
                  <a:pt x="453566" y="243840"/>
                </a:lnTo>
                <a:lnTo>
                  <a:pt x="490441" y="237490"/>
                </a:lnTo>
                <a:lnTo>
                  <a:pt x="526094" y="227330"/>
                </a:lnTo>
                <a:lnTo>
                  <a:pt x="541323" y="222250"/>
                </a:lnTo>
                <a:lnTo>
                  <a:pt x="390438" y="222250"/>
                </a:lnTo>
                <a:lnTo>
                  <a:pt x="354333" y="219710"/>
                </a:lnTo>
                <a:lnTo>
                  <a:pt x="333286" y="215900"/>
                </a:lnTo>
                <a:close/>
              </a:path>
              <a:path w="806450" h="787400" extrusionOk="0">
                <a:moveTo>
                  <a:pt x="587148" y="215900"/>
                </a:moveTo>
                <a:lnTo>
                  <a:pt x="560359" y="215900"/>
                </a:lnTo>
                <a:lnTo>
                  <a:pt x="569739" y="254000"/>
                </a:lnTo>
                <a:lnTo>
                  <a:pt x="576876" y="294640"/>
                </a:lnTo>
                <a:lnTo>
                  <a:pt x="581600" y="337820"/>
                </a:lnTo>
                <a:lnTo>
                  <a:pt x="583741" y="382270"/>
                </a:lnTo>
                <a:lnTo>
                  <a:pt x="608923" y="382270"/>
                </a:lnTo>
                <a:lnTo>
                  <a:pt x="606733" y="334010"/>
                </a:lnTo>
                <a:lnTo>
                  <a:pt x="601811" y="288290"/>
                </a:lnTo>
                <a:lnTo>
                  <a:pt x="594302" y="245110"/>
                </a:lnTo>
                <a:lnTo>
                  <a:pt x="587148" y="215900"/>
                </a:lnTo>
                <a:close/>
              </a:path>
              <a:path w="806450" h="787400" extrusionOk="0">
                <a:moveTo>
                  <a:pt x="711538" y="140970"/>
                </a:moveTo>
                <a:lnTo>
                  <a:pt x="677612" y="140970"/>
                </a:lnTo>
                <a:lnTo>
                  <a:pt x="711592" y="181610"/>
                </a:lnTo>
                <a:lnTo>
                  <a:pt x="739515" y="226060"/>
                </a:lnTo>
                <a:lnTo>
                  <a:pt x="760770" y="274320"/>
                </a:lnTo>
                <a:lnTo>
                  <a:pt x="774744" y="326390"/>
                </a:lnTo>
                <a:lnTo>
                  <a:pt x="780824" y="381000"/>
                </a:lnTo>
                <a:lnTo>
                  <a:pt x="608923" y="382270"/>
                </a:lnTo>
                <a:lnTo>
                  <a:pt x="805632" y="382270"/>
                </a:lnTo>
                <a:lnTo>
                  <a:pt x="795585" y="303530"/>
                </a:lnTo>
                <a:lnTo>
                  <a:pt x="782676" y="261620"/>
                </a:lnTo>
                <a:lnTo>
                  <a:pt x="765148" y="220980"/>
                </a:lnTo>
                <a:lnTo>
                  <a:pt x="743304" y="182880"/>
                </a:lnTo>
                <a:lnTo>
                  <a:pt x="717450" y="147320"/>
                </a:lnTo>
                <a:lnTo>
                  <a:pt x="711538" y="140970"/>
                </a:lnTo>
                <a:close/>
              </a:path>
              <a:path w="806450" h="787400" extrusionOk="0">
                <a:moveTo>
                  <a:pt x="415453" y="25400"/>
                </a:moveTo>
                <a:lnTo>
                  <a:pt x="390260" y="25400"/>
                </a:lnTo>
                <a:lnTo>
                  <a:pt x="390438" y="222250"/>
                </a:lnTo>
                <a:lnTo>
                  <a:pt x="415610" y="222250"/>
                </a:lnTo>
                <a:lnTo>
                  <a:pt x="415453" y="25400"/>
                </a:lnTo>
                <a:close/>
              </a:path>
              <a:path w="806450" h="787400" extrusionOk="0">
                <a:moveTo>
                  <a:pt x="544608" y="25400"/>
                </a:moveTo>
                <a:lnTo>
                  <a:pt x="415453" y="25400"/>
                </a:lnTo>
                <a:lnTo>
                  <a:pt x="448606" y="36830"/>
                </a:lnTo>
                <a:lnTo>
                  <a:pt x="479611" y="60960"/>
                </a:lnTo>
                <a:lnTo>
                  <a:pt x="507813" y="95250"/>
                </a:lnTo>
                <a:lnTo>
                  <a:pt x="532554" y="139700"/>
                </a:lnTo>
                <a:lnTo>
                  <a:pt x="553176" y="191770"/>
                </a:lnTo>
                <a:lnTo>
                  <a:pt x="520651" y="203200"/>
                </a:lnTo>
                <a:lnTo>
                  <a:pt x="486777" y="213360"/>
                </a:lnTo>
                <a:lnTo>
                  <a:pt x="451710" y="219710"/>
                </a:lnTo>
                <a:lnTo>
                  <a:pt x="415610" y="222250"/>
                </a:lnTo>
                <a:lnTo>
                  <a:pt x="541323" y="222250"/>
                </a:lnTo>
                <a:lnTo>
                  <a:pt x="560359" y="215900"/>
                </a:lnTo>
                <a:lnTo>
                  <a:pt x="587148" y="215900"/>
                </a:lnTo>
                <a:lnTo>
                  <a:pt x="584348" y="204470"/>
                </a:lnTo>
                <a:lnTo>
                  <a:pt x="609437" y="190500"/>
                </a:lnTo>
                <a:lnTo>
                  <a:pt x="625407" y="180340"/>
                </a:lnTo>
                <a:lnTo>
                  <a:pt x="576924" y="180340"/>
                </a:lnTo>
                <a:lnTo>
                  <a:pt x="559230" y="134620"/>
                </a:lnTo>
                <a:lnTo>
                  <a:pt x="538312" y="95250"/>
                </a:lnTo>
                <a:lnTo>
                  <a:pt x="514493" y="60960"/>
                </a:lnTo>
                <a:lnTo>
                  <a:pt x="488100" y="34290"/>
                </a:lnTo>
                <a:lnTo>
                  <a:pt x="565273" y="34290"/>
                </a:lnTo>
                <a:lnTo>
                  <a:pt x="544608" y="25400"/>
                </a:lnTo>
                <a:close/>
              </a:path>
              <a:path w="806450" h="787400" extrusionOk="0">
                <a:moveTo>
                  <a:pt x="367076" y="34290"/>
                </a:moveTo>
                <a:lnTo>
                  <a:pt x="317644" y="34290"/>
                </a:lnTo>
                <a:lnTo>
                  <a:pt x="291296" y="60960"/>
                </a:lnTo>
                <a:lnTo>
                  <a:pt x="267531" y="95250"/>
                </a:lnTo>
                <a:lnTo>
                  <a:pt x="246671" y="134620"/>
                </a:lnTo>
                <a:lnTo>
                  <a:pt x="229040" y="180340"/>
                </a:lnTo>
                <a:lnTo>
                  <a:pt x="257339" y="180340"/>
                </a:lnTo>
                <a:lnTo>
                  <a:pt x="273374" y="139700"/>
                </a:lnTo>
                <a:lnTo>
                  <a:pt x="298043" y="95250"/>
                </a:lnTo>
                <a:lnTo>
                  <a:pt x="326184" y="60960"/>
                </a:lnTo>
                <a:lnTo>
                  <a:pt x="357141" y="38100"/>
                </a:lnTo>
                <a:lnTo>
                  <a:pt x="367076" y="34290"/>
                </a:lnTo>
                <a:close/>
              </a:path>
              <a:path w="806450" h="787400" extrusionOk="0">
                <a:moveTo>
                  <a:pt x="565273" y="34290"/>
                </a:moveTo>
                <a:lnTo>
                  <a:pt x="488100" y="34290"/>
                </a:lnTo>
                <a:lnTo>
                  <a:pt x="535766" y="48260"/>
                </a:lnTo>
                <a:lnTo>
                  <a:pt x="580564" y="68580"/>
                </a:lnTo>
                <a:lnTo>
                  <a:pt x="622043" y="93980"/>
                </a:lnTo>
                <a:lnTo>
                  <a:pt x="659749" y="123190"/>
                </a:lnTo>
                <a:lnTo>
                  <a:pt x="640603" y="139700"/>
                </a:lnTo>
                <a:lnTo>
                  <a:pt x="620379" y="154940"/>
                </a:lnTo>
                <a:lnTo>
                  <a:pt x="599133" y="167640"/>
                </a:lnTo>
                <a:lnTo>
                  <a:pt x="576924" y="180340"/>
                </a:lnTo>
                <a:lnTo>
                  <a:pt x="625407" y="180340"/>
                </a:lnTo>
                <a:lnTo>
                  <a:pt x="633391" y="175260"/>
                </a:lnTo>
                <a:lnTo>
                  <a:pt x="656140" y="158750"/>
                </a:lnTo>
                <a:lnTo>
                  <a:pt x="677612" y="140970"/>
                </a:lnTo>
                <a:lnTo>
                  <a:pt x="711538" y="140970"/>
                </a:lnTo>
                <a:lnTo>
                  <a:pt x="687891" y="115570"/>
                </a:lnTo>
                <a:lnTo>
                  <a:pt x="654932" y="86360"/>
                </a:lnTo>
                <a:lnTo>
                  <a:pt x="618877" y="60960"/>
                </a:lnTo>
                <a:lnTo>
                  <a:pt x="580033" y="40640"/>
                </a:lnTo>
                <a:lnTo>
                  <a:pt x="565273" y="34290"/>
                </a:lnTo>
                <a:close/>
              </a:path>
            </a:pathLst>
          </a:custGeom>
          <a:solidFill>
            <a:srgbClr val="2E2D2E"/>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51" name="Google Shape;351;g133e68395f5_0_489"/>
          <p:cNvPicPr preferRelativeResize="0"/>
          <p:nvPr/>
        </p:nvPicPr>
        <p:blipFill rotWithShape="1">
          <a:blip r:embed="rId3">
            <a:alphaModFix/>
          </a:blip>
          <a:srcRect/>
          <a:stretch/>
        </p:blipFill>
        <p:spPr>
          <a:xfrm>
            <a:off x="6855345" y="2029831"/>
            <a:ext cx="1031738" cy="562610"/>
          </a:xfrm>
          <a:prstGeom prst="rect">
            <a:avLst/>
          </a:prstGeom>
          <a:noFill/>
          <a:ln>
            <a:noFill/>
          </a:ln>
        </p:spPr>
      </p:pic>
      <p:sp>
        <p:nvSpPr>
          <p:cNvPr id="352" name="Google Shape;352;g133e68395f5_0_489"/>
          <p:cNvSpPr txBox="1"/>
          <p:nvPr/>
        </p:nvSpPr>
        <p:spPr>
          <a:xfrm>
            <a:off x="8316438" y="1122731"/>
            <a:ext cx="9225900" cy="3169500"/>
          </a:xfrm>
          <a:prstGeom prst="rect">
            <a:avLst/>
          </a:prstGeom>
          <a:noFill/>
          <a:ln>
            <a:noFill/>
          </a:ln>
        </p:spPr>
        <p:txBody>
          <a:bodyPr spcFirstLastPara="1" wrap="square" lIns="0" tIns="91425" rIns="0" bIns="0" anchor="t" anchorCtr="0">
            <a:spAutoFit/>
          </a:bodyPr>
          <a:lstStyle/>
          <a:p>
            <a:pPr marL="0" lvl="0" indent="0" algn="l" rtl="0">
              <a:lnSpc>
                <a:spcPct val="115000"/>
              </a:lnSpc>
              <a:spcBef>
                <a:spcPts val="1400"/>
              </a:spcBef>
              <a:spcAft>
                <a:spcPts val="0"/>
              </a:spcAft>
              <a:buSzPts val="1100"/>
              <a:buNone/>
            </a:pPr>
            <a:r>
              <a:rPr lang="es-CL" sz="3500" b="1">
                <a:solidFill>
                  <a:srgbClr val="9EA4A8"/>
                </a:solidFill>
              </a:rPr>
              <a:t>Su bajo coste</a:t>
            </a:r>
            <a:endParaRPr sz="1300" b="1">
              <a:solidFill>
                <a:schemeClr val="dk1"/>
              </a:solidFill>
            </a:endParaRPr>
          </a:p>
          <a:p>
            <a:pPr marL="12700" marR="0" lvl="0" indent="0" algn="just" rtl="0">
              <a:spcBef>
                <a:spcPts val="400"/>
              </a:spcBef>
              <a:spcAft>
                <a:spcPts val="0"/>
              </a:spcAft>
              <a:buNone/>
            </a:pPr>
            <a:endParaRPr sz="3500" b="1">
              <a:solidFill>
                <a:srgbClr val="9EA4A8"/>
              </a:solidFill>
            </a:endParaRPr>
          </a:p>
          <a:p>
            <a:pPr marL="46355" marR="5080" lvl="0" indent="0" algn="ctr" rtl="0">
              <a:lnSpc>
                <a:spcPct val="101499"/>
              </a:lnSpc>
              <a:spcBef>
                <a:spcPts val="345"/>
              </a:spcBef>
              <a:spcAft>
                <a:spcPts val="0"/>
              </a:spcAft>
              <a:buNone/>
            </a:pPr>
            <a:r>
              <a:rPr lang="es-CL" sz="1950">
                <a:solidFill>
                  <a:schemeClr val="dk1"/>
                </a:solidFill>
              </a:rPr>
              <a:t>Las placas Arduino son interesantes sobre todo para estudiantes y profesores debido a su bajo coste. Por menos de $100.000 puedes comprar el Arduino Starter Kit oficial que viene con todos los componentes necesarios para iniciar en este mundo, también existen opciones kits de inicio de Arduino compuestos por clones de la placa Arduino totalmente funcionales (ventajas del hardware libre en el que se basa Arduino) los cuales están disponibles por menos de $50.000</a:t>
            </a:r>
            <a:endParaRPr sz="1950" b="1" i="0">
              <a:solidFill>
                <a:schemeClr val="dk1"/>
              </a:solidFill>
              <a:latin typeface="Arial"/>
              <a:ea typeface="Arial"/>
              <a:cs typeface="Arial"/>
              <a:sym typeface="Arial"/>
            </a:endParaRPr>
          </a:p>
        </p:txBody>
      </p:sp>
      <p:sp>
        <p:nvSpPr>
          <p:cNvPr id="353" name="Google Shape;353;g133e68395f5_0_489"/>
          <p:cNvSpPr txBox="1"/>
          <p:nvPr/>
        </p:nvSpPr>
        <p:spPr>
          <a:xfrm>
            <a:off x="8316438" y="5320412"/>
            <a:ext cx="9225900" cy="5312400"/>
          </a:xfrm>
          <a:prstGeom prst="rect">
            <a:avLst/>
          </a:prstGeom>
          <a:noFill/>
          <a:ln>
            <a:noFill/>
          </a:ln>
        </p:spPr>
        <p:txBody>
          <a:bodyPr spcFirstLastPara="1" wrap="square" lIns="0" tIns="91425" rIns="0" bIns="0" anchor="t" anchorCtr="0">
            <a:spAutoFit/>
          </a:bodyPr>
          <a:lstStyle/>
          <a:p>
            <a:pPr marL="0" lvl="0" indent="0" algn="l" rtl="0">
              <a:lnSpc>
                <a:spcPct val="115000"/>
              </a:lnSpc>
              <a:spcBef>
                <a:spcPts val="1400"/>
              </a:spcBef>
              <a:spcAft>
                <a:spcPts val="0"/>
              </a:spcAft>
              <a:buSzPts val="1100"/>
              <a:buNone/>
            </a:pPr>
            <a:r>
              <a:rPr lang="es-CL" sz="3500" b="1">
                <a:solidFill>
                  <a:srgbClr val="9EA4A8"/>
                </a:solidFill>
              </a:rPr>
              <a:t>Usar Arduino como introducción a la programación</a:t>
            </a:r>
            <a:r>
              <a:rPr lang="es-CL" sz="1300" b="1">
                <a:solidFill>
                  <a:schemeClr val="dk1"/>
                </a:solidFill>
              </a:rPr>
              <a:t>.</a:t>
            </a:r>
            <a:endParaRPr sz="1300" b="1">
              <a:solidFill>
                <a:schemeClr val="dk1"/>
              </a:solidFill>
            </a:endParaRPr>
          </a:p>
          <a:p>
            <a:pPr marL="12700" marR="0" lvl="0" indent="0" algn="just" rtl="0">
              <a:lnSpc>
                <a:spcPct val="100000"/>
              </a:lnSpc>
              <a:spcBef>
                <a:spcPts val="400"/>
              </a:spcBef>
              <a:spcAft>
                <a:spcPts val="0"/>
              </a:spcAft>
              <a:buNone/>
            </a:pPr>
            <a:endParaRPr sz="3500" b="1">
              <a:solidFill>
                <a:srgbClr val="9EA4A8"/>
              </a:solidFill>
            </a:endParaRPr>
          </a:p>
          <a:p>
            <a:pPr marL="46355" marR="5080" lvl="0" indent="0" algn="ctr" rtl="0">
              <a:lnSpc>
                <a:spcPct val="101499"/>
              </a:lnSpc>
              <a:spcBef>
                <a:spcPts val="345"/>
              </a:spcBef>
              <a:spcAft>
                <a:spcPts val="0"/>
              </a:spcAft>
              <a:buNone/>
            </a:pPr>
            <a:r>
              <a:rPr lang="es-CL" sz="1950">
                <a:solidFill>
                  <a:schemeClr val="dk1"/>
                </a:solidFill>
              </a:rPr>
              <a:t>Es una excelente opción para comenzar a programar desde cero ya que sobre esta plataforma existe una amplia disponibilidad de códigos ejemplos disponibles en Internet. Por lo tanto, con Arduino es posible iniciar poco a poco con los tutoriales que hay por la red para realizar pequeños proyectos electrónicos lo que además puede servir de motivación para ir adentrándose en el mundo de la programación. Si bien puede ser complejo al principio iniciar con el sistema oficial de programación de Arduino, los sistemas visuales como Scratch for Arduino o Ardublock pueden servir como iniciación, pasando luego, al llegar al techo de desarrollo de estos, a otros con los que es posible ir avanzando y haciendo cosas nuevas con tu placa Arduino. Luego ya solo hay un paso para iniciar en la creación de código.</a:t>
            </a:r>
            <a:endParaRPr sz="1950">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7"/>
          <p:cNvSpPr txBox="1">
            <a:spLocks noGrp="1"/>
          </p:cNvSpPr>
          <p:nvPr>
            <p:ph type="title"/>
          </p:nvPr>
        </p:nvSpPr>
        <p:spPr>
          <a:xfrm>
            <a:off x="1321990" y="8235994"/>
            <a:ext cx="6048300" cy="1662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Que hemos aprendido hoy?</a:t>
            </a:r>
            <a:endParaRPr/>
          </a:p>
        </p:txBody>
      </p:sp>
      <p:sp>
        <p:nvSpPr>
          <p:cNvPr id="359" name="Google Shape;359;p7"/>
          <p:cNvSpPr txBox="1">
            <a:spLocks noGrp="1"/>
          </p:cNvSpPr>
          <p:nvPr>
            <p:ph type="body" idx="1"/>
          </p:nvPr>
        </p:nvSpPr>
        <p:spPr>
          <a:xfrm>
            <a:off x="8314271" y="8170445"/>
            <a:ext cx="11193600" cy="2124300"/>
          </a:xfrm>
          <a:prstGeom prst="rect">
            <a:avLst/>
          </a:prstGeom>
          <a:noFill/>
          <a:ln>
            <a:noFill/>
          </a:ln>
        </p:spPr>
        <p:txBody>
          <a:bodyPr spcFirstLastPara="1" wrap="square" lIns="0" tIns="0" rIns="0" bIns="0" anchor="t" anchorCtr="0">
            <a:spAutoFit/>
          </a:bodyPr>
          <a:lstStyle/>
          <a:p>
            <a:pPr marL="457200" lvl="0" indent="-374650" algn="l" rtl="0">
              <a:spcBef>
                <a:spcPts val="0"/>
              </a:spcBef>
              <a:spcAft>
                <a:spcPts val="0"/>
              </a:spcAft>
              <a:buSzPts val="2300"/>
              <a:buChar char="●"/>
            </a:pPr>
            <a:r>
              <a:rPr lang="es-CL" sz="2300"/>
              <a:t>Tecnologías disruptivas</a:t>
            </a:r>
            <a:endParaRPr sz="2300"/>
          </a:p>
          <a:p>
            <a:pPr marL="457200" lvl="0" indent="-374650" algn="l" rtl="0">
              <a:spcBef>
                <a:spcPts val="0"/>
              </a:spcBef>
              <a:spcAft>
                <a:spcPts val="0"/>
              </a:spcAft>
              <a:buSzPts val="2300"/>
              <a:buChar char="●"/>
            </a:pPr>
            <a:r>
              <a:rPr lang="es-CL" sz="2300"/>
              <a:t>IoT</a:t>
            </a:r>
            <a:endParaRPr sz="2300"/>
          </a:p>
          <a:p>
            <a:pPr marL="457200" lvl="0" indent="-374650" algn="l" rtl="0">
              <a:spcBef>
                <a:spcPts val="0"/>
              </a:spcBef>
              <a:spcAft>
                <a:spcPts val="0"/>
              </a:spcAft>
              <a:buSzPts val="2300"/>
              <a:buChar char="●"/>
            </a:pPr>
            <a:r>
              <a:rPr lang="es-CL" sz="2300"/>
              <a:t>Raspberry</a:t>
            </a:r>
            <a:endParaRPr sz="2300"/>
          </a:p>
          <a:p>
            <a:pPr marL="457200" lvl="0" indent="-374650" algn="l" rtl="0">
              <a:spcBef>
                <a:spcPts val="0"/>
              </a:spcBef>
              <a:spcAft>
                <a:spcPts val="0"/>
              </a:spcAft>
              <a:buSzPts val="2300"/>
              <a:buChar char="●"/>
            </a:pPr>
            <a:r>
              <a:rPr lang="es-CL" sz="2300"/>
              <a:t>Arduino</a:t>
            </a:r>
            <a:endParaRPr sz="2300"/>
          </a:p>
          <a:p>
            <a:pPr marL="457200" lvl="0" indent="-374650" algn="l" rtl="0">
              <a:spcBef>
                <a:spcPts val="0"/>
              </a:spcBef>
              <a:spcAft>
                <a:spcPts val="0"/>
              </a:spcAft>
              <a:buSzPts val="2300"/>
              <a:buChar char="●"/>
            </a:pPr>
            <a:r>
              <a:rPr lang="es-CL" sz="2300"/>
              <a:t>BigData</a:t>
            </a:r>
            <a:endParaRPr sz="2300"/>
          </a:p>
          <a:p>
            <a:pPr marL="457200" lvl="0" indent="-374650" algn="l" rtl="0">
              <a:spcBef>
                <a:spcPts val="0"/>
              </a:spcBef>
              <a:spcAft>
                <a:spcPts val="0"/>
              </a:spcAft>
              <a:buSzPts val="2300"/>
              <a:buChar char="●"/>
            </a:pPr>
            <a:r>
              <a:rPr lang="es-CL" sz="2300"/>
              <a:t>Cloud</a:t>
            </a:r>
            <a:endParaRPr sz="23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g133e68395f5_0_501"/>
          <p:cNvSpPr txBox="1">
            <a:spLocks noGrp="1"/>
          </p:cNvSpPr>
          <p:nvPr>
            <p:ph type="body" idx="1"/>
          </p:nvPr>
        </p:nvSpPr>
        <p:spPr>
          <a:xfrm>
            <a:off x="574040" y="1258411"/>
            <a:ext cx="43434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Preguntas</a:t>
            </a:r>
            <a:endParaRPr/>
          </a:p>
        </p:txBody>
      </p:sp>
      <p:sp>
        <p:nvSpPr>
          <p:cNvPr id="365" name="Google Shape;365;g133e68395f5_0_501"/>
          <p:cNvSpPr/>
          <p:nvPr/>
        </p:nvSpPr>
        <p:spPr>
          <a:xfrm>
            <a:off x="6956174" y="3590125"/>
            <a:ext cx="806450" cy="787400"/>
          </a:xfrm>
          <a:custGeom>
            <a:avLst/>
            <a:gdLst/>
            <a:ahLst/>
            <a:cxnLst/>
            <a:rect l="l" t="t" r="r" b="b"/>
            <a:pathLst>
              <a:path w="806450" h="787400" extrusionOk="0">
                <a:moveTo>
                  <a:pt x="402856" y="0"/>
                </a:moveTo>
                <a:lnTo>
                  <a:pt x="355902" y="2540"/>
                </a:lnTo>
                <a:lnTo>
                  <a:pt x="310527" y="10160"/>
                </a:lnTo>
                <a:lnTo>
                  <a:pt x="267035" y="22860"/>
                </a:lnTo>
                <a:lnTo>
                  <a:pt x="225730" y="40640"/>
                </a:lnTo>
                <a:lnTo>
                  <a:pt x="186918" y="62230"/>
                </a:lnTo>
                <a:lnTo>
                  <a:pt x="150902" y="87630"/>
                </a:lnTo>
                <a:lnTo>
                  <a:pt x="117988" y="115570"/>
                </a:lnTo>
                <a:lnTo>
                  <a:pt x="88479" y="148590"/>
                </a:lnTo>
                <a:lnTo>
                  <a:pt x="62681" y="182880"/>
                </a:lnTo>
                <a:lnTo>
                  <a:pt x="40897" y="220980"/>
                </a:lnTo>
                <a:lnTo>
                  <a:pt x="23433" y="261620"/>
                </a:lnTo>
                <a:lnTo>
                  <a:pt x="10592" y="304800"/>
                </a:lnTo>
                <a:lnTo>
                  <a:pt x="2679" y="347980"/>
                </a:lnTo>
                <a:lnTo>
                  <a:pt x="0" y="394970"/>
                </a:lnTo>
                <a:lnTo>
                  <a:pt x="2752" y="440690"/>
                </a:lnTo>
                <a:lnTo>
                  <a:pt x="10736" y="485140"/>
                </a:lnTo>
                <a:lnTo>
                  <a:pt x="23645" y="527050"/>
                </a:lnTo>
                <a:lnTo>
                  <a:pt x="41174" y="567690"/>
                </a:lnTo>
                <a:lnTo>
                  <a:pt x="63019" y="605790"/>
                </a:lnTo>
                <a:lnTo>
                  <a:pt x="88874" y="640080"/>
                </a:lnTo>
                <a:lnTo>
                  <a:pt x="118434" y="673100"/>
                </a:lnTo>
                <a:lnTo>
                  <a:pt x="151395" y="701040"/>
                </a:lnTo>
                <a:lnTo>
                  <a:pt x="187450" y="726440"/>
                </a:lnTo>
                <a:lnTo>
                  <a:pt x="226295" y="748030"/>
                </a:lnTo>
                <a:lnTo>
                  <a:pt x="267625" y="764540"/>
                </a:lnTo>
                <a:lnTo>
                  <a:pt x="311135" y="777240"/>
                </a:lnTo>
                <a:lnTo>
                  <a:pt x="356520" y="784860"/>
                </a:lnTo>
                <a:lnTo>
                  <a:pt x="403474" y="787400"/>
                </a:lnTo>
                <a:lnTo>
                  <a:pt x="450426" y="784860"/>
                </a:lnTo>
                <a:lnTo>
                  <a:pt x="495800" y="777240"/>
                </a:lnTo>
                <a:lnTo>
                  <a:pt x="539290" y="764540"/>
                </a:lnTo>
                <a:lnTo>
                  <a:pt x="545645" y="762000"/>
                </a:lnTo>
                <a:lnTo>
                  <a:pt x="390867" y="762000"/>
                </a:lnTo>
                <a:lnTo>
                  <a:pt x="368767" y="754380"/>
                </a:lnTo>
                <a:lnTo>
                  <a:pt x="318231" y="754380"/>
                </a:lnTo>
                <a:lnTo>
                  <a:pt x="270563" y="740410"/>
                </a:lnTo>
                <a:lnTo>
                  <a:pt x="225761" y="720090"/>
                </a:lnTo>
                <a:lnTo>
                  <a:pt x="184279" y="694690"/>
                </a:lnTo>
                <a:lnTo>
                  <a:pt x="146571" y="665480"/>
                </a:lnTo>
                <a:lnTo>
                  <a:pt x="165709" y="648970"/>
                </a:lnTo>
                <a:lnTo>
                  <a:pt x="167394" y="647700"/>
                </a:lnTo>
                <a:lnTo>
                  <a:pt x="128708" y="647700"/>
                </a:lnTo>
                <a:lnTo>
                  <a:pt x="94729" y="607060"/>
                </a:lnTo>
                <a:lnTo>
                  <a:pt x="66808" y="562610"/>
                </a:lnTo>
                <a:lnTo>
                  <a:pt x="45554" y="513080"/>
                </a:lnTo>
                <a:lnTo>
                  <a:pt x="31580" y="461010"/>
                </a:lnTo>
                <a:lnTo>
                  <a:pt x="25496" y="406400"/>
                </a:lnTo>
                <a:lnTo>
                  <a:pt x="805576" y="406400"/>
                </a:lnTo>
                <a:lnTo>
                  <a:pt x="806320" y="393700"/>
                </a:lnTo>
                <a:lnTo>
                  <a:pt x="805632" y="382270"/>
                </a:lnTo>
                <a:lnTo>
                  <a:pt x="25486" y="382270"/>
                </a:lnTo>
                <a:lnTo>
                  <a:pt x="31478" y="327660"/>
                </a:lnTo>
                <a:lnTo>
                  <a:pt x="45366" y="275590"/>
                </a:lnTo>
                <a:lnTo>
                  <a:pt x="66539" y="226060"/>
                </a:lnTo>
                <a:lnTo>
                  <a:pt x="94387" y="181610"/>
                </a:lnTo>
                <a:lnTo>
                  <a:pt x="128299" y="140970"/>
                </a:lnTo>
                <a:lnTo>
                  <a:pt x="166992" y="140970"/>
                </a:lnTo>
                <a:lnTo>
                  <a:pt x="165305" y="139700"/>
                </a:lnTo>
                <a:lnTo>
                  <a:pt x="183794" y="93980"/>
                </a:lnTo>
                <a:lnTo>
                  <a:pt x="225233" y="68580"/>
                </a:lnTo>
                <a:lnTo>
                  <a:pt x="270003" y="48260"/>
                </a:lnTo>
                <a:lnTo>
                  <a:pt x="317644" y="34290"/>
                </a:lnTo>
                <a:lnTo>
                  <a:pt x="367076" y="34290"/>
                </a:lnTo>
                <a:lnTo>
                  <a:pt x="390260" y="25400"/>
                </a:lnTo>
                <a:lnTo>
                  <a:pt x="544608" y="25400"/>
                </a:lnTo>
                <a:lnTo>
                  <a:pt x="538704" y="22860"/>
                </a:lnTo>
                <a:lnTo>
                  <a:pt x="495195" y="10160"/>
                </a:lnTo>
                <a:lnTo>
                  <a:pt x="449810" y="2540"/>
                </a:lnTo>
                <a:lnTo>
                  <a:pt x="402856" y="0"/>
                </a:lnTo>
                <a:close/>
              </a:path>
              <a:path w="806450" h="787400" extrusionOk="0">
                <a:moveTo>
                  <a:pt x="415882" y="566420"/>
                </a:moveTo>
                <a:lnTo>
                  <a:pt x="390710" y="566420"/>
                </a:lnTo>
                <a:lnTo>
                  <a:pt x="390867" y="762000"/>
                </a:lnTo>
                <a:lnTo>
                  <a:pt x="416039" y="762000"/>
                </a:lnTo>
                <a:lnTo>
                  <a:pt x="415882" y="566420"/>
                </a:lnTo>
                <a:close/>
              </a:path>
              <a:path w="806450" h="787400" extrusionOk="0">
                <a:moveTo>
                  <a:pt x="543501" y="566420"/>
                </a:moveTo>
                <a:lnTo>
                  <a:pt x="415882" y="566420"/>
                </a:lnTo>
                <a:lnTo>
                  <a:pt x="451986" y="568960"/>
                </a:lnTo>
                <a:lnTo>
                  <a:pt x="487065" y="575310"/>
                </a:lnTo>
                <a:lnTo>
                  <a:pt x="520959" y="584200"/>
                </a:lnTo>
                <a:lnTo>
                  <a:pt x="553511" y="596900"/>
                </a:lnTo>
                <a:lnTo>
                  <a:pt x="532961" y="648970"/>
                </a:lnTo>
                <a:lnTo>
                  <a:pt x="508285" y="692150"/>
                </a:lnTo>
                <a:lnTo>
                  <a:pt x="480136" y="726440"/>
                </a:lnTo>
                <a:lnTo>
                  <a:pt x="449170" y="750570"/>
                </a:lnTo>
                <a:lnTo>
                  <a:pt x="416039" y="762000"/>
                </a:lnTo>
                <a:lnTo>
                  <a:pt x="545645" y="762000"/>
                </a:lnTo>
                <a:lnTo>
                  <a:pt x="564708" y="754380"/>
                </a:lnTo>
                <a:lnTo>
                  <a:pt x="488697" y="754380"/>
                </a:lnTo>
                <a:lnTo>
                  <a:pt x="515038" y="726440"/>
                </a:lnTo>
                <a:lnTo>
                  <a:pt x="538796" y="693420"/>
                </a:lnTo>
                <a:lnTo>
                  <a:pt x="559650" y="652780"/>
                </a:lnTo>
                <a:lnTo>
                  <a:pt x="577280" y="607060"/>
                </a:lnTo>
                <a:lnTo>
                  <a:pt x="625750" y="607060"/>
                </a:lnTo>
                <a:lnTo>
                  <a:pt x="609764" y="596900"/>
                </a:lnTo>
                <a:lnTo>
                  <a:pt x="584652" y="582930"/>
                </a:lnTo>
                <a:lnTo>
                  <a:pt x="587124" y="572770"/>
                </a:lnTo>
                <a:lnTo>
                  <a:pt x="560642" y="572770"/>
                </a:lnTo>
                <a:lnTo>
                  <a:pt x="543501" y="566420"/>
                </a:lnTo>
                <a:close/>
              </a:path>
              <a:path w="806450" h="787400" extrusionOk="0">
                <a:moveTo>
                  <a:pt x="257683" y="608330"/>
                </a:moveTo>
                <a:lnTo>
                  <a:pt x="229406" y="608330"/>
                </a:lnTo>
                <a:lnTo>
                  <a:pt x="247096" y="652780"/>
                </a:lnTo>
                <a:lnTo>
                  <a:pt x="268015" y="693420"/>
                </a:lnTo>
                <a:lnTo>
                  <a:pt x="291836" y="726440"/>
                </a:lnTo>
                <a:lnTo>
                  <a:pt x="318231" y="754380"/>
                </a:lnTo>
                <a:lnTo>
                  <a:pt x="368767" y="754380"/>
                </a:lnTo>
                <a:lnTo>
                  <a:pt x="357718" y="750570"/>
                </a:lnTo>
                <a:lnTo>
                  <a:pt x="326719" y="727710"/>
                </a:lnTo>
                <a:lnTo>
                  <a:pt x="298523" y="692150"/>
                </a:lnTo>
                <a:lnTo>
                  <a:pt x="273784" y="648970"/>
                </a:lnTo>
                <a:lnTo>
                  <a:pt x="257683" y="608330"/>
                </a:lnTo>
                <a:close/>
              </a:path>
              <a:path w="806450" h="787400" extrusionOk="0">
                <a:moveTo>
                  <a:pt x="625750" y="607060"/>
                </a:moveTo>
                <a:lnTo>
                  <a:pt x="577280" y="607060"/>
                </a:lnTo>
                <a:lnTo>
                  <a:pt x="599508" y="619760"/>
                </a:lnTo>
                <a:lnTo>
                  <a:pt x="620775" y="633730"/>
                </a:lnTo>
                <a:lnTo>
                  <a:pt x="641019" y="648970"/>
                </a:lnTo>
                <a:lnTo>
                  <a:pt x="660178" y="664210"/>
                </a:lnTo>
                <a:lnTo>
                  <a:pt x="622522" y="694690"/>
                </a:lnTo>
                <a:lnTo>
                  <a:pt x="581085" y="720090"/>
                </a:lnTo>
                <a:lnTo>
                  <a:pt x="536325" y="739140"/>
                </a:lnTo>
                <a:lnTo>
                  <a:pt x="488697" y="754380"/>
                </a:lnTo>
                <a:lnTo>
                  <a:pt x="564708" y="754380"/>
                </a:lnTo>
                <a:lnTo>
                  <a:pt x="619405" y="726440"/>
                </a:lnTo>
                <a:lnTo>
                  <a:pt x="655419" y="701040"/>
                </a:lnTo>
                <a:lnTo>
                  <a:pt x="688333" y="671830"/>
                </a:lnTo>
                <a:lnTo>
                  <a:pt x="710760" y="647700"/>
                </a:lnTo>
                <a:lnTo>
                  <a:pt x="678021" y="647700"/>
                </a:lnTo>
                <a:lnTo>
                  <a:pt x="656519" y="628650"/>
                </a:lnTo>
                <a:lnTo>
                  <a:pt x="633743" y="612140"/>
                </a:lnTo>
                <a:lnTo>
                  <a:pt x="625750" y="607060"/>
                </a:lnTo>
                <a:close/>
              </a:path>
              <a:path w="806450" h="787400" extrusionOk="0">
                <a:moveTo>
                  <a:pt x="222579" y="406400"/>
                </a:moveTo>
                <a:lnTo>
                  <a:pt x="197397" y="406400"/>
                </a:lnTo>
                <a:lnTo>
                  <a:pt x="199598" y="454660"/>
                </a:lnTo>
                <a:lnTo>
                  <a:pt x="204522" y="499110"/>
                </a:lnTo>
                <a:lnTo>
                  <a:pt x="212030" y="543560"/>
                </a:lnTo>
                <a:lnTo>
                  <a:pt x="221982" y="584200"/>
                </a:lnTo>
                <a:lnTo>
                  <a:pt x="196883" y="596900"/>
                </a:lnTo>
                <a:lnTo>
                  <a:pt x="172926" y="612140"/>
                </a:lnTo>
                <a:lnTo>
                  <a:pt x="150179" y="629920"/>
                </a:lnTo>
                <a:lnTo>
                  <a:pt x="128708" y="647700"/>
                </a:lnTo>
                <a:lnTo>
                  <a:pt x="167394" y="647700"/>
                </a:lnTo>
                <a:lnTo>
                  <a:pt x="185935" y="633730"/>
                </a:lnTo>
                <a:lnTo>
                  <a:pt x="207188" y="619760"/>
                </a:lnTo>
                <a:lnTo>
                  <a:pt x="229406" y="608330"/>
                </a:lnTo>
                <a:lnTo>
                  <a:pt x="257683" y="608330"/>
                </a:lnTo>
                <a:lnTo>
                  <a:pt x="253154" y="596900"/>
                </a:lnTo>
                <a:lnTo>
                  <a:pt x="285673" y="584200"/>
                </a:lnTo>
                <a:lnTo>
                  <a:pt x="319545" y="575310"/>
                </a:lnTo>
                <a:lnTo>
                  <a:pt x="333571" y="572770"/>
                </a:lnTo>
                <a:lnTo>
                  <a:pt x="245971" y="572770"/>
                </a:lnTo>
                <a:lnTo>
                  <a:pt x="236590" y="534670"/>
                </a:lnTo>
                <a:lnTo>
                  <a:pt x="229449" y="494030"/>
                </a:lnTo>
                <a:lnTo>
                  <a:pt x="224722" y="450850"/>
                </a:lnTo>
                <a:lnTo>
                  <a:pt x="222579" y="406400"/>
                </a:lnTo>
                <a:close/>
              </a:path>
              <a:path w="806450" h="787400" extrusionOk="0">
                <a:moveTo>
                  <a:pt x="805576" y="406400"/>
                </a:moveTo>
                <a:lnTo>
                  <a:pt x="780845" y="406400"/>
                </a:lnTo>
                <a:lnTo>
                  <a:pt x="774852" y="461010"/>
                </a:lnTo>
                <a:lnTo>
                  <a:pt x="760964" y="513080"/>
                </a:lnTo>
                <a:lnTo>
                  <a:pt x="739789" y="561340"/>
                </a:lnTo>
                <a:lnTo>
                  <a:pt x="711938" y="607060"/>
                </a:lnTo>
                <a:lnTo>
                  <a:pt x="678021" y="647700"/>
                </a:lnTo>
                <a:lnTo>
                  <a:pt x="710760" y="647700"/>
                </a:lnTo>
                <a:lnTo>
                  <a:pt x="743640" y="604520"/>
                </a:lnTo>
                <a:lnTo>
                  <a:pt x="765423" y="566420"/>
                </a:lnTo>
                <a:lnTo>
                  <a:pt x="782888" y="527050"/>
                </a:lnTo>
                <a:lnTo>
                  <a:pt x="795728" y="483870"/>
                </a:lnTo>
                <a:lnTo>
                  <a:pt x="803641" y="439420"/>
                </a:lnTo>
                <a:lnTo>
                  <a:pt x="805576" y="406400"/>
                </a:lnTo>
                <a:close/>
              </a:path>
              <a:path w="806450" h="787400" extrusionOk="0">
                <a:moveTo>
                  <a:pt x="415746" y="406400"/>
                </a:moveTo>
                <a:lnTo>
                  <a:pt x="390574" y="406400"/>
                </a:lnTo>
                <a:lnTo>
                  <a:pt x="390689" y="542290"/>
                </a:lnTo>
                <a:lnTo>
                  <a:pt x="352754" y="544830"/>
                </a:lnTo>
                <a:lnTo>
                  <a:pt x="315880" y="551180"/>
                </a:lnTo>
                <a:lnTo>
                  <a:pt x="280230" y="560070"/>
                </a:lnTo>
                <a:lnTo>
                  <a:pt x="245971" y="572770"/>
                </a:lnTo>
                <a:lnTo>
                  <a:pt x="333571" y="572770"/>
                </a:lnTo>
                <a:lnTo>
                  <a:pt x="354610" y="568960"/>
                </a:lnTo>
                <a:lnTo>
                  <a:pt x="390710" y="566420"/>
                </a:lnTo>
                <a:lnTo>
                  <a:pt x="543501" y="566420"/>
                </a:lnTo>
                <a:lnTo>
                  <a:pt x="526360" y="560070"/>
                </a:lnTo>
                <a:lnTo>
                  <a:pt x="490699" y="551180"/>
                </a:lnTo>
                <a:lnTo>
                  <a:pt x="453817" y="544830"/>
                </a:lnTo>
                <a:lnTo>
                  <a:pt x="415872" y="542290"/>
                </a:lnTo>
                <a:lnTo>
                  <a:pt x="415746" y="406400"/>
                </a:lnTo>
                <a:close/>
              </a:path>
              <a:path w="806450" h="787400" extrusionOk="0">
                <a:moveTo>
                  <a:pt x="608934" y="406400"/>
                </a:moveTo>
                <a:lnTo>
                  <a:pt x="583762" y="406400"/>
                </a:lnTo>
                <a:lnTo>
                  <a:pt x="581694" y="450850"/>
                </a:lnTo>
                <a:lnTo>
                  <a:pt x="577036" y="492760"/>
                </a:lnTo>
                <a:lnTo>
                  <a:pt x="569960" y="534670"/>
                </a:lnTo>
                <a:lnTo>
                  <a:pt x="560642" y="572770"/>
                </a:lnTo>
                <a:lnTo>
                  <a:pt x="587124" y="572770"/>
                </a:lnTo>
                <a:lnTo>
                  <a:pt x="594540" y="542290"/>
                </a:lnTo>
                <a:lnTo>
                  <a:pt x="601980" y="499110"/>
                </a:lnTo>
                <a:lnTo>
                  <a:pt x="606826" y="453390"/>
                </a:lnTo>
                <a:lnTo>
                  <a:pt x="608934" y="406400"/>
                </a:lnTo>
                <a:close/>
              </a:path>
              <a:path w="806450" h="787400" extrusionOk="0">
                <a:moveTo>
                  <a:pt x="166992" y="140970"/>
                </a:moveTo>
                <a:lnTo>
                  <a:pt x="128299" y="140970"/>
                </a:lnTo>
                <a:lnTo>
                  <a:pt x="149797" y="158750"/>
                </a:lnTo>
                <a:lnTo>
                  <a:pt x="172573" y="176530"/>
                </a:lnTo>
                <a:lnTo>
                  <a:pt x="196554" y="191770"/>
                </a:lnTo>
                <a:lnTo>
                  <a:pt x="221668" y="204470"/>
                </a:lnTo>
                <a:lnTo>
                  <a:pt x="211784" y="245110"/>
                </a:lnTo>
                <a:lnTo>
                  <a:pt x="204344" y="288290"/>
                </a:lnTo>
                <a:lnTo>
                  <a:pt x="199496" y="334010"/>
                </a:lnTo>
                <a:lnTo>
                  <a:pt x="197386" y="382270"/>
                </a:lnTo>
                <a:lnTo>
                  <a:pt x="222558" y="382270"/>
                </a:lnTo>
                <a:lnTo>
                  <a:pt x="224630" y="337820"/>
                </a:lnTo>
                <a:lnTo>
                  <a:pt x="229288" y="294640"/>
                </a:lnTo>
                <a:lnTo>
                  <a:pt x="236361" y="254000"/>
                </a:lnTo>
                <a:lnTo>
                  <a:pt x="245678" y="215900"/>
                </a:lnTo>
                <a:lnTo>
                  <a:pt x="333286" y="215900"/>
                </a:lnTo>
                <a:lnTo>
                  <a:pt x="319254" y="213360"/>
                </a:lnTo>
                <a:lnTo>
                  <a:pt x="285365" y="204470"/>
                </a:lnTo>
                <a:lnTo>
                  <a:pt x="252829" y="191770"/>
                </a:lnTo>
                <a:lnTo>
                  <a:pt x="257339" y="180340"/>
                </a:lnTo>
                <a:lnTo>
                  <a:pt x="229040" y="180340"/>
                </a:lnTo>
                <a:lnTo>
                  <a:pt x="206813" y="168910"/>
                </a:lnTo>
                <a:lnTo>
                  <a:pt x="185549" y="154940"/>
                </a:lnTo>
                <a:lnTo>
                  <a:pt x="166992" y="140970"/>
                </a:lnTo>
                <a:close/>
              </a:path>
              <a:path w="806450" h="787400" extrusionOk="0">
                <a:moveTo>
                  <a:pt x="333286" y="215900"/>
                </a:moveTo>
                <a:lnTo>
                  <a:pt x="245678" y="215900"/>
                </a:lnTo>
                <a:lnTo>
                  <a:pt x="279963" y="228600"/>
                </a:lnTo>
                <a:lnTo>
                  <a:pt x="315629" y="237490"/>
                </a:lnTo>
                <a:lnTo>
                  <a:pt x="352511" y="243840"/>
                </a:lnTo>
                <a:lnTo>
                  <a:pt x="390448" y="246380"/>
                </a:lnTo>
                <a:lnTo>
                  <a:pt x="390553" y="382270"/>
                </a:lnTo>
                <a:lnTo>
                  <a:pt x="415746" y="382270"/>
                </a:lnTo>
                <a:lnTo>
                  <a:pt x="415631" y="246380"/>
                </a:lnTo>
                <a:lnTo>
                  <a:pt x="453566" y="243840"/>
                </a:lnTo>
                <a:lnTo>
                  <a:pt x="490441" y="237490"/>
                </a:lnTo>
                <a:lnTo>
                  <a:pt x="526094" y="227330"/>
                </a:lnTo>
                <a:lnTo>
                  <a:pt x="541323" y="222250"/>
                </a:lnTo>
                <a:lnTo>
                  <a:pt x="390438" y="222250"/>
                </a:lnTo>
                <a:lnTo>
                  <a:pt x="354333" y="219710"/>
                </a:lnTo>
                <a:lnTo>
                  <a:pt x="333286" y="215900"/>
                </a:lnTo>
                <a:close/>
              </a:path>
              <a:path w="806450" h="787400" extrusionOk="0">
                <a:moveTo>
                  <a:pt x="587148" y="215900"/>
                </a:moveTo>
                <a:lnTo>
                  <a:pt x="560359" y="215900"/>
                </a:lnTo>
                <a:lnTo>
                  <a:pt x="569739" y="254000"/>
                </a:lnTo>
                <a:lnTo>
                  <a:pt x="576876" y="294640"/>
                </a:lnTo>
                <a:lnTo>
                  <a:pt x="581600" y="337820"/>
                </a:lnTo>
                <a:lnTo>
                  <a:pt x="583741" y="382270"/>
                </a:lnTo>
                <a:lnTo>
                  <a:pt x="608923" y="382270"/>
                </a:lnTo>
                <a:lnTo>
                  <a:pt x="606733" y="334010"/>
                </a:lnTo>
                <a:lnTo>
                  <a:pt x="601811" y="288290"/>
                </a:lnTo>
                <a:lnTo>
                  <a:pt x="594302" y="245110"/>
                </a:lnTo>
                <a:lnTo>
                  <a:pt x="587148" y="215900"/>
                </a:lnTo>
                <a:close/>
              </a:path>
              <a:path w="806450" h="787400" extrusionOk="0">
                <a:moveTo>
                  <a:pt x="711538" y="140970"/>
                </a:moveTo>
                <a:lnTo>
                  <a:pt x="677612" y="140970"/>
                </a:lnTo>
                <a:lnTo>
                  <a:pt x="711592" y="181610"/>
                </a:lnTo>
                <a:lnTo>
                  <a:pt x="739515" y="226060"/>
                </a:lnTo>
                <a:lnTo>
                  <a:pt x="760770" y="274320"/>
                </a:lnTo>
                <a:lnTo>
                  <a:pt x="774744" y="326390"/>
                </a:lnTo>
                <a:lnTo>
                  <a:pt x="780824" y="381000"/>
                </a:lnTo>
                <a:lnTo>
                  <a:pt x="608923" y="382270"/>
                </a:lnTo>
                <a:lnTo>
                  <a:pt x="805632" y="382270"/>
                </a:lnTo>
                <a:lnTo>
                  <a:pt x="795585" y="303530"/>
                </a:lnTo>
                <a:lnTo>
                  <a:pt x="782676" y="261620"/>
                </a:lnTo>
                <a:lnTo>
                  <a:pt x="765148" y="220980"/>
                </a:lnTo>
                <a:lnTo>
                  <a:pt x="743304" y="182880"/>
                </a:lnTo>
                <a:lnTo>
                  <a:pt x="717450" y="147320"/>
                </a:lnTo>
                <a:lnTo>
                  <a:pt x="711538" y="140970"/>
                </a:lnTo>
                <a:close/>
              </a:path>
              <a:path w="806450" h="787400" extrusionOk="0">
                <a:moveTo>
                  <a:pt x="415453" y="25400"/>
                </a:moveTo>
                <a:lnTo>
                  <a:pt x="390260" y="25400"/>
                </a:lnTo>
                <a:lnTo>
                  <a:pt x="390438" y="222250"/>
                </a:lnTo>
                <a:lnTo>
                  <a:pt x="415610" y="222250"/>
                </a:lnTo>
                <a:lnTo>
                  <a:pt x="415453" y="25400"/>
                </a:lnTo>
                <a:close/>
              </a:path>
              <a:path w="806450" h="787400" extrusionOk="0">
                <a:moveTo>
                  <a:pt x="544608" y="25400"/>
                </a:moveTo>
                <a:lnTo>
                  <a:pt x="415453" y="25400"/>
                </a:lnTo>
                <a:lnTo>
                  <a:pt x="448606" y="36830"/>
                </a:lnTo>
                <a:lnTo>
                  <a:pt x="479611" y="60960"/>
                </a:lnTo>
                <a:lnTo>
                  <a:pt x="507813" y="95250"/>
                </a:lnTo>
                <a:lnTo>
                  <a:pt x="532554" y="139700"/>
                </a:lnTo>
                <a:lnTo>
                  <a:pt x="553176" y="191770"/>
                </a:lnTo>
                <a:lnTo>
                  <a:pt x="520651" y="203200"/>
                </a:lnTo>
                <a:lnTo>
                  <a:pt x="486777" y="213360"/>
                </a:lnTo>
                <a:lnTo>
                  <a:pt x="451710" y="219710"/>
                </a:lnTo>
                <a:lnTo>
                  <a:pt x="415610" y="222250"/>
                </a:lnTo>
                <a:lnTo>
                  <a:pt x="541323" y="222250"/>
                </a:lnTo>
                <a:lnTo>
                  <a:pt x="560359" y="215900"/>
                </a:lnTo>
                <a:lnTo>
                  <a:pt x="587148" y="215900"/>
                </a:lnTo>
                <a:lnTo>
                  <a:pt x="584348" y="204470"/>
                </a:lnTo>
                <a:lnTo>
                  <a:pt x="609437" y="190500"/>
                </a:lnTo>
                <a:lnTo>
                  <a:pt x="625407" y="180340"/>
                </a:lnTo>
                <a:lnTo>
                  <a:pt x="576924" y="180340"/>
                </a:lnTo>
                <a:lnTo>
                  <a:pt x="559230" y="134620"/>
                </a:lnTo>
                <a:lnTo>
                  <a:pt x="538312" y="95250"/>
                </a:lnTo>
                <a:lnTo>
                  <a:pt x="514493" y="60960"/>
                </a:lnTo>
                <a:lnTo>
                  <a:pt x="488100" y="34290"/>
                </a:lnTo>
                <a:lnTo>
                  <a:pt x="565273" y="34290"/>
                </a:lnTo>
                <a:lnTo>
                  <a:pt x="544608" y="25400"/>
                </a:lnTo>
                <a:close/>
              </a:path>
              <a:path w="806450" h="787400" extrusionOk="0">
                <a:moveTo>
                  <a:pt x="367076" y="34290"/>
                </a:moveTo>
                <a:lnTo>
                  <a:pt x="317644" y="34290"/>
                </a:lnTo>
                <a:lnTo>
                  <a:pt x="291296" y="60960"/>
                </a:lnTo>
                <a:lnTo>
                  <a:pt x="267531" y="95250"/>
                </a:lnTo>
                <a:lnTo>
                  <a:pt x="246671" y="134620"/>
                </a:lnTo>
                <a:lnTo>
                  <a:pt x="229040" y="180340"/>
                </a:lnTo>
                <a:lnTo>
                  <a:pt x="257339" y="180340"/>
                </a:lnTo>
                <a:lnTo>
                  <a:pt x="273374" y="139700"/>
                </a:lnTo>
                <a:lnTo>
                  <a:pt x="298043" y="95250"/>
                </a:lnTo>
                <a:lnTo>
                  <a:pt x="326184" y="60960"/>
                </a:lnTo>
                <a:lnTo>
                  <a:pt x="357141" y="38100"/>
                </a:lnTo>
                <a:lnTo>
                  <a:pt x="367076" y="34290"/>
                </a:lnTo>
                <a:close/>
              </a:path>
              <a:path w="806450" h="787400" extrusionOk="0">
                <a:moveTo>
                  <a:pt x="565273" y="34290"/>
                </a:moveTo>
                <a:lnTo>
                  <a:pt x="488100" y="34290"/>
                </a:lnTo>
                <a:lnTo>
                  <a:pt x="535766" y="48260"/>
                </a:lnTo>
                <a:lnTo>
                  <a:pt x="580564" y="68580"/>
                </a:lnTo>
                <a:lnTo>
                  <a:pt x="622043" y="93980"/>
                </a:lnTo>
                <a:lnTo>
                  <a:pt x="659749" y="123190"/>
                </a:lnTo>
                <a:lnTo>
                  <a:pt x="640603" y="139700"/>
                </a:lnTo>
                <a:lnTo>
                  <a:pt x="620379" y="154940"/>
                </a:lnTo>
                <a:lnTo>
                  <a:pt x="599133" y="167640"/>
                </a:lnTo>
                <a:lnTo>
                  <a:pt x="576924" y="180340"/>
                </a:lnTo>
                <a:lnTo>
                  <a:pt x="625407" y="180340"/>
                </a:lnTo>
                <a:lnTo>
                  <a:pt x="633391" y="175260"/>
                </a:lnTo>
                <a:lnTo>
                  <a:pt x="656140" y="158750"/>
                </a:lnTo>
                <a:lnTo>
                  <a:pt x="677612" y="140970"/>
                </a:lnTo>
                <a:lnTo>
                  <a:pt x="711538" y="140970"/>
                </a:lnTo>
                <a:lnTo>
                  <a:pt x="687891" y="115570"/>
                </a:lnTo>
                <a:lnTo>
                  <a:pt x="654932" y="86360"/>
                </a:lnTo>
                <a:lnTo>
                  <a:pt x="618877" y="60960"/>
                </a:lnTo>
                <a:lnTo>
                  <a:pt x="580033" y="40640"/>
                </a:lnTo>
                <a:lnTo>
                  <a:pt x="565273" y="34290"/>
                </a:lnTo>
                <a:close/>
              </a:path>
            </a:pathLst>
          </a:custGeom>
          <a:solidFill>
            <a:srgbClr val="2E2D2E"/>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66" name="Google Shape;366;g133e68395f5_0_501"/>
          <p:cNvPicPr preferRelativeResize="0"/>
          <p:nvPr/>
        </p:nvPicPr>
        <p:blipFill rotWithShape="1">
          <a:blip r:embed="rId3">
            <a:alphaModFix/>
          </a:blip>
          <a:srcRect/>
          <a:stretch/>
        </p:blipFill>
        <p:spPr>
          <a:xfrm>
            <a:off x="6956170" y="1434681"/>
            <a:ext cx="1031738" cy="562610"/>
          </a:xfrm>
          <a:prstGeom prst="rect">
            <a:avLst/>
          </a:prstGeom>
          <a:noFill/>
          <a:ln>
            <a:noFill/>
          </a:ln>
        </p:spPr>
      </p:pic>
      <p:sp>
        <p:nvSpPr>
          <p:cNvPr id="367" name="Google Shape;367;g133e68395f5_0_501"/>
          <p:cNvSpPr txBox="1"/>
          <p:nvPr/>
        </p:nvSpPr>
        <p:spPr>
          <a:xfrm>
            <a:off x="8316438" y="1122731"/>
            <a:ext cx="9225900" cy="2265900"/>
          </a:xfrm>
          <a:prstGeom prst="rect">
            <a:avLst/>
          </a:prstGeom>
          <a:noFill/>
          <a:ln>
            <a:noFill/>
          </a:ln>
        </p:spPr>
        <p:txBody>
          <a:bodyPr spcFirstLastPara="1" wrap="square" lIns="0" tIns="91425" rIns="0" bIns="0" anchor="t" anchorCtr="0">
            <a:spAutoFit/>
          </a:bodyPr>
          <a:lstStyle/>
          <a:p>
            <a:pPr marL="0" lvl="0" indent="0" algn="l" rtl="0">
              <a:lnSpc>
                <a:spcPct val="115000"/>
              </a:lnSpc>
              <a:spcBef>
                <a:spcPts val="1400"/>
              </a:spcBef>
              <a:spcAft>
                <a:spcPts val="0"/>
              </a:spcAft>
              <a:buSzPts val="1100"/>
              <a:buNone/>
            </a:pPr>
            <a:r>
              <a:rPr lang="es-CL" sz="3500" b="1" dirty="0">
                <a:solidFill>
                  <a:srgbClr val="9EA4A8"/>
                </a:solidFill>
              </a:rPr>
              <a:t>Beneficios del uso de tecnologías disruptivas?</a:t>
            </a:r>
            <a:endParaRPr sz="1300" b="1" dirty="0">
              <a:solidFill>
                <a:schemeClr val="dk1"/>
              </a:solidFill>
            </a:endParaRPr>
          </a:p>
          <a:p>
            <a:pPr marL="12700" marR="0" lvl="0" indent="0" algn="just" rtl="0">
              <a:spcBef>
                <a:spcPts val="400"/>
              </a:spcBef>
              <a:spcAft>
                <a:spcPts val="0"/>
              </a:spcAft>
              <a:buNone/>
            </a:pPr>
            <a:endParaRPr sz="3500" b="1" dirty="0">
              <a:solidFill>
                <a:srgbClr val="9EA4A8"/>
              </a:solidFill>
            </a:endParaRPr>
          </a:p>
          <a:p>
            <a:pPr marL="46355" marR="5080" lvl="0" indent="0" algn="ctr" rtl="0">
              <a:lnSpc>
                <a:spcPct val="101499"/>
              </a:lnSpc>
              <a:spcBef>
                <a:spcPts val="345"/>
              </a:spcBef>
              <a:spcAft>
                <a:spcPts val="0"/>
              </a:spcAft>
              <a:buNone/>
            </a:pPr>
            <a:endParaRPr sz="1950" b="1" i="0" dirty="0">
              <a:solidFill>
                <a:schemeClr val="dk1"/>
              </a:solidFill>
              <a:latin typeface="Arial"/>
              <a:ea typeface="Arial"/>
              <a:cs typeface="Arial"/>
              <a:sym typeface="Arial"/>
            </a:endParaRPr>
          </a:p>
        </p:txBody>
      </p:sp>
      <p:sp>
        <p:nvSpPr>
          <p:cNvPr id="368" name="Google Shape;368;g133e68395f5_0_501"/>
          <p:cNvSpPr txBox="1"/>
          <p:nvPr/>
        </p:nvSpPr>
        <p:spPr>
          <a:xfrm>
            <a:off x="8316438" y="3522362"/>
            <a:ext cx="9225900" cy="2302500"/>
          </a:xfrm>
          <a:prstGeom prst="rect">
            <a:avLst/>
          </a:prstGeom>
          <a:noFill/>
          <a:ln>
            <a:noFill/>
          </a:ln>
        </p:spPr>
        <p:txBody>
          <a:bodyPr spcFirstLastPara="1" wrap="square" lIns="0" tIns="91425" rIns="0" bIns="0" anchor="t" anchorCtr="0">
            <a:spAutoFit/>
          </a:bodyPr>
          <a:lstStyle/>
          <a:p>
            <a:pPr marL="0" lvl="0" indent="0" algn="l" rtl="0">
              <a:lnSpc>
                <a:spcPct val="115000"/>
              </a:lnSpc>
              <a:spcBef>
                <a:spcPts val="1400"/>
              </a:spcBef>
              <a:spcAft>
                <a:spcPts val="0"/>
              </a:spcAft>
              <a:buSzPts val="1100"/>
              <a:buNone/>
            </a:pPr>
            <a:r>
              <a:rPr lang="es-CL" sz="3500" b="1" dirty="0">
                <a:solidFill>
                  <a:srgbClr val="9EA4A8"/>
                </a:solidFill>
              </a:rPr>
              <a:t>En que aplicaciones del día a día podemos utilizar Arduino o Raspberry para el diseño de soluciones?</a:t>
            </a:r>
            <a:endParaRPr sz="1300" b="1" dirty="0">
              <a:solidFill>
                <a:schemeClr val="dk1"/>
              </a:solidFill>
            </a:endParaRPr>
          </a:p>
          <a:p>
            <a:pPr marL="46355" marR="5080" lvl="0" indent="0" algn="ctr" rtl="0">
              <a:lnSpc>
                <a:spcPct val="101499"/>
              </a:lnSpc>
              <a:spcBef>
                <a:spcPts val="400"/>
              </a:spcBef>
              <a:spcAft>
                <a:spcPts val="0"/>
              </a:spcAft>
              <a:buNone/>
            </a:pPr>
            <a:endParaRPr sz="1950" dirty="0">
              <a:solidFill>
                <a:schemeClr val="dk1"/>
              </a:solidFill>
              <a:latin typeface="Arial"/>
              <a:ea typeface="Arial"/>
              <a:cs typeface="Arial"/>
              <a:sym typeface="Arial"/>
            </a:endParaRPr>
          </a:p>
        </p:txBody>
      </p:sp>
      <p:sp>
        <p:nvSpPr>
          <p:cNvPr id="369" name="Google Shape;369;g133e68395f5_0_501"/>
          <p:cNvSpPr txBox="1"/>
          <p:nvPr/>
        </p:nvSpPr>
        <p:spPr>
          <a:xfrm>
            <a:off x="8183188" y="6296262"/>
            <a:ext cx="9225900" cy="2302500"/>
          </a:xfrm>
          <a:prstGeom prst="rect">
            <a:avLst/>
          </a:prstGeom>
          <a:noFill/>
          <a:ln>
            <a:noFill/>
          </a:ln>
        </p:spPr>
        <p:txBody>
          <a:bodyPr spcFirstLastPara="1" wrap="square" lIns="0" tIns="91425" rIns="0" bIns="0" anchor="t" anchorCtr="0">
            <a:spAutoFit/>
          </a:bodyPr>
          <a:lstStyle/>
          <a:p>
            <a:pPr marL="0" lvl="0" indent="0" algn="l" rtl="0">
              <a:lnSpc>
                <a:spcPct val="115000"/>
              </a:lnSpc>
              <a:spcBef>
                <a:spcPts val="1400"/>
              </a:spcBef>
              <a:spcAft>
                <a:spcPts val="0"/>
              </a:spcAft>
              <a:buSzPts val="1100"/>
              <a:buNone/>
            </a:pPr>
            <a:r>
              <a:rPr lang="es-CL" sz="3500" b="1" dirty="0">
                <a:solidFill>
                  <a:srgbClr val="9EA4A8"/>
                </a:solidFill>
              </a:rPr>
              <a:t>Que ideas tecnológicas crees pueden ayudar a generar soluciones efectivas para la sociedad? Puedes indicar una?</a:t>
            </a:r>
            <a:endParaRPr sz="1300" b="1" dirty="0">
              <a:solidFill>
                <a:schemeClr val="dk1"/>
              </a:solidFill>
            </a:endParaRPr>
          </a:p>
          <a:p>
            <a:pPr marL="46355" marR="5080" lvl="0" indent="0" algn="ctr" rtl="0">
              <a:lnSpc>
                <a:spcPct val="101499"/>
              </a:lnSpc>
              <a:spcBef>
                <a:spcPts val="400"/>
              </a:spcBef>
              <a:spcAft>
                <a:spcPts val="0"/>
              </a:spcAft>
              <a:buNone/>
            </a:pPr>
            <a:endParaRPr sz="1950" dirty="0">
              <a:solidFill>
                <a:schemeClr val="dk1"/>
              </a:solidFill>
              <a:latin typeface="Arial"/>
              <a:ea typeface="Arial"/>
              <a:cs typeface="Arial"/>
              <a:sym typeface="Arial"/>
            </a:endParaRPr>
          </a:p>
        </p:txBody>
      </p:sp>
      <p:pic>
        <p:nvPicPr>
          <p:cNvPr id="370" name="Google Shape;370;g133e68395f5_0_501"/>
          <p:cNvPicPr preferRelativeResize="0"/>
          <p:nvPr/>
        </p:nvPicPr>
        <p:blipFill rotWithShape="1">
          <a:blip r:embed="rId3">
            <a:alphaModFix/>
          </a:blip>
          <a:srcRect/>
          <a:stretch/>
        </p:blipFill>
        <p:spPr>
          <a:xfrm>
            <a:off x="6730895" y="6577981"/>
            <a:ext cx="1031738" cy="56261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g133e68395f5_0_513"/>
          <p:cNvSpPr txBox="1">
            <a:spLocks noGrp="1"/>
          </p:cNvSpPr>
          <p:nvPr>
            <p:ph type="body" idx="1"/>
          </p:nvPr>
        </p:nvSpPr>
        <p:spPr>
          <a:xfrm>
            <a:off x="574040" y="1258411"/>
            <a:ext cx="43434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Bibliografía</a:t>
            </a:r>
            <a:endParaRPr/>
          </a:p>
        </p:txBody>
      </p:sp>
      <p:pic>
        <p:nvPicPr>
          <p:cNvPr id="376" name="Google Shape;376;g133e68395f5_0_513"/>
          <p:cNvPicPr preferRelativeResize="0"/>
          <p:nvPr/>
        </p:nvPicPr>
        <p:blipFill rotWithShape="1">
          <a:blip r:embed="rId3">
            <a:alphaModFix/>
          </a:blip>
          <a:srcRect/>
          <a:stretch/>
        </p:blipFill>
        <p:spPr>
          <a:xfrm>
            <a:off x="1427520" y="4845981"/>
            <a:ext cx="1031738" cy="562610"/>
          </a:xfrm>
          <a:prstGeom prst="rect">
            <a:avLst/>
          </a:prstGeom>
          <a:noFill/>
          <a:ln>
            <a:noFill/>
          </a:ln>
        </p:spPr>
      </p:pic>
      <p:sp>
        <p:nvSpPr>
          <p:cNvPr id="377" name="Google Shape;377;g133e68395f5_0_513"/>
          <p:cNvSpPr txBox="1"/>
          <p:nvPr/>
        </p:nvSpPr>
        <p:spPr>
          <a:xfrm>
            <a:off x="2984950" y="4273450"/>
            <a:ext cx="16257600" cy="4867984"/>
          </a:xfrm>
          <a:prstGeom prst="rect">
            <a:avLst/>
          </a:prstGeom>
          <a:noFill/>
          <a:ln>
            <a:noFill/>
          </a:ln>
        </p:spPr>
        <p:txBody>
          <a:bodyPr spcFirstLastPara="1" wrap="square" lIns="0" tIns="91425" rIns="0" bIns="0" anchor="t" anchorCtr="0">
            <a:spAutoFit/>
          </a:bodyPr>
          <a:lstStyle/>
          <a:p>
            <a:pPr marL="12700" marR="0" lvl="0" indent="0" algn="l" rtl="0">
              <a:spcBef>
                <a:spcPts val="0"/>
              </a:spcBef>
              <a:spcAft>
                <a:spcPts val="0"/>
              </a:spcAft>
              <a:buSzPts val="1100"/>
              <a:buNone/>
            </a:pPr>
            <a:r>
              <a:rPr lang="es-ES" sz="2250" b="1" dirty="0">
                <a:solidFill>
                  <a:schemeClr val="dk1"/>
                </a:solidFill>
              </a:rPr>
              <a:t>O'Connor, L., &amp; McDermott, I. (1998). Introducción al pensamiento sistémico: Recursos esenciales para la creatividad y la resolución de problemas. Barcelona: Ediciones Urano.</a:t>
            </a:r>
          </a:p>
          <a:p>
            <a:pPr marL="12700" marR="0" lvl="0" indent="0" algn="l" rtl="0">
              <a:spcBef>
                <a:spcPts val="0"/>
              </a:spcBef>
              <a:spcAft>
                <a:spcPts val="0"/>
              </a:spcAft>
              <a:buSzPts val="1100"/>
              <a:buNone/>
            </a:pPr>
            <a:r>
              <a:rPr lang="es-CL" sz="2250" b="1" dirty="0">
                <a:solidFill>
                  <a:schemeClr val="dk1"/>
                </a:solidFill>
              </a:rPr>
              <a:t> </a:t>
            </a:r>
            <a:r>
              <a:rPr lang="es-CL" sz="2250" dirty="0">
                <a:solidFill>
                  <a:schemeClr val="dk1"/>
                </a:solidFill>
              </a:rPr>
              <a:t>https://bibliotecabuscador.duoc.cl/client/es_CL/default/search/detailnonmodal/ent:$002f$002fSD_ILS$002f0$002fSD_ILS:10447/one</a:t>
            </a:r>
            <a:r>
              <a:rPr lang="es-CL" sz="2250" u="sng" dirty="0">
                <a:solidFill>
                  <a:schemeClr val="dk1"/>
                </a:solidFill>
              </a:rPr>
              <a:t> </a:t>
            </a:r>
            <a:endParaRPr sz="2250" u="sng" dirty="0">
              <a:solidFill>
                <a:schemeClr val="dk1"/>
              </a:solidFill>
            </a:endParaRPr>
          </a:p>
          <a:p>
            <a:pPr marL="12700" marR="0" lvl="0" indent="0" algn="l" rtl="0">
              <a:spcBef>
                <a:spcPts val="0"/>
              </a:spcBef>
              <a:spcAft>
                <a:spcPts val="0"/>
              </a:spcAft>
              <a:buSzPts val="1100"/>
              <a:buNone/>
            </a:pPr>
            <a:endParaRPr sz="2250" dirty="0">
              <a:solidFill>
                <a:schemeClr val="dk1"/>
              </a:solidFill>
            </a:endParaRPr>
          </a:p>
          <a:p>
            <a:pPr marL="12700" marR="0" lvl="0" indent="0" algn="l" rtl="0">
              <a:spcBef>
                <a:spcPts val="0"/>
              </a:spcBef>
              <a:spcAft>
                <a:spcPts val="0"/>
              </a:spcAft>
              <a:buClr>
                <a:schemeClr val="dk1"/>
              </a:buClr>
              <a:buSzPts val="1100"/>
              <a:buFont typeface="Arial"/>
              <a:buNone/>
            </a:pPr>
            <a:r>
              <a:rPr lang="es-ES" sz="2250" b="1" dirty="0">
                <a:solidFill>
                  <a:schemeClr val="dk1"/>
                </a:solidFill>
              </a:rPr>
              <a:t>Joyanes Aguilar. Industria 4.0 : la cuarta revolución industrial / Luis Joyanes Aguilar. México : Alfaomega ; [España] : Marcombo, 2018</a:t>
            </a:r>
            <a:r>
              <a:rPr lang="es-CL" sz="2250" b="1" dirty="0">
                <a:solidFill>
                  <a:schemeClr val="dk1"/>
                </a:solidFill>
              </a:rPr>
              <a:t> </a:t>
            </a:r>
            <a:r>
              <a:rPr lang="es-CL" sz="2250" dirty="0">
                <a:solidFill>
                  <a:schemeClr val="dk1"/>
                </a:solidFill>
              </a:rPr>
              <a:t>https://bibliotecabuscador.duoc.cl/client/es_CL/default/search/detailnonmodal/ent:$002f$002fSD_ILS$002f0$002fSD_ILS:43563/one</a:t>
            </a:r>
            <a:endParaRPr sz="2250" u="sng" dirty="0">
              <a:solidFill>
                <a:srgbClr val="1155CC"/>
              </a:solidFill>
            </a:endParaRPr>
          </a:p>
          <a:p>
            <a:pPr marL="12700" marR="0" lvl="0" indent="0" algn="l" rtl="0">
              <a:spcBef>
                <a:spcPts val="0"/>
              </a:spcBef>
              <a:spcAft>
                <a:spcPts val="0"/>
              </a:spcAft>
              <a:buNone/>
            </a:pPr>
            <a:endParaRPr sz="4900" b="1" dirty="0">
              <a:solidFill>
                <a:srgbClr val="9EA4A8"/>
              </a:solidFill>
            </a:endParaRPr>
          </a:p>
          <a:p>
            <a:pPr marL="46355" marR="5080" lvl="0" indent="0" algn="l" rtl="0">
              <a:lnSpc>
                <a:spcPct val="101499"/>
              </a:lnSpc>
              <a:spcBef>
                <a:spcPts val="345"/>
              </a:spcBef>
              <a:spcAft>
                <a:spcPts val="0"/>
              </a:spcAft>
              <a:buNone/>
            </a:pPr>
            <a:endParaRPr sz="3350" b="1" i="0" dirty="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DUOC 2">
      <a:dk1>
        <a:srgbClr val="17274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3092</Words>
  <Application>Microsoft Macintosh PowerPoint</Application>
  <PresentationFormat>Custom</PresentationFormat>
  <Paragraphs>149</Paragraphs>
  <Slides>28</Slides>
  <Notes>28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28</vt:i4>
      </vt:variant>
    </vt:vector>
  </HeadingPairs>
  <TitlesOfParts>
    <vt:vector size="36" baseType="lpstr">
      <vt:lpstr>Calibri</vt:lpstr>
      <vt:lpstr>Arial</vt:lpstr>
      <vt:lpstr>Roboto Mono</vt:lpstr>
      <vt:lpstr>Bebas Neue</vt:lpstr>
      <vt:lpstr>Franklin Gothic</vt:lpstr>
      <vt:lpstr>Roboto Condensed</vt:lpstr>
      <vt:lpstr>Office Theme</vt:lpstr>
      <vt:lpstr>Tema de Office</vt:lpstr>
      <vt:lpstr>PowerPoint Presentation</vt:lpstr>
      <vt:lpstr>Bienvenida</vt:lpstr>
      <vt:lpstr>Estructura Asignatura</vt:lpstr>
      <vt:lpstr>1.1.1 Tecnologías emergentes y el prototipado de soluciones </vt:lpstr>
      <vt:lpstr>PowerPoint Presentation</vt:lpstr>
      <vt:lpstr>Tecnologías IoT</vt:lpstr>
      <vt:lpstr>Tecnologías IoT</vt:lpstr>
      <vt:lpstr>Tecnologías IoT</vt:lpstr>
      <vt:lpstr>RaspBerry Plataforma Hardware</vt:lpstr>
      <vt:lpstr>¿Qué es Raspberry Pi? </vt:lpstr>
      <vt:lpstr>Origen de Raspberry Pi</vt:lpstr>
      <vt:lpstr>Pinout GPIO Raspberry Pi </vt:lpstr>
      <vt:lpstr>Arduino Plataforma Hardware</vt:lpstr>
      <vt:lpstr>PowerPoint Presentation</vt:lpstr>
      <vt:lpstr>PowerPoint Presentation</vt:lpstr>
      <vt:lpstr>PowerPoint Presentation</vt:lpstr>
      <vt:lpstr>Aplicaciones IoT</vt:lpstr>
      <vt:lpstr>Aplicaciones IoT</vt:lpstr>
      <vt:lpstr>Aplicaciones IoT</vt:lpstr>
      <vt:lpstr>Aplicaciones IoT</vt:lpstr>
      <vt:lpstr>Aplicaciones IoT</vt:lpstr>
      <vt:lpstr>Soluciones IoT</vt:lpstr>
      <vt:lpstr>Big Data</vt:lpstr>
      <vt:lpstr>PowerPoint Presentation</vt:lpstr>
      <vt:lpstr>PowerPoint Presentation</vt:lpstr>
      <vt:lpstr>Que hemos aprendido hoy?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Jose Manuel Martinez</cp:lastModifiedBy>
  <cp:revision>3</cp:revision>
  <dcterms:created xsi:type="dcterms:W3CDTF">2021-04-02T01:36:00Z</dcterms:created>
  <dcterms:modified xsi:type="dcterms:W3CDTF">2026-08-10T14:31:28Z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2021-03-30T00:00:00Z</vt:filetime>
  </property>
  <property fmtid="{D5CDD505-2E9C-101B-9397-08002B2CF9AE}" pid="3" name="Creator">
    <vt:lpwstr>Adobe Illustrator 25.2 (Macintosh)</vt:lpwstr>
  </property>
  <property fmtid="{D5CDD505-2E9C-101B-9397-08002B2CF9AE}" pid="4" name="LastSaved">
    <vt:filetime>2021-04-02T00:00:00Z</vt:filetime>
  </property>
  <property fmtid="{D5CDD505-2E9C-101B-9397-08002B2CF9AE}" pid="5" name="ContentTypeId">
    <vt:lpwstr>0x010100359B225CE7CAA348A8B4C04C4EBDCC19</vt:lpwstr>
  </property>
</Properties>
</file>
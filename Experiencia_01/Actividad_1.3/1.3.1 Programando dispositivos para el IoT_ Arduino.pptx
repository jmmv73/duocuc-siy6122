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 id="2147483665" r:id="rId6"/>
    <p:sldMasterId id="2147483678" r:id="rId7"/>
    <p:sldMasterId id="2147483691"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Lst>
  <p:sldSz cy="11309350" cx="20104100"/>
  <p:notesSz cx="20104100" cy="11309350"/>
  <p:embeddedFontLst>
    <p:embeddedFont>
      <p:font typeface="Franklin Gothic"/>
      <p:bold r:id="rId45"/>
    </p:embeddedFont>
    <p:embeddedFont>
      <p:font typeface="Bebas Neue"/>
      <p:regular r:id="rId46"/>
    </p:embeddedFont>
    <p:embeddedFont>
      <p:font typeface="Roboto Condensed"/>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55" roundtripDataSignature="AMtx7mhG/WDSe5UYc23bGUNLrGAvWGFb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font" Target="fonts/BebasNeue-regular.fntdata"/><Relationship Id="rId45" Type="http://schemas.openxmlformats.org/officeDocument/2006/relationships/font" Target="fonts/Franklin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RobotoCondensed-bold.fntdata"/><Relationship Id="rId47" Type="http://schemas.openxmlformats.org/officeDocument/2006/relationships/font" Target="fonts/RobotoCondensed-regular.fntdata"/><Relationship Id="rId49" Type="http://schemas.openxmlformats.org/officeDocument/2006/relationships/font" Target="fonts/RobotoCondense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RobotoMono-regular.fntdata"/><Relationship Id="rId50" Type="http://schemas.openxmlformats.org/officeDocument/2006/relationships/font" Target="fonts/RobotoCondensed-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2.xml"/><Relationship Id="rId55" Type="http://customschemas.google.com/relationships/presentationmetadata" Target="metadata"/><Relationship Id="rId10" Type="http://schemas.openxmlformats.org/officeDocument/2006/relationships/slide" Target="slides/slide1.xml"/><Relationship Id="rId54" Type="http://schemas.openxmlformats.org/officeDocument/2006/relationships/font" Target="fonts/RobotoMono-boldItalic.fntdata"/><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343706a5ce_0_1631: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1343706a5ce_0_1631: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33e68395f5_0_46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133e68395f5_0_46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343706a5ce_0_87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53" name="Google Shape;353;g1343706a5ce_0_879: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34f00f299f_0_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59" name="Google Shape;359;g134f00f299f_0_7: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34f00f299f_0_1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66" name="Google Shape;366;g134f00f299f_0_14: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343706a5ce_0_88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73" name="Google Shape;373;g1343706a5ce_0_88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343706a5ce_0_89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78" name="Google Shape;378;g1343706a5ce_0_89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34f00f299f_0_2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84" name="Google Shape;384;g134f00f299f_0_29: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34f00f299f_0_35: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90" name="Google Shape;390;g134f00f299f_0_35: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34f00f299f_0_4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96" name="Google Shape;396;g134f00f299f_0_4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34f00f299f_0_5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02" name="Google Shape;402;g134f00f299f_0_5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34f00f299f_0_5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08" name="Google Shape;408;g134f00f299f_0_5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34f00f299f_0_6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15" name="Google Shape;415;g134f00f299f_0_6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34f00f299f_0_6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21" name="Google Shape;421;g134f00f299f_0_69: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34f00f299f_0_81: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27" name="Google Shape;427;g134f00f299f_0_81: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34f00f299f_0_8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34" name="Google Shape;434;g134f00f299f_0_87: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34f324e8d2_0_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41" name="Google Shape;441;g134f324e8d2_0_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34f324e8d2_0_8: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47" name="Google Shape;447;g134f324e8d2_0_8: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34f324e8d2_0_1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53" name="Google Shape;453;g134f324e8d2_0_1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34f324e8d2_0_3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59" name="Google Shape;459;g134f324e8d2_0_3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34f324e8d2_0_23: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65" name="Google Shape;465;g134f324e8d2_0_23: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34f324e8d2_0_3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71" name="Google Shape;471;g134f324e8d2_0_3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33e68395f5_0_4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7" name="Google Shape;477;g133e68395f5_0_4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33e68395f5_0_50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g133e68395f5_0_50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34f324e8d2_0_4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g134f324e8d2_0_4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34f324e8d2_0_5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g134f324e8d2_0_5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34f324e8d2_0_6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g134f324e8d2_0_6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34f324e8d2_0_7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g134f324e8d2_0_7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34f324e8d2_0_7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g134f324e8d2_0_7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343706a5ce_0_89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29" name="Google Shape;529;g1343706a5ce_0_89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34f324e8d2_0_9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g134f324e8d2_0_9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343706a5ce_0_16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1343706a5ce_0_16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3.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2.pn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2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0" name="Shape 20"/>
        <p:cNvGrpSpPr/>
        <p:nvPr/>
      </p:nvGrpSpPr>
      <p:grpSpPr>
        <a:xfrm>
          <a:off x="0" y="0"/>
          <a:ext cx="0" cy="0"/>
          <a:chOff x="0" y="0"/>
          <a:chExt cx="0" cy="0"/>
        </a:xfrm>
      </p:grpSpPr>
      <p:sp>
        <p:nvSpPr>
          <p:cNvPr id="21" name="Google Shape;21;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7" name="Google Shape;27;p11"/>
          <p:cNvGrpSpPr/>
          <p:nvPr/>
        </p:nvGrpSpPr>
        <p:grpSpPr>
          <a:xfrm>
            <a:off x="19131280" y="10355374"/>
            <a:ext cx="445703" cy="598161"/>
            <a:chOff x="18406074" y="10234089"/>
            <a:chExt cx="445703" cy="598161"/>
          </a:xfrm>
        </p:grpSpPr>
        <p:sp>
          <p:nvSpPr>
            <p:cNvPr id="28" name="Google Shape;28;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9" name="Google Shape;29;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30" name="Google Shape;30;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 name="Shape 31"/>
        <p:cNvGrpSpPr/>
        <p:nvPr/>
      </p:nvGrpSpPr>
      <p:grpSpPr>
        <a:xfrm>
          <a:off x="0" y="0"/>
          <a:ext cx="0" cy="0"/>
          <a:chOff x="0" y="0"/>
          <a:chExt cx="0" cy="0"/>
        </a:xfrm>
      </p:grpSpPr>
      <p:pic>
        <p:nvPicPr>
          <p:cNvPr id="32" name="Google Shape;32;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33" name="Google Shape;33;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5" name="Google Shape;35;p13"/>
          <p:cNvGrpSpPr/>
          <p:nvPr/>
        </p:nvGrpSpPr>
        <p:grpSpPr>
          <a:xfrm>
            <a:off x="19131280" y="10355374"/>
            <a:ext cx="445703" cy="598161"/>
            <a:chOff x="18406074" y="10234089"/>
            <a:chExt cx="445703" cy="598161"/>
          </a:xfrm>
        </p:grpSpPr>
        <p:sp>
          <p:nvSpPr>
            <p:cNvPr id="36" name="Google Shape;36;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 name="Google Shape;37;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8" name="Google Shape;38;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39" name="Google Shape;39;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40" name="Google Shape;40;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41" name="Google Shape;41;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2" name="Shape 42"/>
        <p:cNvGrpSpPr/>
        <p:nvPr/>
      </p:nvGrpSpPr>
      <p:grpSpPr>
        <a:xfrm>
          <a:off x="0" y="0"/>
          <a:ext cx="0" cy="0"/>
          <a:chOff x="0" y="0"/>
          <a:chExt cx="0" cy="0"/>
        </a:xfrm>
      </p:grpSpPr>
      <p:pic>
        <p:nvPicPr>
          <p:cNvPr id="43" name="Google Shape;43;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4" name="Google Shape;44;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6" name="Google Shape;46;p12"/>
          <p:cNvGrpSpPr/>
          <p:nvPr/>
        </p:nvGrpSpPr>
        <p:grpSpPr>
          <a:xfrm>
            <a:off x="19131280" y="10355374"/>
            <a:ext cx="445703" cy="598161"/>
            <a:chOff x="18406074" y="10234089"/>
            <a:chExt cx="445703" cy="598161"/>
          </a:xfrm>
        </p:grpSpPr>
        <p:sp>
          <p:nvSpPr>
            <p:cNvPr id="47" name="Google Shape;47;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 name="Google Shape;48;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9" name="Google Shape;49;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0" name="Google Shape;50;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1" name="Google Shape;51;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2" name="Google Shape;52;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3" name="Shape 53"/>
        <p:cNvGrpSpPr/>
        <p:nvPr/>
      </p:nvGrpSpPr>
      <p:grpSpPr>
        <a:xfrm>
          <a:off x="0" y="0"/>
          <a:ext cx="0" cy="0"/>
          <a:chOff x="0" y="0"/>
          <a:chExt cx="0" cy="0"/>
        </a:xfrm>
      </p:grpSpPr>
      <p:sp>
        <p:nvSpPr>
          <p:cNvPr id="54" name="Google Shape;54;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6" name="Google Shape;66;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0" name="Google Shape;70;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6" name="Google Shape;76;p10"/>
          <p:cNvGrpSpPr/>
          <p:nvPr/>
        </p:nvGrpSpPr>
        <p:grpSpPr>
          <a:xfrm>
            <a:off x="19131280" y="10355374"/>
            <a:ext cx="445703" cy="598161"/>
            <a:chOff x="18406074" y="10234089"/>
            <a:chExt cx="445703" cy="598161"/>
          </a:xfrm>
        </p:grpSpPr>
        <p:sp>
          <p:nvSpPr>
            <p:cNvPr id="77" name="Google Shape;77;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 name="Google Shape;78;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79" name="Google Shape;79;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106" name="Shape 106"/>
        <p:cNvGrpSpPr/>
        <p:nvPr/>
      </p:nvGrpSpPr>
      <p:grpSpPr>
        <a:xfrm>
          <a:off x="0" y="0"/>
          <a:ext cx="0" cy="0"/>
          <a:chOff x="0" y="0"/>
          <a:chExt cx="0" cy="0"/>
        </a:xfrm>
      </p:grpSpPr>
      <p:sp>
        <p:nvSpPr>
          <p:cNvPr id="107" name="Google Shape;107;g133e68395f5_0_422"/>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08" name="Google Shape;108;g133e68395f5_0_422"/>
          <p:cNvSpPr/>
          <p:nvPr/>
        </p:nvSpPr>
        <p:spPr>
          <a:xfrm>
            <a:off x="1694799" y="350799"/>
            <a:ext cx="1986600" cy="13407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9" name="Google Shape;109;g133e68395f5_0_422"/>
          <p:cNvSpPr/>
          <p:nvPr/>
        </p:nvSpPr>
        <p:spPr>
          <a:xfrm>
            <a:off x="321925" y="350799"/>
            <a:ext cx="1986600" cy="13407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133e68395f5_0_422"/>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pic>
        <p:nvPicPr>
          <p:cNvPr id="111" name="Google Shape;111;g133e68395f5_0_422"/>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12" name="Google Shape;112;g133e68395f5_0_422"/>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13" name="Google Shape;113;g133e68395f5_0_422"/>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solidFill>
          <a:schemeClr val="dk2"/>
        </a:solidFill>
      </p:bgPr>
    </p:bg>
    <p:spTree>
      <p:nvGrpSpPr>
        <p:cNvPr id="114" name="Shape 114"/>
        <p:cNvGrpSpPr/>
        <p:nvPr/>
      </p:nvGrpSpPr>
      <p:grpSpPr>
        <a:xfrm>
          <a:off x="0" y="0"/>
          <a:ext cx="0" cy="0"/>
          <a:chOff x="0" y="0"/>
          <a:chExt cx="0" cy="0"/>
        </a:xfrm>
      </p:grpSpPr>
      <p:sp>
        <p:nvSpPr>
          <p:cNvPr id="115" name="Google Shape;115;g133e68395f5_0_400"/>
          <p:cNvSpPr txBox="1"/>
          <p:nvPr>
            <p:ph idx="1" type="body"/>
          </p:nvPr>
        </p:nvSpPr>
        <p:spPr>
          <a:xfrm>
            <a:off x="1232073" y="4345182"/>
            <a:ext cx="17640000" cy="3753000"/>
          </a:xfrm>
          <a:prstGeom prst="rect">
            <a:avLst/>
          </a:prstGeom>
          <a:noFill/>
          <a:ln>
            <a:noFill/>
          </a:ln>
        </p:spPr>
        <p:txBody>
          <a:bodyPr anchorCtr="0" anchor="ctr" bIns="92100" lIns="181400" spcFirstLastPara="1" rIns="184250" wrap="square" tIns="92100">
            <a:noAutofit/>
          </a:bodyPr>
          <a:lstStyle>
            <a:lvl1pPr indent="-228600" lvl="0" marL="457200" algn="ctr">
              <a:lnSpc>
                <a:spcPct val="90000"/>
              </a:lnSpc>
              <a:spcBef>
                <a:spcPts val="2000"/>
              </a:spcBef>
              <a:spcAft>
                <a:spcPts val="0"/>
              </a:spcAft>
              <a:buSzPts val="5600"/>
              <a:buNone/>
              <a:defRPr sz="81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pic>
        <p:nvPicPr>
          <p:cNvPr id="116" name="Google Shape;116;g133e68395f5_0_400"/>
          <p:cNvPicPr preferRelativeResize="0"/>
          <p:nvPr/>
        </p:nvPicPr>
        <p:blipFill rotWithShape="1">
          <a:blip r:embed="rId2">
            <a:alphaModFix/>
          </a:blip>
          <a:srcRect b="0" l="0" r="0" t="0"/>
          <a:stretch/>
        </p:blipFill>
        <p:spPr>
          <a:xfrm>
            <a:off x="13585985" y="647674"/>
            <a:ext cx="6066048" cy="757956"/>
          </a:xfrm>
          <a:prstGeom prst="rect">
            <a:avLst/>
          </a:prstGeom>
          <a:noFill/>
          <a:ln>
            <a:noFill/>
          </a:ln>
        </p:spPr>
      </p:pic>
      <p:sp>
        <p:nvSpPr>
          <p:cNvPr id="117" name="Google Shape;117;g133e68395f5_0_400"/>
          <p:cNvSpPr txBox="1"/>
          <p:nvPr>
            <p:ph idx="2" type="body"/>
          </p:nvPr>
        </p:nvSpPr>
        <p:spPr>
          <a:xfrm>
            <a:off x="1232073" y="2691761"/>
            <a:ext cx="17640000" cy="1097700"/>
          </a:xfrm>
          <a:prstGeom prst="rect">
            <a:avLst/>
          </a:prstGeom>
          <a:solidFill>
            <a:schemeClr val="accent1"/>
          </a:solidFill>
          <a:ln>
            <a:noFill/>
          </a:ln>
        </p:spPr>
        <p:txBody>
          <a:bodyPr anchorCtr="0" anchor="t" bIns="92100" lIns="181400" spcFirstLastPara="1" rIns="184250" wrap="square" tIns="92100">
            <a:noAutofit/>
          </a:bodyPr>
          <a:lstStyle>
            <a:lvl1pPr indent="-228600" lvl="0" marL="457200" algn="ctr">
              <a:lnSpc>
                <a:spcPct val="90000"/>
              </a:lnSpc>
              <a:spcBef>
                <a:spcPts val="2000"/>
              </a:spcBef>
              <a:spcAft>
                <a:spcPts val="0"/>
              </a:spcAft>
              <a:buSzPts val="5600"/>
              <a:buNone/>
              <a:defRPr sz="56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sp>
        <p:nvSpPr>
          <p:cNvPr id="118" name="Google Shape;118;g133e68395f5_0_400"/>
          <p:cNvSpPr/>
          <p:nvPr/>
        </p:nvSpPr>
        <p:spPr>
          <a:xfrm>
            <a:off x="1694799" y="350799"/>
            <a:ext cx="19866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9" name="Google Shape;119;g133e68395f5_0_400"/>
          <p:cNvSpPr/>
          <p:nvPr/>
        </p:nvSpPr>
        <p:spPr>
          <a:xfrm>
            <a:off x="321925" y="350799"/>
            <a:ext cx="1986600" cy="1340700"/>
          </a:xfrm>
          <a:prstGeom prst="parallelogram">
            <a:avLst>
              <a:gd fmla="val 45310" name="adj"/>
            </a:avLst>
          </a:prstGeom>
          <a:gradFill>
            <a:gsLst>
              <a:gs pos="0">
                <a:schemeClr val="dk2"/>
              </a:gs>
              <a:gs pos="65000">
                <a:schemeClr val="lt1"/>
              </a:gs>
              <a:gs pos="100000">
                <a:schemeClr val="l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0" name="Google Shape;120;g133e68395f5_0_400"/>
          <p:cNvSpPr/>
          <p:nvPr/>
        </p:nvSpPr>
        <p:spPr>
          <a:xfrm>
            <a:off x="3018638" y="350799"/>
            <a:ext cx="105672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1" name="Google Shape;121;g133e68395f5_0_400"/>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solidFill>
                  <a:schemeClr val="accent1"/>
                </a:solidFill>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type="obj">
  <p:cSld name="OBJECT">
    <p:spTree>
      <p:nvGrpSpPr>
        <p:cNvPr id="122" name="Shape 122"/>
        <p:cNvGrpSpPr/>
        <p:nvPr/>
      </p:nvGrpSpPr>
      <p:grpSpPr>
        <a:xfrm>
          <a:off x="0" y="0"/>
          <a:ext cx="0" cy="0"/>
          <a:chOff x="0" y="0"/>
          <a:chExt cx="0" cy="0"/>
        </a:xfrm>
      </p:grpSpPr>
      <p:sp>
        <p:nvSpPr>
          <p:cNvPr id="123" name="Google Shape;123;g133e68395f5_0_408"/>
          <p:cNvSpPr/>
          <p:nvPr/>
        </p:nvSpPr>
        <p:spPr>
          <a:xfrm>
            <a:off x="1694799" y="350799"/>
            <a:ext cx="1986600" cy="13407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4" name="Google Shape;124;g133e68395f5_0_408"/>
          <p:cNvSpPr/>
          <p:nvPr/>
        </p:nvSpPr>
        <p:spPr>
          <a:xfrm>
            <a:off x="321925" y="350799"/>
            <a:ext cx="1986600" cy="13407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25" name="Google Shape;125;g133e68395f5_0_408"/>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26" name="Google Shape;126;g133e68395f5_0_408"/>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27" name="Google Shape;127;g133e68395f5_0_408"/>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8" name="Google Shape;128;g133e68395f5_0_408"/>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29" name="Google Shape;129;g133e68395f5_0_408"/>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TITLE_4_1_1">
    <p:bg>
      <p:bgPr>
        <a:solidFill>
          <a:schemeClr val="dk2"/>
        </a:solidFill>
      </p:bgPr>
    </p:bg>
    <p:spTree>
      <p:nvGrpSpPr>
        <p:cNvPr id="130" name="Shape 130"/>
        <p:cNvGrpSpPr/>
        <p:nvPr/>
      </p:nvGrpSpPr>
      <p:grpSpPr>
        <a:xfrm>
          <a:off x="0" y="0"/>
          <a:ext cx="0" cy="0"/>
          <a:chOff x="0" y="0"/>
          <a:chExt cx="0" cy="0"/>
        </a:xfrm>
      </p:grpSpPr>
      <p:pic>
        <p:nvPicPr>
          <p:cNvPr id="131" name="Google Shape;131;g133e68395f5_0_416"/>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grpSp>
        <p:nvGrpSpPr>
          <p:cNvPr id="132" name="Google Shape;132;g133e68395f5_0_416"/>
          <p:cNvGrpSpPr/>
          <p:nvPr/>
        </p:nvGrpSpPr>
        <p:grpSpPr>
          <a:xfrm>
            <a:off x="0" y="-205"/>
            <a:ext cx="10671505" cy="9466204"/>
            <a:chOff x="0" y="-126"/>
            <a:chExt cx="4554438" cy="5386482"/>
          </a:xfrm>
        </p:grpSpPr>
        <p:sp>
          <p:nvSpPr>
            <p:cNvPr id="133" name="Google Shape;133;g133e68395f5_0_416"/>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134" name="Google Shape;134;g133e68395f5_0_416"/>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135" name="Google Shape;135;g133e68395f5_0_416"/>
          <p:cNvSpPr txBox="1"/>
          <p:nvPr>
            <p:ph type="title"/>
          </p:nvPr>
        </p:nvSpPr>
        <p:spPr>
          <a:xfrm>
            <a:off x="6605892" y="5732429"/>
            <a:ext cx="13182300" cy="2643900"/>
          </a:xfrm>
          <a:prstGeom prst="rect">
            <a:avLst/>
          </a:prstGeom>
          <a:solidFill>
            <a:srgbClr val="DE3075">
              <a:alpha val="63137"/>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dk2"/>
        </a:solidFill>
      </p:bgPr>
    </p:bg>
    <p:spTree>
      <p:nvGrpSpPr>
        <p:cNvPr id="136" name="Shape 136"/>
        <p:cNvGrpSpPr/>
        <p:nvPr/>
      </p:nvGrpSpPr>
      <p:grpSpPr>
        <a:xfrm>
          <a:off x="0" y="0"/>
          <a:ext cx="0" cy="0"/>
          <a:chOff x="0" y="0"/>
          <a:chExt cx="0" cy="0"/>
        </a:xfrm>
      </p:grpSpPr>
      <p:sp>
        <p:nvSpPr>
          <p:cNvPr id="137" name="Google Shape;137;g133e68395f5_0_394"/>
          <p:cNvSpPr/>
          <p:nvPr/>
        </p:nvSpPr>
        <p:spPr>
          <a:xfrm flipH="1">
            <a:off x="-6431" y="0"/>
            <a:ext cx="10185090" cy="1131570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chemeClr val="lt1"/>
              </a:buClr>
              <a:buSzPts val="3600"/>
              <a:buFont typeface="Calibri"/>
              <a:buNone/>
            </a:pPr>
            <a:r>
              <a:t/>
            </a:r>
            <a:endParaRPr b="0" i="0" sz="3600" u="none" cap="none" strike="noStrike">
              <a:solidFill>
                <a:srgbClr val="FFFFFF"/>
              </a:solidFill>
              <a:latin typeface="Calibri"/>
              <a:ea typeface="Calibri"/>
              <a:cs typeface="Calibri"/>
              <a:sym typeface="Calibri"/>
            </a:endParaRPr>
          </a:p>
        </p:txBody>
      </p:sp>
      <p:pic>
        <p:nvPicPr>
          <p:cNvPr id="138" name="Google Shape;138;g133e68395f5_0_394"/>
          <p:cNvPicPr preferRelativeResize="0"/>
          <p:nvPr/>
        </p:nvPicPr>
        <p:blipFill rotWithShape="1">
          <a:blip r:embed="rId2">
            <a:alphaModFix/>
          </a:blip>
          <a:srcRect b="0" l="0" r="0" t="0"/>
          <a:stretch/>
        </p:blipFill>
        <p:spPr>
          <a:xfrm>
            <a:off x="44" y="19720"/>
            <a:ext cx="9939854" cy="1128141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39" name="Google Shape;139;g133e68395f5_0_394"/>
          <p:cNvPicPr preferRelativeResize="0"/>
          <p:nvPr/>
        </p:nvPicPr>
        <p:blipFill rotWithShape="1">
          <a:blip r:embed="rId3">
            <a:alphaModFix/>
          </a:blip>
          <a:srcRect b="0" l="0" r="0" t="0"/>
          <a:stretch/>
        </p:blipFill>
        <p:spPr>
          <a:xfrm>
            <a:off x="11411062" y="350049"/>
            <a:ext cx="6181164" cy="966722"/>
          </a:xfrm>
          <a:prstGeom prst="rect">
            <a:avLst/>
          </a:prstGeom>
          <a:noFill/>
          <a:ln>
            <a:noFill/>
          </a:ln>
        </p:spPr>
      </p:pic>
      <p:sp>
        <p:nvSpPr>
          <p:cNvPr id="140" name="Google Shape;140;g133e68395f5_0_394"/>
          <p:cNvSpPr txBox="1"/>
          <p:nvPr>
            <p:ph idx="1" type="subTitle"/>
          </p:nvPr>
        </p:nvSpPr>
        <p:spPr>
          <a:xfrm>
            <a:off x="11619000" y="9269239"/>
            <a:ext cx="7923600" cy="1441200"/>
          </a:xfrm>
          <a:prstGeom prst="rect">
            <a:avLst/>
          </a:prstGeom>
          <a:solidFill>
            <a:srgbClr val="DE3075"/>
          </a:solidFill>
          <a:ln>
            <a:noFill/>
          </a:ln>
        </p:spPr>
        <p:txBody>
          <a:bodyPr anchorCtr="0" anchor="t" bIns="0" lIns="184250" spcFirstLastPara="1" rIns="368575" wrap="square" tIns="0">
            <a:noAutofit/>
          </a:bodyPr>
          <a:lstStyle>
            <a:lvl1pPr lvl="0" algn="r">
              <a:lnSpc>
                <a:spcPct val="90000"/>
              </a:lnSpc>
              <a:spcBef>
                <a:spcPts val="2000"/>
              </a:spcBef>
              <a:spcAft>
                <a:spcPts val="0"/>
              </a:spcAft>
              <a:buSzPts val="5600"/>
              <a:buNone/>
              <a:defRPr b="1" sz="9700">
                <a:solidFill>
                  <a:srgbClr val="FFFFFF"/>
                </a:solidFill>
                <a:latin typeface="Calibri"/>
                <a:ea typeface="Calibri"/>
                <a:cs typeface="Calibri"/>
                <a:sym typeface="Calibri"/>
              </a:defRPr>
            </a:lvl1pPr>
            <a:lvl2pPr lvl="1" algn="r">
              <a:lnSpc>
                <a:spcPct val="90000"/>
              </a:lnSpc>
              <a:spcBef>
                <a:spcPts val="2000"/>
              </a:spcBef>
              <a:spcAft>
                <a:spcPts val="0"/>
              </a:spcAft>
              <a:buSzPts val="4800"/>
              <a:buNone/>
              <a:defRPr b="1" sz="9700">
                <a:solidFill>
                  <a:srgbClr val="FFFFFF"/>
                </a:solidFill>
              </a:defRPr>
            </a:lvl2pPr>
            <a:lvl3pPr lvl="2" algn="r">
              <a:lnSpc>
                <a:spcPct val="90000"/>
              </a:lnSpc>
              <a:spcBef>
                <a:spcPts val="2000"/>
              </a:spcBef>
              <a:spcAft>
                <a:spcPts val="0"/>
              </a:spcAft>
              <a:buSzPts val="3600"/>
              <a:buNone/>
              <a:defRPr b="1" sz="9700">
                <a:solidFill>
                  <a:srgbClr val="FFFFFF"/>
                </a:solidFill>
              </a:defRPr>
            </a:lvl3pPr>
            <a:lvl4pPr lvl="3" algn="r">
              <a:lnSpc>
                <a:spcPct val="90000"/>
              </a:lnSpc>
              <a:spcBef>
                <a:spcPts val="2000"/>
              </a:spcBef>
              <a:spcAft>
                <a:spcPts val="0"/>
              </a:spcAft>
              <a:buSzPts val="3200"/>
              <a:buNone/>
              <a:defRPr b="1" sz="9700">
                <a:solidFill>
                  <a:srgbClr val="FFFFFF"/>
                </a:solidFill>
              </a:defRPr>
            </a:lvl4pPr>
            <a:lvl5pPr lvl="4" algn="r">
              <a:lnSpc>
                <a:spcPct val="90000"/>
              </a:lnSpc>
              <a:spcBef>
                <a:spcPts val="2000"/>
              </a:spcBef>
              <a:spcAft>
                <a:spcPts val="0"/>
              </a:spcAft>
              <a:buSzPts val="2800"/>
              <a:buNone/>
              <a:defRPr b="1" sz="9700">
                <a:solidFill>
                  <a:srgbClr val="FFFFFF"/>
                </a:solidFill>
              </a:defRPr>
            </a:lvl5pPr>
            <a:lvl6pPr lvl="5" algn="r">
              <a:lnSpc>
                <a:spcPct val="90000"/>
              </a:lnSpc>
              <a:spcBef>
                <a:spcPts val="2000"/>
              </a:spcBef>
              <a:spcAft>
                <a:spcPts val="0"/>
              </a:spcAft>
              <a:buSzPts val="2400"/>
              <a:buNone/>
              <a:defRPr b="1" sz="9700">
                <a:solidFill>
                  <a:srgbClr val="FFFFFF"/>
                </a:solidFill>
              </a:defRPr>
            </a:lvl6pPr>
            <a:lvl7pPr lvl="6" algn="r">
              <a:lnSpc>
                <a:spcPct val="90000"/>
              </a:lnSpc>
              <a:spcBef>
                <a:spcPts val="2000"/>
              </a:spcBef>
              <a:spcAft>
                <a:spcPts val="0"/>
              </a:spcAft>
              <a:buSzPts val="2000"/>
              <a:buNone/>
              <a:defRPr b="1" sz="9700">
                <a:solidFill>
                  <a:srgbClr val="FFFFFF"/>
                </a:solidFill>
              </a:defRPr>
            </a:lvl7pPr>
            <a:lvl8pPr lvl="7" algn="r">
              <a:lnSpc>
                <a:spcPct val="90000"/>
              </a:lnSpc>
              <a:spcBef>
                <a:spcPts val="2000"/>
              </a:spcBef>
              <a:spcAft>
                <a:spcPts val="0"/>
              </a:spcAft>
              <a:buSzPts val="1600"/>
              <a:buNone/>
              <a:defRPr b="1" sz="9700">
                <a:solidFill>
                  <a:srgbClr val="FFFFFF"/>
                </a:solidFill>
              </a:defRPr>
            </a:lvl8pPr>
            <a:lvl9pPr lvl="8" algn="r">
              <a:lnSpc>
                <a:spcPct val="90000"/>
              </a:lnSpc>
              <a:spcBef>
                <a:spcPts val="2000"/>
              </a:spcBef>
              <a:spcAft>
                <a:spcPts val="0"/>
              </a:spcAft>
              <a:buSzPts val="1200"/>
              <a:buNone/>
              <a:defRPr b="1" sz="9700">
                <a:solidFill>
                  <a:srgbClr val="FFFFFF"/>
                </a:solidFill>
              </a:defRPr>
            </a:lvl9pPr>
          </a:lstStyle>
          <a:p/>
        </p:txBody>
      </p:sp>
      <p:sp>
        <p:nvSpPr>
          <p:cNvPr id="141" name="Google Shape;141;g133e68395f5_0_394"/>
          <p:cNvSpPr txBox="1"/>
          <p:nvPr>
            <p:ph type="title"/>
          </p:nvPr>
        </p:nvSpPr>
        <p:spPr>
          <a:xfrm>
            <a:off x="8780758" y="4102402"/>
            <a:ext cx="10761900" cy="4767600"/>
          </a:xfrm>
          <a:prstGeom prst="rect">
            <a:avLst/>
          </a:prstGeom>
          <a:noFill/>
          <a:ln>
            <a:noFill/>
          </a:ln>
        </p:spPr>
        <p:txBody>
          <a:bodyPr anchorCtr="0" anchor="b" bIns="92100" lIns="184250" spcFirstLastPara="1" rIns="184250" wrap="square" tIns="92100">
            <a:noAutofit/>
          </a:bodyPr>
          <a:lstStyle>
            <a:lvl1pPr lvl="0" algn="r">
              <a:lnSpc>
                <a:spcPct val="90000"/>
              </a:lnSpc>
              <a:spcBef>
                <a:spcPts val="0"/>
              </a:spcBef>
              <a:spcAft>
                <a:spcPts val="0"/>
              </a:spcAft>
              <a:buSzPts val="6000"/>
              <a:buNone/>
              <a:defRPr sz="13300">
                <a:latin typeface="Calibri"/>
                <a:ea typeface="Calibri"/>
                <a:cs typeface="Calibri"/>
                <a:sym typeface="Calibri"/>
              </a:defRPr>
            </a:lvl1pPr>
            <a:lvl2pPr lvl="1" algn="r">
              <a:lnSpc>
                <a:spcPct val="100000"/>
              </a:lnSpc>
              <a:spcBef>
                <a:spcPts val="0"/>
              </a:spcBef>
              <a:spcAft>
                <a:spcPts val="0"/>
              </a:spcAft>
              <a:buSzPts val="6000"/>
              <a:buNone/>
              <a:defRPr sz="11300"/>
            </a:lvl2pPr>
            <a:lvl3pPr lvl="2" algn="r">
              <a:lnSpc>
                <a:spcPct val="100000"/>
              </a:lnSpc>
              <a:spcBef>
                <a:spcPts val="0"/>
              </a:spcBef>
              <a:spcAft>
                <a:spcPts val="0"/>
              </a:spcAft>
              <a:buSzPts val="6000"/>
              <a:buNone/>
              <a:defRPr sz="11300"/>
            </a:lvl3pPr>
            <a:lvl4pPr lvl="3" algn="r">
              <a:lnSpc>
                <a:spcPct val="100000"/>
              </a:lnSpc>
              <a:spcBef>
                <a:spcPts val="0"/>
              </a:spcBef>
              <a:spcAft>
                <a:spcPts val="0"/>
              </a:spcAft>
              <a:buSzPts val="6000"/>
              <a:buNone/>
              <a:defRPr sz="11300"/>
            </a:lvl4pPr>
            <a:lvl5pPr lvl="4" algn="r">
              <a:lnSpc>
                <a:spcPct val="100000"/>
              </a:lnSpc>
              <a:spcBef>
                <a:spcPts val="0"/>
              </a:spcBef>
              <a:spcAft>
                <a:spcPts val="0"/>
              </a:spcAft>
              <a:buSzPts val="6000"/>
              <a:buNone/>
              <a:defRPr sz="11300"/>
            </a:lvl5pPr>
            <a:lvl6pPr lvl="5" algn="r">
              <a:lnSpc>
                <a:spcPct val="100000"/>
              </a:lnSpc>
              <a:spcBef>
                <a:spcPts val="0"/>
              </a:spcBef>
              <a:spcAft>
                <a:spcPts val="0"/>
              </a:spcAft>
              <a:buSzPts val="6000"/>
              <a:buNone/>
              <a:defRPr sz="11300"/>
            </a:lvl6pPr>
            <a:lvl7pPr lvl="6" algn="r">
              <a:lnSpc>
                <a:spcPct val="100000"/>
              </a:lnSpc>
              <a:spcBef>
                <a:spcPts val="0"/>
              </a:spcBef>
              <a:spcAft>
                <a:spcPts val="0"/>
              </a:spcAft>
              <a:buSzPts val="6000"/>
              <a:buNone/>
              <a:defRPr sz="11300"/>
            </a:lvl7pPr>
            <a:lvl8pPr lvl="7" algn="r">
              <a:lnSpc>
                <a:spcPct val="100000"/>
              </a:lnSpc>
              <a:spcBef>
                <a:spcPts val="0"/>
              </a:spcBef>
              <a:spcAft>
                <a:spcPts val="0"/>
              </a:spcAft>
              <a:buSzPts val="6000"/>
              <a:buNone/>
              <a:defRPr sz="11300"/>
            </a:lvl8pPr>
            <a:lvl9pPr lvl="8" algn="r">
              <a:lnSpc>
                <a:spcPct val="100000"/>
              </a:lnSpc>
              <a:spcBef>
                <a:spcPts val="0"/>
              </a:spcBef>
              <a:spcAft>
                <a:spcPts val="0"/>
              </a:spcAft>
              <a:buSzPts val="6000"/>
              <a:buNone/>
              <a:defRPr sz="113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0">
  <p:cSld name="TITLE_3_4_1">
    <p:bg>
      <p:bgPr>
        <a:solidFill>
          <a:srgbClr val="733814"/>
        </a:solidFill>
      </p:bgPr>
    </p:bg>
    <p:spTree>
      <p:nvGrpSpPr>
        <p:cNvPr id="142" name="Shape 142"/>
        <p:cNvGrpSpPr/>
        <p:nvPr/>
      </p:nvGrpSpPr>
      <p:grpSpPr>
        <a:xfrm>
          <a:off x="0" y="0"/>
          <a:ext cx="0" cy="0"/>
          <a:chOff x="0" y="0"/>
          <a:chExt cx="0" cy="0"/>
        </a:xfrm>
      </p:grpSpPr>
      <p:sp>
        <p:nvSpPr>
          <p:cNvPr id="143" name="Google Shape;143;g133e68395f5_0_430"/>
          <p:cNvSpPr/>
          <p:nvPr/>
        </p:nvSpPr>
        <p:spPr>
          <a:xfrm flipH="1" rot="10800000">
            <a:off x="0" y="-226"/>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id="144" name="Google Shape;144;g133e68395f5_0_430"/>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pic>
        <p:nvPicPr>
          <p:cNvPr descr="Imagen que contiene persona, foto, hombre, mujer&#10;&#10;Descripción generada automáticamente" id="145" name="Google Shape;145;g133e68395f5_0_430"/>
          <p:cNvPicPr preferRelativeResize="0"/>
          <p:nvPr/>
        </p:nvPicPr>
        <p:blipFill rotWithShape="1">
          <a:blip r:embed="rId3">
            <a:alphaModFix/>
          </a:blip>
          <a:srcRect b="0" l="0" r="16350" t="0"/>
          <a:stretch/>
        </p:blipFill>
        <p:spPr>
          <a:xfrm>
            <a:off x="2" y="16"/>
            <a:ext cx="7773261"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6" name="Google Shape;146;g133e68395f5_0_430"/>
          <p:cNvSpPr txBox="1"/>
          <p:nvPr>
            <p:ph type="title"/>
          </p:nvPr>
        </p:nvSpPr>
        <p:spPr>
          <a:xfrm>
            <a:off x="6605892" y="5732429"/>
            <a:ext cx="13182300" cy="2643900"/>
          </a:xfrm>
          <a:prstGeom prst="rect">
            <a:avLst/>
          </a:prstGeom>
          <a:solidFill>
            <a:srgbClr val="898B90">
              <a:alpha val="67843"/>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_1_1_1_4">
    <p:spTree>
      <p:nvGrpSpPr>
        <p:cNvPr id="147" name="Shape 147"/>
        <p:cNvGrpSpPr/>
        <p:nvPr/>
      </p:nvGrpSpPr>
      <p:grpSpPr>
        <a:xfrm>
          <a:off x="0" y="0"/>
          <a:ext cx="0" cy="0"/>
          <a:chOff x="0" y="0"/>
          <a:chExt cx="0" cy="0"/>
        </a:xfrm>
      </p:grpSpPr>
      <p:sp>
        <p:nvSpPr>
          <p:cNvPr id="148" name="Google Shape;148;g133e68395f5_0_435"/>
          <p:cNvSpPr/>
          <p:nvPr/>
        </p:nvSpPr>
        <p:spPr>
          <a:xfrm>
            <a:off x="1694799" y="350799"/>
            <a:ext cx="1986600" cy="1340700"/>
          </a:xfrm>
          <a:prstGeom prst="parallelogram">
            <a:avLst>
              <a:gd fmla="val 45310" name="adj"/>
            </a:avLst>
          </a:prstGeom>
          <a:solidFill>
            <a:srgbClr val="733814"/>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9" name="Google Shape;149;g133e68395f5_0_435"/>
          <p:cNvSpPr/>
          <p:nvPr/>
        </p:nvSpPr>
        <p:spPr>
          <a:xfrm>
            <a:off x="321925" y="350799"/>
            <a:ext cx="1986600" cy="1340700"/>
          </a:xfrm>
          <a:prstGeom prst="parallelogram">
            <a:avLst>
              <a:gd fmla="val 45310" name="adj"/>
            </a:avLst>
          </a:prstGeom>
          <a:gradFill>
            <a:gsLst>
              <a:gs pos="0">
                <a:srgbClr val="FFFFFF"/>
              </a:gs>
              <a:gs pos="65000">
                <a:srgbClr val="733814"/>
              </a:gs>
              <a:gs pos="100000">
                <a:srgbClr val="733814"/>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50" name="Google Shape;150;g133e68395f5_0_435"/>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51" name="Google Shape;151;g133e68395f5_0_435"/>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52" name="Google Shape;152;g133e68395f5_0_435"/>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53" name="Google Shape;153;g133e68395f5_0_435"/>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54" name="Google Shape;154;g133e68395f5_0_435"/>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5" name="Shape 155"/>
        <p:cNvGrpSpPr/>
        <p:nvPr/>
      </p:nvGrpSpPr>
      <p:grpSpPr>
        <a:xfrm>
          <a:off x="0" y="0"/>
          <a:ext cx="0" cy="0"/>
          <a:chOff x="0" y="0"/>
          <a:chExt cx="0" cy="0"/>
        </a:xfrm>
      </p:grpSpPr>
      <p:sp>
        <p:nvSpPr>
          <p:cNvPr id="156" name="Google Shape;156;g133e68395f5_0_443"/>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5" name="Shape 1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6" name="Shape 166"/>
        <p:cNvGrpSpPr/>
        <p:nvPr/>
      </p:nvGrpSpPr>
      <p:grpSpPr>
        <a:xfrm>
          <a:off x="0" y="0"/>
          <a:ext cx="0" cy="0"/>
          <a:chOff x="0" y="0"/>
          <a:chExt cx="0" cy="0"/>
        </a:xfrm>
      </p:grpSpPr>
      <p:sp>
        <p:nvSpPr>
          <p:cNvPr id="167" name="Google Shape;167;g1343706a5ce_0_108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8" name="Google Shape;168;g1343706a5ce_0_1084"/>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9" name="Shape 169"/>
        <p:cNvGrpSpPr/>
        <p:nvPr/>
      </p:nvGrpSpPr>
      <p:grpSpPr>
        <a:xfrm>
          <a:off x="0" y="0"/>
          <a:ext cx="0" cy="0"/>
          <a:chOff x="0" y="0"/>
          <a:chExt cx="0" cy="0"/>
        </a:xfrm>
      </p:grpSpPr>
      <p:sp>
        <p:nvSpPr>
          <p:cNvPr id="170" name="Google Shape;170;g1343706a5ce_0_108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1" name="Google Shape;171;g1343706a5ce_0_1087"/>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2" name="Shape 172"/>
        <p:cNvGrpSpPr/>
        <p:nvPr/>
      </p:nvGrpSpPr>
      <p:grpSpPr>
        <a:xfrm>
          <a:off x="0" y="0"/>
          <a:ext cx="0" cy="0"/>
          <a:chOff x="0" y="0"/>
          <a:chExt cx="0" cy="0"/>
        </a:xfrm>
      </p:grpSpPr>
      <p:sp>
        <p:nvSpPr>
          <p:cNvPr id="173" name="Google Shape;173;g1343706a5ce_0_109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4" name="Google Shape;174;g1343706a5ce_0_1090"/>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75" name="Google Shape;175;g1343706a5ce_0_1090"/>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 name="Shape 176"/>
        <p:cNvGrpSpPr/>
        <p:nvPr/>
      </p:nvGrpSpPr>
      <p:grpSpPr>
        <a:xfrm>
          <a:off x="0" y="0"/>
          <a:ext cx="0" cy="0"/>
          <a:chOff x="0" y="0"/>
          <a:chExt cx="0" cy="0"/>
        </a:xfrm>
      </p:grpSpPr>
      <p:sp>
        <p:nvSpPr>
          <p:cNvPr id="177" name="Google Shape;177;g1343706a5ce_0_109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8" name="Shape 178"/>
        <p:cNvGrpSpPr/>
        <p:nvPr/>
      </p:nvGrpSpPr>
      <p:grpSpPr>
        <a:xfrm>
          <a:off x="0" y="0"/>
          <a:ext cx="0" cy="0"/>
          <a:chOff x="0" y="0"/>
          <a:chExt cx="0" cy="0"/>
        </a:xfrm>
      </p:grpSpPr>
      <p:sp>
        <p:nvSpPr>
          <p:cNvPr id="179" name="Google Shape;179;g1343706a5ce_0_1096"/>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0" name="Shape 180"/>
        <p:cNvGrpSpPr/>
        <p:nvPr/>
      </p:nvGrpSpPr>
      <p:grpSpPr>
        <a:xfrm>
          <a:off x="0" y="0"/>
          <a:ext cx="0" cy="0"/>
          <a:chOff x="0" y="0"/>
          <a:chExt cx="0" cy="0"/>
        </a:xfrm>
      </p:grpSpPr>
      <p:sp>
        <p:nvSpPr>
          <p:cNvPr id="181" name="Google Shape;181;g1343706a5ce_0_109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2" name="Google Shape;182;g1343706a5ce_0_109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83" name="Google Shape;183;g1343706a5ce_0_1098"/>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84" name="Google Shape;184;g1343706a5ce_0_1098"/>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5" name="Shape 185"/>
        <p:cNvGrpSpPr/>
        <p:nvPr/>
      </p:nvGrpSpPr>
      <p:grpSpPr>
        <a:xfrm>
          <a:off x="0" y="0"/>
          <a:ext cx="0" cy="0"/>
          <a:chOff x="0" y="0"/>
          <a:chExt cx="0" cy="0"/>
        </a:xfrm>
      </p:grpSpPr>
      <p:sp>
        <p:nvSpPr>
          <p:cNvPr id="186" name="Google Shape;186;g1343706a5ce_0_110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7" name="Google Shape;187;g1343706a5ce_0_110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88" name="Google Shape;188;g1343706a5ce_0_1103"/>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89" name="Google Shape;189;g1343706a5ce_0_1103"/>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0" name="Shape 190"/>
        <p:cNvGrpSpPr/>
        <p:nvPr/>
      </p:nvGrpSpPr>
      <p:grpSpPr>
        <a:xfrm>
          <a:off x="0" y="0"/>
          <a:ext cx="0" cy="0"/>
          <a:chOff x="0" y="0"/>
          <a:chExt cx="0" cy="0"/>
        </a:xfrm>
      </p:grpSpPr>
      <p:sp>
        <p:nvSpPr>
          <p:cNvPr id="191" name="Google Shape;191;g1343706a5ce_0_110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2" name="Google Shape;192;g1343706a5ce_0_110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93" name="Google Shape;193;g1343706a5ce_0_1108"/>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94" name="Google Shape;194;g1343706a5ce_0_1108"/>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5" name="Shape 195"/>
        <p:cNvGrpSpPr/>
        <p:nvPr/>
      </p:nvGrpSpPr>
      <p:grpSpPr>
        <a:xfrm>
          <a:off x="0" y="0"/>
          <a:ext cx="0" cy="0"/>
          <a:chOff x="0" y="0"/>
          <a:chExt cx="0" cy="0"/>
        </a:xfrm>
      </p:grpSpPr>
      <p:sp>
        <p:nvSpPr>
          <p:cNvPr id="196" name="Google Shape;196;g1343706a5ce_0_111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7" name="Google Shape;197;g1343706a5ce_0_1113"/>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98" name="Google Shape;198;g1343706a5ce_0_1113"/>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99" name="Shape 199"/>
        <p:cNvGrpSpPr/>
        <p:nvPr/>
      </p:nvGrpSpPr>
      <p:grpSpPr>
        <a:xfrm>
          <a:off x="0" y="0"/>
          <a:ext cx="0" cy="0"/>
          <a:chOff x="0" y="0"/>
          <a:chExt cx="0" cy="0"/>
        </a:xfrm>
      </p:grpSpPr>
      <p:sp>
        <p:nvSpPr>
          <p:cNvPr id="200" name="Google Shape;200;g1343706a5ce_0_111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1" name="Google Shape;201;g1343706a5ce_0_1117"/>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02" name="Google Shape;202;g1343706a5ce_0_111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03" name="Google Shape;203;g1343706a5ce_0_1117"/>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04" name="Google Shape;204;g1343706a5ce_0_1117"/>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5" name="Shape 205"/>
        <p:cNvGrpSpPr/>
        <p:nvPr/>
      </p:nvGrpSpPr>
      <p:grpSpPr>
        <a:xfrm>
          <a:off x="0" y="0"/>
          <a:ext cx="0" cy="0"/>
          <a:chOff x="0" y="0"/>
          <a:chExt cx="0" cy="0"/>
        </a:xfrm>
      </p:grpSpPr>
      <p:sp>
        <p:nvSpPr>
          <p:cNvPr id="206" name="Google Shape;206;g1343706a5ce_0_112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g1343706a5ce_0_1123"/>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08" name="Google Shape;208;g1343706a5ce_0_1123"/>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09" name="Google Shape;209;g1343706a5ce_0_1123"/>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10" name="Google Shape;210;g1343706a5ce_0_1123"/>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11" name="Google Shape;211;g1343706a5ce_0_1123"/>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12" name="Google Shape;212;g1343706a5ce_0_1123"/>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9" name="Shape 21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0" name="Shape 220"/>
        <p:cNvGrpSpPr/>
        <p:nvPr/>
      </p:nvGrpSpPr>
      <p:grpSpPr>
        <a:xfrm>
          <a:off x="0" y="0"/>
          <a:ext cx="0" cy="0"/>
          <a:chOff x="0" y="0"/>
          <a:chExt cx="0" cy="0"/>
        </a:xfrm>
      </p:grpSpPr>
      <p:sp>
        <p:nvSpPr>
          <p:cNvPr id="221" name="Google Shape;221;g1343706a5ce_0_124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2" name="Google Shape;222;g1343706a5ce_0_1248"/>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23" name="Shape 223"/>
        <p:cNvGrpSpPr/>
        <p:nvPr/>
      </p:nvGrpSpPr>
      <p:grpSpPr>
        <a:xfrm>
          <a:off x="0" y="0"/>
          <a:ext cx="0" cy="0"/>
          <a:chOff x="0" y="0"/>
          <a:chExt cx="0" cy="0"/>
        </a:xfrm>
      </p:grpSpPr>
      <p:sp>
        <p:nvSpPr>
          <p:cNvPr id="224" name="Google Shape;224;g1343706a5ce_0_125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5" name="Google Shape;225;g1343706a5ce_0_1251"/>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6" name="Shape 226"/>
        <p:cNvGrpSpPr/>
        <p:nvPr/>
      </p:nvGrpSpPr>
      <p:grpSpPr>
        <a:xfrm>
          <a:off x="0" y="0"/>
          <a:ext cx="0" cy="0"/>
          <a:chOff x="0" y="0"/>
          <a:chExt cx="0" cy="0"/>
        </a:xfrm>
      </p:grpSpPr>
      <p:sp>
        <p:nvSpPr>
          <p:cNvPr id="227" name="Google Shape;227;g1343706a5ce_0_125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8" name="Google Shape;228;g1343706a5ce_0_1254"/>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29" name="Google Shape;229;g1343706a5ce_0_1254"/>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 name="Shape 230"/>
        <p:cNvGrpSpPr/>
        <p:nvPr/>
      </p:nvGrpSpPr>
      <p:grpSpPr>
        <a:xfrm>
          <a:off x="0" y="0"/>
          <a:ext cx="0" cy="0"/>
          <a:chOff x="0" y="0"/>
          <a:chExt cx="0" cy="0"/>
        </a:xfrm>
      </p:grpSpPr>
      <p:sp>
        <p:nvSpPr>
          <p:cNvPr id="231" name="Google Shape;231;g1343706a5ce_0_125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2" name="Shape 232"/>
        <p:cNvGrpSpPr/>
        <p:nvPr/>
      </p:nvGrpSpPr>
      <p:grpSpPr>
        <a:xfrm>
          <a:off x="0" y="0"/>
          <a:ext cx="0" cy="0"/>
          <a:chOff x="0" y="0"/>
          <a:chExt cx="0" cy="0"/>
        </a:xfrm>
      </p:grpSpPr>
      <p:sp>
        <p:nvSpPr>
          <p:cNvPr id="233" name="Google Shape;233;g1343706a5ce_0_1260"/>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4" name="Shape 234"/>
        <p:cNvGrpSpPr/>
        <p:nvPr/>
      </p:nvGrpSpPr>
      <p:grpSpPr>
        <a:xfrm>
          <a:off x="0" y="0"/>
          <a:ext cx="0" cy="0"/>
          <a:chOff x="0" y="0"/>
          <a:chExt cx="0" cy="0"/>
        </a:xfrm>
      </p:grpSpPr>
      <p:sp>
        <p:nvSpPr>
          <p:cNvPr id="235" name="Google Shape;235;g1343706a5ce_0_126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6" name="Google Shape;236;g1343706a5ce_0_126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37" name="Google Shape;237;g1343706a5ce_0_1262"/>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38" name="Google Shape;238;g1343706a5ce_0_1262"/>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39" name="Shape 239"/>
        <p:cNvGrpSpPr/>
        <p:nvPr/>
      </p:nvGrpSpPr>
      <p:grpSpPr>
        <a:xfrm>
          <a:off x="0" y="0"/>
          <a:ext cx="0" cy="0"/>
          <a:chOff x="0" y="0"/>
          <a:chExt cx="0" cy="0"/>
        </a:xfrm>
      </p:grpSpPr>
      <p:sp>
        <p:nvSpPr>
          <p:cNvPr id="240" name="Google Shape;240;g1343706a5ce_0_126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1" name="Google Shape;241;g1343706a5ce_0_1267"/>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42" name="Google Shape;242;g1343706a5ce_0_126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43" name="Google Shape;243;g1343706a5ce_0_1267"/>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44" name="Shape 244"/>
        <p:cNvGrpSpPr/>
        <p:nvPr/>
      </p:nvGrpSpPr>
      <p:grpSpPr>
        <a:xfrm>
          <a:off x="0" y="0"/>
          <a:ext cx="0" cy="0"/>
          <a:chOff x="0" y="0"/>
          <a:chExt cx="0" cy="0"/>
        </a:xfrm>
      </p:grpSpPr>
      <p:sp>
        <p:nvSpPr>
          <p:cNvPr id="245" name="Google Shape;245;g1343706a5ce_0_127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g1343706a5ce_0_127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47" name="Google Shape;247;g1343706a5ce_0_1272"/>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48" name="Google Shape;248;g1343706a5ce_0_1272"/>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49" name="Shape 249"/>
        <p:cNvGrpSpPr/>
        <p:nvPr/>
      </p:nvGrpSpPr>
      <p:grpSpPr>
        <a:xfrm>
          <a:off x="0" y="0"/>
          <a:ext cx="0" cy="0"/>
          <a:chOff x="0" y="0"/>
          <a:chExt cx="0" cy="0"/>
        </a:xfrm>
      </p:grpSpPr>
      <p:sp>
        <p:nvSpPr>
          <p:cNvPr id="250" name="Google Shape;250;g1343706a5ce_0_127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1" name="Google Shape;251;g1343706a5ce_0_1277"/>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52" name="Google Shape;252;g1343706a5ce_0_1277"/>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53" name="Shape 253"/>
        <p:cNvGrpSpPr/>
        <p:nvPr/>
      </p:nvGrpSpPr>
      <p:grpSpPr>
        <a:xfrm>
          <a:off x="0" y="0"/>
          <a:ext cx="0" cy="0"/>
          <a:chOff x="0" y="0"/>
          <a:chExt cx="0" cy="0"/>
        </a:xfrm>
      </p:grpSpPr>
      <p:sp>
        <p:nvSpPr>
          <p:cNvPr id="254" name="Google Shape;254;g1343706a5ce_0_128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5" name="Google Shape;255;g1343706a5ce_0_128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56" name="Google Shape;256;g1343706a5ce_0_1281"/>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57" name="Google Shape;257;g1343706a5ce_0_1281"/>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58" name="Google Shape;258;g1343706a5ce_0_1281"/>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59" name="Shape 259"/>
        <p:cNvGrpSpPr/>
        <p:nvPr/>
      </p:nvGrpSpPr>
      <p:grpSpPr>
        <a:xfrm>
          <a:off x="0" y="0"/>
          <a:ext cx="0" cy="0"/>
          <a:chOff x="0" y="0"/>
          <a:chExt cx="0" cy="0"/>
        </a:xfrm>
      </p:grpSpPr>
      <p:sp>
        <p:nvSpPr>
          <p:cNvPr id="260" name="Google Shape;260;g1343706a5ce_0_128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1" name="Google Shape;261;g1343706a5ce_0_1287"/>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62" name="Google Shape;262;g1343706a5ce_0_1287"/>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63" name="Google Shape;263;g1343706a5ce_0_1287"/>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64" name="Google Shape;264;g1343706a5ce_0_1287"/>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65" name="Google Shape;265;g1343706a5ce_0_1287"/>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66" name="Google Shape;266;g1343706a5ce_0_1287"/>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5" name="Shape 275"/>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76" name="Shape 276"/>
        <p:cNvGrpSpPr/>
        <p:nvPr/>
      </p:nvGrpSpPr>
      <p:grpSpPr>
        <a:xfrm>
          <a:off x="0" y="0"/>
          <a:ext cx="0" cy="0"/>
          <a:chOff x="0" y="0"/>
          <a:chExt cx="0" cy="0"/>
        </a:xfrm>
      </p:grpSpPr>
      <p:sp>
        <p:nvSpPr>
          <p:cNvPr id="277" name="Google Shape;277;g1343706a5ce_0_130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8" name="Google Shape;278;g1343706a5ce_0_1304"/>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79" name="Shape 279"/>
        <p:cNvGrpSpPr/>
        <p:nvPr/>
      </p:nvGrpSpPr>
      <p:grpSpPr>
        <a:xfrm>
          <a:off x="0" y="0"/>
          <a:ext cx="0" cy="0"/>
          <a:chOff x="0" y="0"/>
          <a:chExt cx="0" cy="0"/>
        </a:xfrm>
      </p:grpSpPr>
      <p:sp>
        <p:nvSpPr>
          <p:cNvPr id="280" name="Google Shape;280;g1343706a5ce_0_130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1" name="Google Shape;281;g1343706a5ce_0_1307"/>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2" name="Shape 282"/>
        <p:cNvGrpSpPr/>
        <p:nvPr/>
      </p:nvGrpSpPr>
      <p:grpSpPr>
        <a:xfrm>
          <a:off x="0" y="0"/>
          <a:ext cx="0" cy="0"/>
          <a:chOff x="0" y="0"/>
          <a:chExt cx="0" cy="0"/>
        </a:xfrm>
      </p:grpSpPr>
      <p:sp>
        <p:nvSpPr>
          <p:cNvPr id="283" name="Google Shape;283;g1343706a5ce_0_131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4" name="Google Shape;284;g1343706a5ce_0_1310"/>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85" name="Google Shape;285;g1343706a5ce_0_1310"/>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6" name="Shape 286"/>
        <p:cNvGrpSpPr/>
        <p:nvPr/>
      </p:nvGrpSpPr>
      <p:grpSpPr>
        <a:xfrm>
          <a:off x="0" y="0"/>
          <a:ext cx="0" cy="0"/>
          <a:chOff x="0" y="0"/>
          <a:chExt cx="0" cy="0"/>
        </a:xfrm>
      </p:grpSpPr>
      <p:sp>
        <p:nvSpPr>
          <p:cNvPr id="287" name="Google Shape;287;g1343706a5ce_0_131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8" name="Shape 288"/>
        <p:cNvGrpSpPr/>
        <p:nvPr/>
      </p:nvGrpSpPr>
      <p:grpSpPr>
        <a:xfrm>
          <a:off x="0" y="0"/>
          <a:ext cx="0" cy="0"/>
          <a:chOff x="0" y="0"/>
          <a:chExt cx="0" cy="0"/>
        </a:xfrm>
      </p:grpSpPr>
      <p:sp>
        <p:nvSpPr>
          <p:cNvPr id="289" name="Google Shape;289;g1343706a5ce_0_1316"/>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0" name="Shape 290"/>
        <p:cNvGrpSpPr/>
        <p:nvPr/>
      </p:nvGrpSpPr>
      <p:grpSpPr>
        <a:xfrm>
          <a:off x="0" y="0"/>
          <a:ext cx="0" cy="0"/>
          <a:chOff x="0" y="0"/>
          <a:chExt cx="0" cy="0"/>
        </a:xfrm>
      </p:grpSpPr>
      <p:sp>
        <p:nvSpPr>
          <p:cNvPr id="291" name="Google Shape;291;g1343706a5ce_0_131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2" name="Google Shape;292;g1343706a5ce_0_131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93" name="Google Shape;293;g1343706a5ce_0_1318"/>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94" name="Google Shape;294;g1343706a5ce_0_1318"/>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5" name="Shape 295"/>
        <p:cNvGrpSpPr/>
        <p:nvPr/>
      </p:nvGrpSpPr>
      <p:grpSpPr>
        <a:xfrm>
          <a:off x="0" y="0"/>
          <a:ext cx="0" cy="0"/>
          <a:chOff x="0" y="0"/>
          <a:chExt cx="0" cy="0"/>
        </a:xfrm>
      </p:grpSpPr>
      <p:sp>
        <p:nvSpPr>
          <p:cNvPr id="296" name="Google Shape;296;g1343706a5ce_0_132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7" name="Google Shape;297;g1343706a5ce_0_132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98" name="Google Shape;298;g1343706a5ce_0_1323"/>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299" name="Google Shape;299;g1343706a5ce_0_1323"/>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00" name="Shape 300"/>
        <p:cNvGrpSpPr/>
        <p:nvPr/>
      </p:nvGrpSpPr>
      <p:grpSpPr>
        <a:xfrm>
          <a:off x="0" y="0"/>
          <a:ext cx="0" cy="0"/>
          <a:chOff x="0" y="0"/>
          <a:chExt cx="0" cy="0"/>
        </a:xfrm>
      </p:grpSpPr>
      <p:sp>
        <p:nvSpPr>
          <p:cNvPr id="301" name="Google Shape;301;g1343706a5ce_0_132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2" name="Google Shape;302;g1343706a5ce_0_132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03" name="Google Shape;303;g1343706a5ce_0_1328"/>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04" name="Google Shape;304;g1343706a5ce_0_1328"/>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05" name="Shape 305"/>
        <p:cNvGrpSpPr/>
        <p:nvPr/>
      </p:nvGrpSpPr>
      <p:grpSpPr>
        <a:xfrm>
          <a:off x="0" y="0"/>
          <a:ext cx="0" cy="0"/>
          <a:chOff x="0" y="0"/>
          <a:chExt cx="0" cy="0"/>
        </a:xfrm>
      </p:grpSpPr>
      <p:sp>
        <p:nvSpPr>
          <p:cNvPr id="306" name="Google Shape;306;g1343706a5ce_0_133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7" name="Google Shape;307;g1343706a5ce_0_1333"/>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08" name="Google Shape;308;g1343706a5ce_0_1333"/>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09" name="Shape 309"/>
        <p:cNvGrpSpPr/>
        <p:nvPr/>
      </p:nvGrpSpPr>
      <p:grpSpPr>
        <a:xfrm>
          <a:off x="0" y="0"/>
          <a:ext cx="0" cy="0"/>
          <a:chOff x="0" y="0"/>
          <a:chExt cx="0" cy="0"/>
        </a:xfrm>
      </p:grpSpPr>
      <p:sp>
        <p:nvSpPr>
          <p:cNvPr id="310" name="Google Shape;310;g1343706a5ce_0_133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1" name="Google Shape;311;g1343706a5ce_0_1337"/>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12" name="Google Shape;312;g1343706a5ce_0_133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13" name="Google Shape;313;g1343706a5ce_0_1337"/>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14" name="Google Shape;314;g1343706a5ce_0_1337"/>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15" name="Shape 315"/>
        <p:cNvGrpSpPr/>
        <p:nvPr/>
      </p:nvGrpSpPr>
      <p:grpSpPr>
        <a:xfrm>
          <a:off x="0" y="0"/>
          <a:ext cx="0" cy="0"/>
          <a:chOff x="0" y="0"/>
          <a:chExt cx="0" cy="0"/>
        </a:xfrm>
      </p:grpSpPr>
      <p:sp>
        <p:nvSpPr>
          <p:cNvPr id="316" name="Google Shape;316;g1343706a5ce_0_134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7" name="Google Shape;317;g1343706a5ce_0_1343"/>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18" name="Google Shape;318;g1343706a5ce_0_1343"/>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19" name="Google Shape;319;g1343706a5ce_0_1343"/>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20" name="Google Shape;320;g1343706a5ce_0_1343"/>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21" name="Google Shape;321;g1343706a5ce_0_1343"/>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322" name="Google Shape;322;g1343706a5ce_0_1343"/>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4.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22.jp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5.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 Type="http://schemas.openxmlformats.org/officeDocument/2006/relationships/image" Target="../media/image25.png"/><Relationship Id="rId2" Type="http://schemas.openxmlformats.org/officeDocument/2006/relationships/image" Target="../media/image20.png"/><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5" Type="http://schemas.openxmlformats.org/officeDocument/2006/relationships/theme" Target="../theme/theme6.xml"/><Relationship Id="rId14" Type="http://schemas.openxmlformats.org/officeDocument/2006/relationships/slideLayout" Target="../slideLayouts/slideLayout3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 Type="http://schemas.openxmlformats.org/officeDocument/2006/relationships/image" Target="../media/image21.jpg"/><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3.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g133e68395f5_0_390"/>
          <p:cNvSpPr txBox="1"/>
          <p:nvPr>
            <p:ph idx="1" type="body"/>
          </p:nvPr>
        </p:nvSpPr>
        <p:spPr>
          <a:xfrm>
            <a:off x="646721" y="2009562"/>
            <a:ext cx="18810600" cy="8472600"/>
          </a:xfrm>
          <a:prstGeom prst="rect">
            <a:avLst/>
          </a:prstGeom>
          <a:noFill/>
          <a:ln>
            <a:noFill/>
          </a:ln>
        </p:spPr>
        <p:txBody>
          <a:bodyPr anchorCtr="0" anchor="t" bIns="92100" lIns="181400" spcFirstLastPara="1" rIns="184250" wrap="square" tIns="92100">
            <a:noAutofit/>
          </a:bodyPr>
          <a:lstStyle>
            <a:lvl1pPr indent="-584200" lvl="0" marL="457200" marR="0" rtl="0" algn="l">
              <a:lnSpc>
                <a:spcPct val="90000"/>
              </a:lnSpc>
              <a:spcBef>
                <a:spcPts val="2000"/>
              </a:spcBef>
              <a:spcAft>
                <a:spcPts val="0"/>
              </a:spcAft>
              <a:buClr>
                <a:srgbClr val="DE3075"/>
              </a:buClr>
              <a:buSzPts val="5600"/>
              <a:buFont typeface="Franklin Gothic"/>
              <a:buChar char="»"/>
              <a:defRPr b="0" i="0" sz="4800" u="none" cap="none" strike="noStrike">
                <a:solidFill>
                  <a:srgbClr val="818990"/>
                </a:solidFill>
                <a:latin typeface="Franklin Gothic"/>
                <a:ea typeface="Franklin Gothic"/>
                <a:cs typeface="Franklin Gothic"/>
                <a:sym typeface="Franklin Gothic"/>
              </a:defRPr>
            </a:lvl1pPr>
            <a:lvl2pPr indent="-533400" lvl="1" marL="914400" marR="0" rtl="0" algn="l">
              <a:lnSpc>
                <a:spcPct val="90000"/>
              </a:lnSpc>
              <a:spcBef>
                <a:spcPts val="1000"/>
              </a:spcBef>
              <a:spcAft>
                <a:spcPts val="0"/>
              </a:spcAft>
              <a:buClr>
                <a:schemeClr val="accent2"/>
              </a:buClr>
              <a:buSzPts val="4800"/>
              <a:buFont typeface="Franklin Gothic"/>
              <a:buChar char="•"/>
              <a:defRPr b="0" i="0" sz="4000" u="none" cap="none" strike="noStrike">
                <a:solidFill>
                  <a:srgbClr val="818990"/>
                </a:solidFill>
                <a:latin typeface="Franklin Gothic"/>
                <a:ea typeface="Franklin Gothic"/>
                <a:cs typeface="Franklin Gothic"/>
                <a:sym typeface="Franklin Gothic"/>
              </a:defRPr>
            </a:lvl2pPr>
            <a:lvl3pPr indent="-457200" lvl="2" marL="1371600" marR="0" rtl="0" algn="l">
              <a:lnSpc>
                <a:spcPct val="90000"/>
              </a:lnSpc>
              <a:spcBef>
                <a:spcPts val="1000"/>
              </a:spcBef>
              <a:spcAft>
                <a:spcPts val="0"/>
              </a:spcAft>
              <a:buClr>
                <a:schemeClr val="dk2"/>
              </a:buClr>
              <a:buSzPts val="3600"/>
              <a:buFont typeface="Franklin Gothic"/>
              <a:buChar char="○"/>
              <a:defRPr b="0" i="0" sz="3600" u="none" cap="none" strike="noStrike">
                <a:solidFill>
                  <a:schemeClr val="dk2"/>
                </a:solidFill>
                <a:latin typeface="Franklin Gothic"/>
                <a:ea typeface="Franklin Gothic"/>
                <a:cs typeface="Franklin Gothic"/>
                <a:sym typeface="Franklin Gothic"/>
              </a:defRPr>
            </a:lvl3pPr>
            <a:lvl4pPr indent="-431800" lvl="3" marL="1828800" marR="0" rtl="0" algn="l">
              <a:lnSpc>
                <a:spcPct val="90000"/>
              </a:lnSpc>
              <a:spcBef>
                <a:spcPts val="1000"/>
              </a:spcBef>
              <a:spcAft>
                <a:spcPts val="0"/>
              </a:spcAft>
              <a:buClr>
                <a:schemeClr val="dk2"/>
              </a:buClr>
              <a:buSzPts val="3200"/>
              <a:buFont typeface="Franklin Gothic"/>
              <a:buChar char="•"/>
              <a:defRPr b="0" i="0" sz="3200" u="none" cap="none" strike="noStrike">
                <a:solidFill>
                  <a:schemeClr val="dk2"/>
                </a:solidFill>
                <a:latin typeface="Franklin Gothic"/>
                <a:ea typeface="Franklin Gothic"/>
                <a:cs typeface="Franklin Gothic"/>
                <a:sym typeface="Franklin Gothic"/>
              </a:defRPr>
            </a:lvl4pPr>
            <a:lvl5pPr indent="-406400" lvl="4" marL="2286000" marR="0" rtl="0" algn="l">
              <a:lnSpc>
                <a:spcPct val="90000"/>
              </a:lnSpc>
              <a:spcBef>
                <a:spcPts val="1000"/>
              </a:spcBef>
              <a:spcAft>
                <a:spcPts val="0"/>
              </a:spcAft>
              <a:buClr>
                <a:schemeClr val="dk2"/>
              </a:buClr>
              <a:buSzPts val="2800"/>
              <a:buFont typeface="Franklin Gothic"/>
              <a:buChar char="•"/>
              <a:defRPr b="0" i="0" sz="2800" u="none" cap="none" strike="noStrike">
                <a:solidFill>
                  <a:schemeClr val="dk2"/>
                </a:solidFill>
                <a:latin typeface="Franklin Gothic"/>
                <a:ea typeface="Franklin Gothic"/>
                <a:cs typeface="Franklin Gothic"/>
                <a:sym typeface="Franklin Gothic"/>
              </a:defRPr>
            </a:lvl5pPr>
            <a:lvl6pPr indent="-381000" lvl="5" marL="2743200" marR="0" rtl="0" algn="l">
              <a:lnSpc>
                <a:spcPct val="90000"/>
              </a:lnSpc>
              <a:spcBef>
                <a:spcPts val="1000"/>
              </a:spcBef>
              <a:spcAft>
                <a:spcPts val="0"/>
              </a:spcAft>
              <a:buClr>
                <a:schemeClr val="dk2"/>
              </a:buClr>
              <a:buSzPts val="2400"/>
              <a:buFont typeface="Franklin Gothic"/>
              <a:buChar char="•"/>
              <a:defRPr b="0" i="0" sz="2400" u="none" cap="none" strike="noStrike">
                <a:solidFill>
                  <a:schemeClr val="dk2"/>
                </a:solidFill>
                <a:latin typeface="Franklin Gothic"/>
                <a:ea typeface="Franklin Gothic"/>
                <a:cs typeface="Franklin Gothic"/>
                <a:sym typeface="Franklin Gothic"/>
              </a:defRPr>
            </a:lvl6pPr>
            <a:lvl7pPr indent="-355600" lvl="6" marL="3200400" marR="0" rtl="0" algn="l">
              <a:lnSpc>
                <a:spcPct val="90000"/>
              </a:lnSpc>
              <a:spcBef>
                <a:spcPts val="1000"/>
              </a:spcBef>
              <a:spcAft>
                <a:spcPts val="0"/>
              </a:spcAft>
              <a:buClr>
                <a:schemeClr val="dk2"/>
              </a:buClr>
              <a:buSzPts val="2000"/>
              <a:buFont typeface="Franklin Gothic"/>
              <a:buChar char="•"/>
              <a:defRPr b="0" i="0" sz="2000" u="none" cap="none" strike="noStrike">
                <a:solidFill>
                  <a:schemeClr val="dk2"/>
                </a:solidFill>
                <a:latin typeface="Franklin Gothic"/>
                <a:ea typeface="Franklin Gothic"/>
                <a:cs typeface="Franklin Gothic"/>
                <a:sym typeface="Franklin Gothic"/>
              </a:defRPr>
            </a:lvl7pPr>
            <a:lvl8pPr indent="-330200" lvl="7" marL="3657600" marR="0" rtl="0" algn="l">
              <a:lnSpc>
                <a:spcPct val="90000"/>
              </a:lnSpc>
              <a:spcBef>
                <a:spcPts val="1000"/>
              </a:spcBef>
              <a:spcAft>
                <a:spcPts val="0"/>
              </a:spcAft>
              <a:buClr>
                <a:schemeClr val="dk2"/>
              </a:buClr>
              <a:buSzPts val="1600"/>
              <a:buFont typeface="Franklin Gothic"/>
              <a:buChar char="•"/>
              <a:defRPr b="0" i="0" sz="1600" u="none" cap="none" strike="noStrike">
                <a:solidFill>
                  <a:schemeClr val="dk2"/>
                </a:solidFill>
                <a:latin typeface="Franklin Gothic"/>
                <a:ea typeface="Franklin Gothic"/>
                <a:cs typeface="Franklin Gothic"/>
                <a:sym typeface="Franklin Gothic"/>
              </a:defRPr>
            </a:lvl8pPr>
            <a:lvl9pPr indent="-304800" lvl="8" marL="4114800" marR="0" rtl="0" algn="l">
              <a:lnSpc>
                <a:spcPct val="90000"/>
              </a:lnSpc>
              <a:spcBef>
                <a:spcPts val="1000"/>
              </a:spcBef>
              <a:spcAft>
                <a:spcPts val="0"/>
              </a:spcAft>
              <a:buClr>
                <a:schemeClr val="dk2"/>
              </a:buClr>
              <a:buSzPts val="1200"/>
              <a:buFont typeface="Franklin Gothic"/>
              <a:buChar char="•"/>
              <a:defRPr b="0" i="0" sz="1200" u="none" cap="none" strike="noStrike">
                <a:solidFill>
                  <a:schemeClr val="dk2"/>
                </a:solidFill>
                <a:latin typeface="Franklin Gothic"/>
                <a:ea typeface="Franklin Gothic"/>
                <a:cs typeface="Franklin Gothic"/>
                <a:sym typeface="Franklin Gothic"/>
              </a:defRPr>
            </a:lvl9pPr>
          </a:lstStyle>
          <a:p/>
        </p:txBody>
      </p:sp>
      <p:sp>
        <p:nvSpPr>
          <p:cNvPr id="104" name="Google Shape;104;g133e68395f5_0_390"/>
          <p:cNvSpPr txBox="1"/>
          <p:nvPr>
            <p:ph idx="12" type="sldNum"/>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
        <p:nvSpPr>
          <p:cNvPr id="105" name="Google Shape;105;g133e68395f5_0_390"/>
          <p:cNvSpPr txBox="1"/>
          <p:nvPr>
            <p:ph type="title"/>
          </p:nvPr>
        </p:nvSpPr>
        <p:spPr>
          <a:xfrm>
            <a:off x="3877690" y="350799"/>
            <a:ext cx="14844600" cy="1340700"/>
          </a:xfrm>
          <a:prstGeom prst="rect">
            <a:avLst/>
          </a:prstGeom>
          <a:noFill/>
          <a:ln>
            <a:noFill/>
          </a:ln>
        </p:spPr>
        <p:txBody>
          <a:bodyPr anchorCtr="0" anchor="t" bIns="92100" lIns="184250" spcFirstLastPara="1" rIns="184250" wrap="square" tIns="92100">
            <a:noAutofit/>
          </a:bodyPr>
          <a:lstStyle>
            <a:lvl1pPr lvl="0" marR="0" rtl="0" algn="l">
              <a:lnSpc>
                <a:spcPct val="9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g1343706a5ce_0_1075"/>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9" name="Google Shape;159;g1343706a5ce_0_1075"/>
          <p:cNvSpPr/>
          <p:nvPr/>
        </p:nvSpPr>
        <p:spPr>
          <a:xfrm>
            <a:off x="1694602" y="350857"/>
            <a:ext cx="1986000" cy="13398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0" name="Google Shape;160;g1343706a5ce_0_1075"/>
          <p:cNvSpPr/>
          <p:nvPr/>
        </p:nvSpPr>
        <p:spPr>
          <a:xfrm>
            <a:off x="322141" y="350857"/>
            <a:ext cx="1986000" cy="1339800"/>
          </a:xfrm>
          <a:prstGeom prst="parallelogram">
            <a:avLst>
              <a:gd fmla="val 45310" name="adj"/>
            </a:avLst>
          </a:prstGeom>
          <a:gradFill>
            <a:gsLst>
              <a:gs pos="0">
                <a:srgbClr val="81888F"/>
              </a:gs>
              <a:gs pos="35000">
                <a:srgbClr val="81888F"/>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1" name="Google Shape;161;g1343706a5ce_0_1075"/>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pic>
        <p:nvPicPr>
          <p:cNvPr id="162" name="Google Shape;162;g1343706a5ce_0_1075"/>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163" name="Google Shape;163;g1343706a5ce_0_1075"/>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4" name="Google Shape;164;g1343706a5ce_0_1075"/>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814"/>
        </a:solidFill>
      </p:bgPr>
    </p:bg>
    <p:spTree>
      <p:nvGrpSpPr>
        <p:cNvPr id="213" name="Shape 213"/>
        <p:cNvGrpSpPr/>
        <p:nvPr/>
      </p:nvGrpSpPr>
      <p:grpSpPr>
        <a:xfrm>
          <a:off x="0" y="0"/>
          <a:ext cx="0" cy="0"/>
          <a:chOff x="0" y="0"/>
          <a:chExt cx="0" cy="0"/>
        </a:xfrm>
      </p:grpSpPr>
      <p:sp>
        <p:nvSpPr>
          <p:cNvPr id="214" name="Google Shape;214;g1343706a5ce_0_1241"/>
          <p:cNvSpPr/>
          <p:nvPr/>
        </p:nvSpPr>
        <p:spPr>
          <a:xfrm flipH="1" rot="10800000">
            <a:off x="0" y="-169"/>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15" name="Google Shape;215;g1343706a5ce_0_1241"/>
          <p:cNvPicPr preferRelativeResize="0"/>
          <p:nvPr/>
        </p:nvPicPr>
        <p:blipFill rotWithShape="1">
          <a:blip r:embed="rId1">
            <a:alphaModFix/>
          </a:blip>
          <a:srcRect b="0" l="0" r="0" t="0"/>
          <a:stretch/>
        </p:blipFill>
        <p:spPr>
          <a:xfrm>
            <a:off x="11382561" y="306926"/>
            <a:ext cx="6285744" cy="990829"/>
          </a:xfrm>
          <a:prstGeom prst="rect">
            <a:avLst/>
          </a:prstGeom>
          <a:noFill/>
          <a:ln>
            <a:noFill/>
          </a:ln>
        </p:spPr>
      </p:pic>
      <p:sp>
        <p:nvSpPr>
          <p:cNvPr id="216" name="Google Shape;216;g1343706a5ce_0_1241"/>
          <p:cNvSpPr/>
          <p:nvPr/>
        </p:nvSpPr>
        <p:spPr>
          <a:xfrm>
            <a:off x="0" y="0"/>
            <a:ext cx="10364348"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blipFill rotWithShape="1">
            <a:blip r:embed="rId2">
              <a:alphaModFix/>
            </a:blip>
            <a:stretch>
              <a:fillRect b="0" l="0" r="0" t="0"/>
            </a:stretch>
          </a:blip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17" name="Google Shape;217;g1343706a5ce_0_1241"/>
          <p:cNvSpPr txBox="1"/>
          <p:nvPr>
            <p:ph type="title"/>
          </p:nvPr>
        </p:nvSpPr>
        <p:spPr>
          <a:xfrm>
            <a:off x="6605859" y="5732445"/>
            <a:ext cx="13181700" cy="2642700"/>
          </a:xfrm>
          <a:prstGeom prst="rect">
            <a:avLst/>
          </a:prstGeom>
          <a:noFill/>
          <a:ln>
            <a:noFill/>
          </a:ln>
        </p:spPr>
        <p:txBody>
          <a:bodyPr anchorCtr="0" anchor="t"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18" name="Google Shape;218;g1343706a5ce_0_1241"/>
          <p:cNvSpPr txBox="1"/>
          <p:nvPr>
            <p:ph idx="1" type="body"/>
          </p:nvPr>
        </p:nvSpPr>
        <p:spPr>
          <a:xfrm>
            <a:off x="1005205" y="2645972"/>
            <a:ext cx="18093000" cy="6558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g1343706a5ce_0_1295"/>
          <p:cNvSpPr/>
          <p:nvPr/>
        </p:nvSpPr>
        <p:spPr>
          <a:xfrm>
            <a:off x="1694602" y="350857"/>
            <a:ext cx="1986000" cy="13398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9" name="Google Shape;269;g1343706a5ce_0_1295"/>
          <p:cNvSpPr/>
          <p:nvPr/>
        </p:nvSpPr>
        <p:spPr>
          <a:xfrm>
            <a:off x="322141" y="350857"/>
            <a:ext cx="1986000" cy="1339800"/>
          </a:xfrm>
          <a:prstGeom prst="parallelogram">
            <a:avLst>
              <a:gd fmla="val 45310" name="adj"/>
            </a:avLst>
          </a:prstGeom>
          <a:gradFill>
            <a:gsLst>
              <a:gs pos="0">
                <a:srgbClr val="DE3075"/>
              </a:gs>
              <a:gs pos="35000">
                <a:srgbClr val="DE3075"/>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70" name="Google Shape;270;g1343706a5ce_0_1295"/>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271" name="Google Shape;271;g1343706a5ce_0_1295"/>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72" name="Google Shape;272;g1343706a5ce_0_1295"/>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3" name="Google Shape;273;g1343706a5ce_0_1295"/>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74" name="Google Shape;274;g1343706a5ce_0_1295"/>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36.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youtube.com/watch?v=CM40fx1EzQM" TargetMode="External"/><Relationship Id="rId4" Type="http://schemas.openxmlformats.org/officeDocument/2006/relationships/image" Target="../media/image1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 Id="rId3"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hyperlink" Target="http://www.youtube.com/watch?v=Ox-9eOc3bQU" TargetMode="External"/><Relationship Id="rId5" Type="http://schemas.openxmlformats.org/officeDocument/2006/relationships/image" Target="../media/image3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SIY6122</a:t>
            </a:r>
            <a:endParaRPr/>
          </a:p>
        </p:txBody>
      </p:sp>
      <p:sp>
        <p:nvSpPr>
          <p:cNvPr id="328" name="Google Shape;328;p1"/>
          <p:cNvSpPr txBox="1"/>
          <p:nvPr>
            <p:ph idx="2" type="body"/>
          </p:nvPr>
        </p:nvSpPr>
        <p:spPr>
          <a:xfrm>
            <a:off x="4718050" y="4103439"/>
            <a:ext cx="11430000" cy="2641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CL" sz="5700">
                <a:latin typeface="Calibri"/>
                <a:ea typeface="Calibri"/>
                <a:cs typeface="Calibri"/>
                <a:sym typeface="Calibri"/>
              </a:rPr>
              <a:t>1.2.1 Programando dispositivos para el IoT: Python Raspberry</a:t>
            </a:r>
            <a:endParaRPr sz="2050">
              <a:solidFill>
                <a:schemeClr val="dk1"/>
              </a:solidFill>
            </a:endParaRPr>
          </a:p>
          <a:p>
            <a:pPr indent="0" lvl="0" marL="0" rtl="0" algn="ctr">
              <a:lnSpc>
                <a:spcPct val="100000"/>
              </a:lnSpc>
              <a:spcBef>
                <a:spcPts val="0"/>
              </a:spcBef>
              <a:spcAft>
                <a:spcPts val="0"/>
              </a:spcAft>
              <a:buSzPts val="1400"/>
              <a:buNone/>
            </a:pPr>
            <a:r>
              <a:t/>
            </a:r>
            <a:endParaRPr sz="6900"/>
          </a:p>
        </p:txBody>
      </p:sp>
      <p:sp>
        <p:nvSpPr>
          <p:cNvPr id="329" name="Google Shape;329;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1343706a5ce_0_1631"/>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Programación de dispositivos IoT</a:t>
            </a:r>
            <a:endParaRPr/>
          </a:p>
        </p:txBody>
      </p:sp>
      <p:sp>
        <p:nvSpPr>
          <p:cNvPr id="335" name="Google Shape;335;g1343706a5ce_0_1631"/>
          <p:cNvSpPr txBox="1"/>
          <p:nvPr>
            <p:ph idx="1" type="body"/>
          </p:nvPr>
        </p:nvSpPr>
        <p:spPr>
          <a:xfrm>
            <a:off x="646725" y="2009550"/>
            <a:ext cx="18810600" cy="5674200"/>
          </a:xfrm>
          <a:prstGeom prst="rect">
            <a:avLst/>
          </a:prstGeom>
          <a:noFill/>
          <a:ln>
            <a:noFill/>
          </a:ln>
        </p:spPr>
        <p:txBody>
          <a:bodyPr anchorCtr="0" anchor="t" bIns="92100" lIns="184250" spcFirstLastPara="1" rIns="184250" wrap="square" tIns="92100">
            <a:noAutofit/>
          </a:bodyPr>
          <a:lstStyle/>
          <a:p>
            <a:pPr indent="-469900" lvl="0" marL="927100" marR="0" rtl="0" algn="l">
              <a:lnSpc>
                <a:spcPct val="90000"/>
              </a:lnSpc>
              <a:spcBef>
                <a:spcPts val="2000"/>
              </a:spcBef>
              <a:spcAft>
                <a:spcPts val="0"/>
              </a:spcAft>
              <a:buClr>
                <a:srgbClr val="DE3075"/>
              </a:buClr>
              <a:buSzPts val="5600"/>
              <a:buFont typeface="Franklin Gothic"/>
              <a:buNone/>
            </a:pPr>
            <a:r>
              <a:t/>
            </a:r>
            <a:endParaRPr>
              <a:latin typeface="Calibri"/>
              <a:ea typeface="Calibri"/>
              <a:cs typeface="Calibri"/>
              <a:sym typeface="Calibri"/>
            </a:endParaRPr>
          </a:p>
          <a:p>
            <a:pPr indent="-457200" lvl="5" marL="5524500" rtl="0" algn="l">
              <a:lnSpc>
                <a:spcPct val="90000"/>
              </a:lnSpc>
              <a:spcBef>
                <a:spcPts val="1000"/>
              </a:spcBef>
              <a:spcAft>
                <a:spcPts val="0"/>
              </a:spcAft>
              <a:buSzPts val="2400"/>
              <a:buNone/>
            </a:pPr>
            <a:r>
              <a:t/>
            </a:r>
            <a:endParaRPr>
              <a:latin typeface="Calibri"/>
              <a:ea typeface="Calibri"/>
              <a:cs typeface="Calibri"/>
              <a:sym typeface="Calibri"/>
            </a:endParaRPr>
          </a:p>
        </p:txBody>
      </p:sp>
      <p:sp>
        <p:nvSpPr>
          <p:cNvPr id="336" name="Google Shape;336;g1343706a5ce_0_1631"/>
          <p:cNvSpPr/>
          <p:nvPr/>
        </p:nvSpPr>
        <p:spPr>
          <a:xfrm>
            <a:off x="1061050" y="2239975"/>
            <a:ext cx="17946000" cy="58368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lang="es-CL" sz="2800"/>
              <a:t>Todo el mundo, cada día, utiliza la tecnología. La mayoría de nosotros deja la programación a ingenieros porque pensamos que programar y la electrónica son complicadas y difíciles de entender. En la actualidad estas actividades pueden ser divertidas y excitantes. Gracias a Arduino, diseñadores, artistas, personas con un hobby y estudiantes de todas las edades están aprendiendo a crear cosas que se iluminan, mueven y responden ante personas, animales, plantas y el resto del mundo.</a:t>
            </a:r>
            <a:endParaRPr sz="2800"/>
          </a:p>
          <a:p>
            <a:pPr indent="0" lvl="0" marL="0" marR="0" rtl="0" algn="ctr">
              <a:lnSpc>
                <a:spcPct val="100000"/>
              </a:lnSpc>
              <a:spcBef>
                <a:spcPts val="0"/>
              </a:spcBef>
              <a:spcAft>
                <a:spcPts val="0"/>
              </a:spcAft>
              <a:buNone/>
            </a:pPr>
            <a:r>
              <a:t/>
            </a:r>
            <a:endParaRPr sz="2800"/>
          </a:p>
          <a:p>
            <a:pPr indent="0" lvl="0" marL="0" marR="0" rtl="0" algn="ctr">
              <a:lnSpc>
                <a:spcPct val="100000"/>
              </a:lnSpc>
              <a:spcBef>
                <a:spcPts val="0"/>
              </a:spcBef>
              <a:spcAft>
                <a:spcPts val="0"/>
              </a:spcAft>
              <a:buNone/>
            </a:pPr>
            <a:r>
              <a:rPr lang="es-CL" sz="2800"/>
              <a:t>Durante años Arduino ha sido usado como “cerebro” en miles de proyectos, cada uno más creativo que el anterior. Una comunidad de colaboradores a nivel mundial ha participado en esta plataforma de código abierto desde personas dedicadas a la programación, fabricantes, los cuales hán contribuido a crear un nuevo mundo de participación, cooperación y colaboración.</a:t>
            </a:r>
            <a:endParaRPr sz="2800"/>
          </a:p>
          <a:p>
            <a:pPr indent="0" lvl="0" marL="0" marR="0" rtl="0" algn="just">
              <a:lnSpc>
                <a:spcPct val="100000"/>
              </a:lnSpc>
              <a:spcBef>
                <a:spcPts val="0"/>
              </a:spcBef>
              <a:spcAft>
                <a:spcPts val="0"/>
              </a:spcAft>
              <a:buNone/>
            </a:pPr>
            <a:r>
              <a:t/>
            </a:r>
            <a:endParaRPr sz="2800"/>
          </a:p>
          <a:p>
            <a:pPr indent="0" lvl="0" marL="0" marR="0" rtl="0" algn="ctr">
              <a:lnSpc>
                <a:spcPct val="100000"/>
              </a:lnSpc>
              <a:spcBef>
                <a:spcPts val="0"/>
              </a:spcBef>
              <a:spcAft>
                <a:spcPts val="0"/>
              </a:spcAft>
              <a:buNone/>
            </a:pPr>
            <a:r>
              <a:rPr lang="es-CL" sz="2800"/>
              <a:t>Arduino es abierto y simple.</a:t>
            </a:r>
            <a:endParaRPr sz="2800"/>
          </a:p>
          <a:p>
            <a:pPr indent="0" lvl="0" marL="0" marR="0" rtl="0" algn="just">
              <a:lnSpc>
                <a:spcPct val="100000"/>
              </a:lnSpc>
              <a:spcBef>
                <a:spcPts val="0"/>
              </a:spcBef>
              <a:spcAft>
                <a:spcPts val="0"/>
              </a:spcAft>
              <a:buNone/>
            </a:pPr>
            <a:r>
              <a:t/>
            </a:r>
            <a:endParaRPr sz="2800"/>
          </a:p>
        </p:txBody>
      </p:sp>
      <p:pic>
        <p:nvPicPr>
          <p:cNvPr id="337" name="Google Shape;337;g1343706a5ce_0_1631"/>
          <p:cNvPicPr preferRelativeResize="0"/>
          <p:nvPr/>
        </p:nvPicPr>
        <p:blipFill>
          <a:blip r:embed="rId3">
            <a:alphaModFix/>
          </a:blip>
          <a:stretch>
            <a:fillRect/>
          </a:stretch>
        </p:blipFill>
        <p:spPr>
          <a:xfrm>
            <a:off x="13495075" y="6968850"/>
            <a:ext cx="5351500" cy="3739750"/>
          </a:xfrm>
          <a:prstGeom prst="rect">
            <a:avLst/>
          </a:prstGeom>
          <a:noFill/>
          <a:ln>
            <a:noFill/>
          </a:ln>
        </p:spPr>
      </p:pic>
      <p:pic>
        <p:nvPicPr>
          <p:cNvPr id="338" name="Google Shape;338;g1343706a5ce_0_1631"/>
          <p:cNvPicPr preferRelativeResize="0"/>
          <p:nvPr/>
        </p:nvPicPr>
        <p:blipFill>
          <a:blip r:embed="rId4">
            <a:alphaModFix/>
          </a:blip>
          <a:stretch>
            <a:fillRect/>
          </a:stretch>
        </p:blipFill>
        <p:spPr>
          <a:xfrm>
            <a:off x="3731700" y="7338525"/>
            <a:ext cx="3286125" cy="2667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133e68395f5_0_46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Arduino</a:t>
            </a:r>
            <a:endParaRPr/>
          </a:p>
        </p:txBody>
      </p:sp>
      <p:sp>
        <p:nvSpPr>
          <p:cNvPr id="344" name="Google Shape;344;g133e68395f5_0_466"/>
          <p:cNvSpPr txBox="1"/>
          <p:nvPr>
            <p:ph idx="2" type="body"/>
          </p:nvPr>
        </p:nvSpPr>
        <p:spPr>
          <a:xfrm>
            <a:off x="574675" y="2911475"/>
            <a:ext cx="7240800" cy="892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2900"/>
              <a:t>Veamos un ejemplo de proyecto IoT</a:t>
            </a:r>
            <a:endParaRPr sz="2900"/>
          </a:p>
          <a:p>
            <a:pPr indent="0" lvl="0" marL="0" rtl="0" algn="ctr">
              <a:lnSpc>
                <a:spcPct val="100000"/>
              </a:lnSpc>
              <a:spcBef>
                <a:spcPts val="0"/>
              </a:spcBef>
              <a:spcAft>
                <a:spcPts val="0"/>
              </a:spcAft>
              <a:buSzPts val="1400"/>
              <a:buNone/>
            </a:pPr>
            <a:r>
              <a:rPr lang="es-CL" sz="2900"/>
              <a:t>con Arduino</a:t>
            </a:r>
            <a:endParaRPr sz="2900"/>
          </a:p>
        </p:txBody>
      </p:sp>
      <p:pic>
        <p:nvPicPr>
          <p:cNvPr descr="PCBWay con $5 fabricar PCB &amp; en solo 2 días en https://www.pcbway.es&#10;PCBWay regala premio de $1000 en el concurso PCBWAY de diseños: https://www.pcbway.com/project/PCB_DESIGN_CONTEST.aspx&#10;&#10;&#10;Abrir la puerta con estilo. Un servo conectado al pestillo abrirá la puerta con un Arduino. También con bluetooth si quieres. Tienes todo abajo listo para descargar&#10;&#10;&#10;Ayudame en Patreon : https://www.patreon.com/ELECTRONOOBS&#10;Preguntas y respuestas: http://electronoobs.com/eng_preguntas.php&#10;English channel: https://www.youtube.com/channel/UCjiVhIvGmRZixSzupD0sS9Q&#10;&#10;&#10;ENLACES&#10;___________________________&#10;Página tutorial : http://www.electronoobs.com/eng_arduino_tut11.php&#10;Video crear tu App: https://www.youtube.com/watch?v=evVRCL9-TWs&#10;Esquema con teclado: http://www.electronoobs.com/images/Arduino/tut_11/schematic.png&#10;Código cierre con Arduino: http://www.electronoobs.com/images/Arduino/tut_11/door_lock_code.zip&#10;Esquema Bluetooth+teclado: http://www.electronoobs.com/images/Arduino/tut_11/schematic_2.png&#10;Cófigo para Bluetooth : http://www.electronoobs.com/images/Arduino/tut_11/door_lock_bluetooth.zip&#10;&#10;Librería i2c para LCD: http://www.electronoobs.com/images/Arduino/tut_10/LiquidCrystal_I2C.zip&#10;Librería para teclado: http://www.electronoobs.com/images/Arduino/tut_11/keypad.zip&#10;&#10;Descarga la App de abrir puertas: http://www.electronoobs.com/images/Arduino/tut_11/door_lock_app.zip&#10;&#10;&#10;MATERIAL&#10;___________________________&#10;i2c LCD: http://www.ebay.com/itm/Yellow-Display-IIC-I2C-TWI-SP-I-Serial-Interface-1602-16X2-LCD-Module-TOP-/321558565771?hash=item4ade62538b:g:R4gAAOSwZVlXmX5q&#10;Servo motor: http://www.ebay.com/itm/SG9-Mini-Gear-Micro-9g-Servo-For-RC-Helicopter-Airplane-Car-Boat-Trex-45-HR-/252549972934?hash=item3acd26c3c6:g:S24AAOSwLF1X4g8A&#10;Arduino NANO: http://www.ebay.com/itm/Nano-V3-0-Mini-USB-ATmega328-5V-16M-Micro-controller-Board-CH340G-Arduino-Cable-/162002876661?hash=item25b81fb8f5:g:ARcAAOSwuzRXefjh&#10;Keypad: http://www.ebay.com/itm/4-x-4-AVR-16-Key-Matrix-Array-For-Arduino-HOT-Membrane-Switch-Keypad-Keyboard-/331913224309?hash=item4d4791e075:g:a2YAAOSwayZXjn1V&#10;Bluetooth module: http://www.ebay.com/itm/1pcs-HC-05-Wireless-Bluetooth-RF-Transceiver-Module-serial-RS232-TTL-for-arduino-/251886755046?hash=item3aa59edce6:g:6OUAAOSwrklVDCUp&#10;&#10;&#10;IMPRESORAS 3D FDM&#10;-------------------------------------&#10;All printers: http://bit.ly/2lPkaS7&#10;Tron X1 (only 89.5€): http://bit.ly/2kiqpx9&#10;Coupon: &quot;U363AD0D5558D000&quot;&#10;Creality Ender 3: http://bit.ly/2kLbJa7&#10;Coupon (169.9$): &quot;1J6X3Z40U1&quot;&#10;Alfawise U30 (145€): http://bit.ly/2kLtMNr&#10;Alfawise U20 (236€): http://bit.ly/2kBYZmi&#10;Alfawise U50 (181€): http://bit.ly/2kNSk8m&#10;Crealitu CR10 (345€): https://www.banggood.com/custlink/mvKma1cjDM&#10;Creality CR20 (363€): https://www.banggood.com/custlink/KvDml1pOvw&#10;TEVO Tarantula Pro (199€): http://bit.ly/2mcbeGn&#10;Anycubic MEGA- S (354€): http://bit.ly/2lSiQh8&#10;&#10;IMPRESORAS 3D RESINA&#10;-------------------------------------&#10;Anycubic Photon SLA (400€): https://www.banggood.com/custlink/mKDGjTcjyF&#10;Alfawise W10 SLA (245€): http://bit.ly/2lOiQPf&#10;Longer Orange 10 (208€): http://bit.ly/2mkgCaN&#10;&#10;&#10;&#10;&#10;Me gusta, subscribir y compartir para ayudarme. Gracias!" id="345" name="Google Shape;345;g133e68395f5_0_466" title="Pr#014 Cerrar puerta con Arduino | Teclado | bluetooth | PCBWay">
            <a:hlinkClick r:id="rId3"/>
          </p:cNvPr>
          <p:cNvPicPr preferRelativeResize="0"/>
          <p:nvPr/>
        </p:nvPicPr>
        <p:blipFill>
          <a:blip r:embed="rId4">
            <a:alphaModFix/>
          </a:blip>
          <a:stretch>
            <a:fillRect/>
          </a:stretch>
        </p:blipFill>
        <p:spPr>
          <a:xfrm>
            <a:off x="8947950" y="1546950"/>
            <a:ext cx="10107650" cy="758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7"/>
          <p:cNvSpPr txBox="1"/>
          <p:nvPr>
            <p:ph type="title"/>
          </p:nvPr>
        </p:nvSpPr>
        <p:spPr>
          <a:xfrm>
            <a:off x="1321990" y="8235994"/>
            <a:ext cx="6048300" cy="2493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Fundamentos de la programación para Arduino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1343706a5ce_0_87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Introducción</a:t>
            </a:r>
            <a:endParaRPr b="0" i="0" sz="6000" u="none" cap="none" strike="noStrike">
              <a:solidFill>
                <a:srgbClr val="000000"/>
              </a:solidFill>
              <a:latin typeface="Arial"/>
              <a:ea typeface="Arial"/>
              <a:cs typeface="Arial"/>
              <a:sym typeface="Arial"/>
            </a:endParaRPr>
          </a:p>
        </p:txBody>
      </p:sp>
      <p:sp>
        <p:nvSpPr>
          <p:cNvPr id="356" name="Google Shape;356;g1343706a5ce_0_879"/>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Programando en Arduino</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Lo primero que debemos resolver, es la instalación de un IDE que nos permita comunicar nuestro con código con la placa de desarrollo. Pero, que es un IDE?</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600">
                <a:solidFill>
                  <a:srgbClr val="818990"/>
                </a:solidFill>
                <a:latin typeface="Calibri"/>
                <a:ea typeface="Calibri"/>
                <a:cs typeface="Calibri"/>
                <a:sym typeface="Calibri"/>
              </a:rPr>
              <a:t>Un IDE (Entorno de Desarrollo Integrado) es una herramienta de software que proporciona un entorno de programación completo para los desarrolladores de software. Este conjunto de herramientas es utilizado para ayudar al desarrollo de software desde un mismo techo.</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Los programadores las emplean para escribir, probar y depurar sus programas de acuerdo con normas precisas. Para esto, incluye diferentes herramientas como editores de texto, depuradores o interfaces visuales adaptadas a varios lenguajes de programación.</a:t>
            </a:r>
            <a:endParaRPr sz="36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134f00f299f_0_7"/>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Programando en Arduino</a:t>
            </a:r>
            <a:endParaRPr b="0" i="0" sz="6000" u="none" cap="none" strike="noStrike">
              <a:solidFill>
                <a:srgbClr val="000000"/>
              </a:solidFill>
              <a:latin typeface="Arial"/>
              <a:ea typeface="Arial"/>
              <a:cs typeface="Arial"/>
              <a:sym typeface="Arial"/>
            </a:endParaRPr>
          </a:p>
        </p:txBody>
      </p:sp>
      <p:sp>
        <p:nvSpPr>
          <p:cNvPr id="362" name="Google Shape;362;g134f00f299f_0_7"/>
          <p:cNvSpPr txBox="1"/>
          <p:nvPr/>
        </p:nvSpPr>
        <p:spPr>
          <a:xfrm>
            <a:off x="646650" y="2009557"/>
            <a:ext cx="18810000" cy="3210000"/>
          </a:xfrm>
          <a:prstGeom prst="rect">
            <a:avLst/>
          </a:prstGeom>
          <a:noFill/>
          <a:ln>
            <a:noFill/>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Programando en Arduino</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Con el IDE de Arduino podemos escribir nuestro código de una forma muy fácil y sobre todo, con muchas ayudas.</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6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363" name="Google Shape;363;g134f00f299f_0_7"/>
          <p:cNvPicPr preferRelativeResize="0"/>
          <p:nvPr/>
        </p:nvPicPr>
        <p:blipFill>
          <a:blip r:embed="rId3">
            <a:alphaModFix/>
          </a:blip>
          <a:stretch>
            <a:fillRect/>
          </a:stretch>
        </p:blipFill>
        <p:spPr>
          <a:xfrm>
            <a:off x="6400500" y="4425249"/>
            <a:ext cx="7240501" cy="6336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134f00f299f_0_1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Programando en Arduino</a:t>
            </a:r>
            <a:endParaRPr b="0" i="0" sz="6000" u="none" cap="none" strike="noStrike">
              <a:solidFill>
                <a:srgbClr val="000000"/>
              </a:solidFill>
              <a:latin typeface="Arial"/>
              <a:ea typeface="Arial"/>
              <a:cs typeface="Arial"/>
              <a:sym typeface="Arial"/>
            </a:endParaRPr>
          </a:p>
        </p:txBody>
      </p:sp>
      <p:sp>
        <p:nvSpPr>
          <p:cNvPr id="369" name="Google Shape;369;g134f00f299f_0_14"/>
          <p:cNvSpPr txBox="1"/>
          <p:nvPr/>
        </p:nvSpPr>
        <p:spPr>
          <a:xfrm>
            <a:off x="646650" y="2009557"/>
            <a:ext cx="18810000" cy="3210000"/>
          </a:xfrm>
          <a:prstGeom prst="rect">
            <a:avLst/>
          </a:prstGeom>
          <a:noFill/>
          <a:ln>
            <a:noFill/>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Programando en Arduino</a:t>
            </a:r>
            <a:endParaRPr sz="3600">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t/>
            </a:r>
            <a:endParaRPr sz="3600">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El software de descarga se encuentra disponible en el sitio oficial de Arduino</a:t>
            </a:r>
            <a:endParaRPr sz="3600">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https://www.arduino.cc/en/software</a:t>
            </a:r>
            <a:endParaRPr sz="3600">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t/>
            </a:r>
            <a:endParaRPr sz="3600">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6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6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370" name="Google Shape;370;g134f00f299f_0_14"/>
          <p:cNvPicPr preferRelativeResize="0"/>
          <p:nvPr/>
        </p:nvPicPr>
        <p:blipFill>
          <a:blip r:embed="rId3">
            <a:alphaModFix/>
          </a:blip>
          <a:stretch>
            <a:fillRect/>
          </a:stretch>
        </p:blipFill>
        <p:spPr>
          <a:xfrm>
            <a:off x="4920250" y="4821149"/>
            <a:ext cx="10441900" cy="563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E3075"/>
        </a:solidFill>
      </p:bgPr>
    </p:bg>
    <p:spTree>
      <p:nvGrpSpPr>
        <p:cNvPr id="374" name="Shape 374"/>
        <p:cNvGrpSpPr/>
        <p:nvPr/>
      </p:nvGrpSpPr>
      <p:grpSpPr>
        <a:xfrm>
          <a:off x="0" y="0"/>
          <a:ext cx="0" cy="0"/>
          <a:chOff x="0" y="0"/>
          <a:chExt cx="0" cy="0"/>
        </a:xfrm>
      </p:grpSpPr>
      <p:sp>
        <p:nvSpPr>
          <p:cNvPr id="375" name="Google Shape;375;g1343706a5ce_0_886"/>
          <p:cNvSpPr txBox="1"/>
          <p:nvPr/>
        </p:nvSpPr>
        <p:spPr>
          <a:xfrm>
            <a:off x="10708204" y="6698341"/>
            <a:ext cx="8299500" cy="1792800"/>
          </a:xfrm>
          <a:prstGeom prst="rect">
            <a:avLst/>
          </a:prstGeom>
          <a:solidFill>
            <a:srgbClr val="898B90">
              <a:alpha val="67058"/>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7300"/>
              <a:buFont typeface="Arial"/>
              <a:buNone/>
            </a:pPr>
            <a:r>
              <a:rPr lang="es-CL" sz="7300">
                <a:solidFill>
                  <a:srgbClr val="FFFFFF"/>
                </a:solidFill>
                <a:latin typeface="Calibri"/>
                <a:ea typeface="Calibri"/>
                <a:cs typeface="Calibri"/>
                <a:sym typeface="Calibri"/>
              </a:rPr>
              <a:t>Controlando dispositivos IoT</a:t>
            </a:r>
            <a:endParaRPr b="0" i="0" sz="73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1343706a5ce_0_890"/>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DIGITAL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digitalRead() : Permite leer un valor desde un pin de lectura digital, pudiendo ser HIGH o LOW</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Ejemplo: Configurar pin 13 con el mismo valor que el pin 7</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int ledPin = 13;  // LED connected to digital pin 13</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int inPin = 7;    // pushbutton connected to digital pin 7</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int val = 0;      // variable to store the read value</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void setup()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  pinMode(ledPin, OUTPUT);  // sets the digital pin 13 as output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  pinMode(inPin, INPUT);    // sets the digital pin 7 as input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void loop()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  val = digitalRead(inPin);   // read the input pin</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100">
                <a:solidFill>
                  <a:srgbClr val="818990"/>
                </a:solidFill>
                <a:latin typeface="Calibri"/>
                <a:ea typeface="Calibri"/>
                <a:cs typeface="Calibri"/>
                <a:sym typeface="Calibri"/>
              </a:rPr>
              <a:t>  digitalWrite(ledPin, val);  // sets the LED to the button's value</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2100">
              <a:solidFill>
                <a:srgbClr val="818990"/>
              </a:solidFill>
              <a:latin typeface="Calibri"/>
              <a:ea typeface="Calibri"/>
              <a:cs typeface="Calibri"/>
              <a:sym typeface="Calibri"/>
            </a:endParaRPr>
          </a:p>
        </p:txBody>
      </p:sp>
      <p:sp>
        <p:nvSpPr>
          <p:cNvPr id="381" name="Google Shape;381;g1343706a5ce_0_89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34f00f299f_0_29"/>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DIGITAL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digitalWrite() : </a:t>
            </a:r>
            <a:r>
              <a:rPr lang="es-CL" sz="3000">
                <a:solidFill>
                  <a:srgbClr val="818990"/>
                </a:solidFill>
                <a:latin typeface="Calibri"/>
                <a:ea typeface="Calibri"/>
                <a:cs typeface="Calibri"/>
                <a:sym typeface="Calibri"/>
              </a:rPr>
              <a:t>Escribir un valor ALTO o BAJO en un pin digital.</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Si el pin ha sido configurado como SALIDA con pinMode(), su voltaje se establecerá en el valor correspondiente: 5V (o 3.3V en placas de 3.3V) para ALTO, 0V (tierra) para BAJO.</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Si el pin está configurado como ENTRADA, digitalWrite() habilitará (ALTO) o deshabilitará (BAJO) el pullup interno en el pin de entrada. Se recomienda establecer pinMode() en INPUT_PULLUP para habilitar la resistencia pull-up interna.</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Si no configura pinMode() en OUTPUT y conecta un LED a un pin, cuando llame a digitalWrite (HIGH), el LED puede aparecer tenue. Sin establecer explícitamente pinMode(), digitalWrite() habrá habilitado la resistencia pull-up interna, que actúa como una gran resistencia limitadora de corriente.</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2100">
              <a:solidFill>
                <a:srgbClr val="818990"/>
              </a:solidFill>
              <a:latin typeface="Calibri"/>
              <a:ea typeface="Calibri"/>
              <a:cs typeface="Calibri"/>
              <a:sym typeface="Calibri"/>
            </a:endParaRPr>
          </a:p>
        </p:txBody>
      </p:sp>
      <p:sp>
        <p:nvSpPr>
          <p:cNvPr id="387" name="Google Shape;387;g134f00f299f_0_2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134f00f299f_0_35"/>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DIGITAL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digitalWrite() : Escribir un valor ALTO o BAJO en un pin digital.</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El código convierte el pin digital 13 en una SALIDA y lo cambia alternando entre ALTO y BAJO a un ritmo de un segundo.</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void setup()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pinMode(13, OUTPUT);	// sets the digital pin 13 as output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void loop()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digitalWrite(13, HIGH); // sets the digital pin 13 on</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delay(1000);        	// waits for a second</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digitalWrite(13, LOW);  // sets the digital pin 13 off</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delay(1000);        	// waits for a second</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p:txBody>
      </p:sp>
      <p:sp>
        <p:nvSpPr>
          <p:cNvPr id="393" name="Google Shape;393;g134f00f299f_0_35"/>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34f00f299f_0_42"/>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DIGITAL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digitalMode() : </a:t>
            </a:r>
            <a:r>
              <a:rPr lang="es-CL" sz="3000">
                <a:solidFill>
                  <a:srgbClr val="818990"/>
                </a:solidFill>
                <a:latin typeface="Calibri"/>
                <a:ea typeface="Calibri"/>
                <a:cs typeface="Calibri"/>
                <a:sym typeface="Calibri"/>
              </a:rPr>
              <a:t>Configura el pin especificado para que se comporte como una entrada o una salida.</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El código hace que el pin digital 13 SALIDA y lo alterna ALTO y BAJO</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v</a:t>
            </a:r>
            <a:r>
              <a:rPr lang="es-CL" sz="2100">
                <a:solidFill>
                  <a:srgbClr val="818990"/>
                </a:solidFill>
                <a:latin typeface="Calibri"/>
                <a:ea typeface="Calibri"/>
                <a:cs typeface="Calibri"/>
                <a:sym typeface="Calibri"/>
              </a:rPr>
              <a:t>oid setup()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pinMode(13, OUTPUT);    // sets the digital pin 13 as output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void loop() {</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digitalWrite(13, HIGH); // sets the digital pin 13 on</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delay(1000);            // waits for a second</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digitalWrite(13, LOW);  // sets the digital pin 13 off</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  delay(1000);            // waits for a second</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100">
                <a:solidFill>
                  <a:srgbClr val="818990"/>
                </a:solidFill>
                <a:latin typeface="Calibri"/>
                <a:ea typeface="Calibri"/>
                <a:cs typeface="Calibri"/>
                <a:sym typeface="Calibri"/>
              </a:rPr>
              <a:t>}</a:t>
            </a:r>
            <a:endParaRPr sz="21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399" name="Google Shape;399;g134f00f299f_0_4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134f00f299f_0_50"/>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ANALOG</a:t>
            </a:r>
            <a:r>
              <a:rPr b="1" lang="es-CL" sz="3600" u="sng">
                <a:solidFill>
                  <a:srgbClr val="818990"/>
                </a:solidFill>
                <a:latin typeface="Calibri"/>
                <a:ea typeface="Calibri"/>
                <a:cs typeface="Calibri"/>
                <a:sym typeface="Calibri"/>
              </a:rPr>
              <a:t>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analogRead</a:t>
            </a:r>
            <a:r>
              <a:rPr lang="es-CL" sz="3000">
                <a:solidFill>
                  <a:srgbClr val="818990"/>
                </a:solidFill>
                <a:latin typeface="Calibri"/>
                <a:ea typeface="Calibri"/>
                <a:cs typeface="Calibri"/>
                <a:sym typeface="Calibri"/>
              </a:rPr>
              <a:t>() : </a:t>
            </a:r>
            <a:r>
              <a:rPr lang="es-CL" sz="3000">
                <a:solidFill>
                  <a:srgbClr val="818990"/>
                </a:solidFill>
                <a:latin typeface="Calibri"/>
                <a:ea typeface="Calibri"/>
                <a:cs typeface="Calibri"/>
                <a:sym typeface="Calibri"/>
              </a:rPr>
              <a:t>Lee el valor del pin analógico especificado. Las placas Arduino contienen un convertidor analógico a digital multicanal de 10 bits. Esto significa que mapeará los voltajes de entrada entre 0 y el voltaje de operación (5V o 3.3V) en valores enteros entre 0 y 1023. En un Arduino UNO, por ejemplo, esto produce una resolución entre lecturas de: 5 voltios / 1024 unidades o , 0,0049 voltios (4,9 mV) por unidad. Consulte la tabla a continuación para conocer los pines utilizables, el voltaje de funcionamiento y la resolución máxima para algunas placas Arduino.</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El rango de entrada se puede cambiar usando analogReference(), mientras que la resolución se puede cambiar (solo para tarjetas Zero, Due y MKR) usando analogReadResolution().</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En las placas basadas en ATmega (UNO, Nano, Mini, Mega), se tarda unos 100 microsegundos (0,0001 s) en leer una entrada analógica, por lo que la tasa de lectura máxima es de unas 10.000 veces por segundo.</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05" name="Google Shape;405;g134f00f299f_0_5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134f00f299f_0_56"/>
          <p:cNvSpPr txBox="1"/>
          <p:nvPr/>
        </p:nvSpPr>
        <p:spPr>
          <a:xfrm>
            <a:off x="646650" y="2009558"/>
            <a:ext cx="18810000" cy="27282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ANALOG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analogRead()</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11" name="Google Shape;411;g134f00f299f_0_5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pic>
        <p:nvPicPr>
          <p:cNvPr id="412" name="Google Shape;412;g134f00f299f_0_56"/>
          <p:cNvPicPr preferRelativeResize="0"/>
          <p:nvPr/>
        </p:nvPicPr>
        <p:blipFill>
          <a:blip r:embed="rId3">
            <a:alphaModFix/>
          </a:blip>
          <a:stretch>
            <a:fillRect/>
          </a:stretch>
        </p:blipFill>
        <p:spPr>
          <a:xfrm>
            <a:off x="3801425" y="3659202"/>
            <a:ext cx="14924025" cy="6547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134f00f299f_0_62"/>
          <p:cNvSpPr txBox="1"/>
          <p:nvPr/>
        </p:nvSpPr>
        <p:spPr>
          <a:xfrm>
            <a:off x="646650" y="2009522"/>
            <a:ext cx="18810000" cy="119898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3600" u="sng">
                <a:solidFill>
                  <a:srgbClr val="818990"/>
                </a:solidFill>
                <a:latin typeface="Calibri"/>
                <a:ea typeface="Calibri"/>
                <a:cs typeface="Calibri"/>
                <a:sym typeface="Calibri"/>
              </a:rPr>
              <a:t>ANALOG I/O</a:t>
            </a:r>
            <a:endParaRPr b="1" sz="3600" u="sng">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analogRead(): El siguiente código lee un pin análogo y lo escribe en pantalla.</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int analogPin = A3;		 		// potentiometer wiper (middle terminal) connected to analog pin 3</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                    						// outside leads to ground and +5V</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int val = 0;  						// variable to store the value read</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void setup() {</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  Serial.begin(9600);          		//  setup serial</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void loop() {</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  val = analogRead(analogPin);  	// read the input pin</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  Serial.println(val);          			// debug value</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rPr lang="es-CL" sz="2500">
                <a:solidFill>
                  <a:srgbClr val="818990"/>
                </a:solidFill>
                <a:latin typeface="Calibri"/>
                <a:ea typeface="Calibri"/>
                <a:cs typeface="Calibri"/>
                <a:sym typeface="Calibri"/>
              </a:rPr>
              <a:t>}</a:t>
            </a:r>
            <a:endParaRPr sz="25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18" name="Google Shape;418;g134f00f299f_0_6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134f00f299f_0_69"/>
          <p:cNvSpPr txBox="1"/>
          <p:nvPr/>
        </p:nvSpPr>
        <p:spPr>
          <a:xfrm>
            <a:off x="646650" y="2009525"/>
            <a:ext cx="18810000" cy="130500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600" u="sng">
                <a:solidFill>
                  <a:srgbClr val="818990"/>
                </a:solidFill>
                <a:latin typeface="Calibri"/>
                <a:ea typeface="Calibri"/>
                <a:cs typeface="Calibri"/>
                <a:sym typeface="Calibri"/>
              </a:rPr>
              <a:t>ANALOG I/O</a:t>
            </a:r>
            <a:endParaRPr b="1" sz="26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analogWrite(): Escribe un valor analógico (onda PWM) en un pin. Se puede usar para encender un LED con diferentes brillos o impulsar un motor a varias velocidades. Después de una llamada a analogWrite(), el pin generará una onda rectangular constante del ciclo de trabajo especificado hasta la próxima llamada a analogWrite() (o una llamada a digitalRead() o digitalWrite()) en el mismo pin.</a:t>
            </a:r>
            <a:endParaRPr sz="25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Ejemplo: Encender un led con un valor proporcional al selector de un potenciómetro</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int ledPin = 9;      // LED connected to digital pin 9</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int analogPin = 3;   // potentiometer connected to analog pin 3</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int val = 0;         // variable to store the read value</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void setup()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  pinMode(ledPin, OUTPUT);  // sets the pin as output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void loop()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  val = analogRead(analogPin);  // read the input pin</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300">
                <a:solidFill>
                  <a:srgbClr val="818990"/>
                </a:solidFill>
                <a:latin typeface="Calibri"/>
                <a:ea typeface="Calibri"/>
                <a:cs typeface="Calibri"/>
                <a:sym typeface="Calibri"/>
              </a:rPr>
              <a:t>  analogWrite(ledPin, val / 4); // analogRead values go from 0 to 1023, analogWrite values from 0 to 255</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24" name="Google Shape;424;g134f00f299f_0_6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134f00f299f_0_81"/>
          <p:cNvSpPr txBox="1"/>
          <p:nvPr/>
        </p:nvSpPr>
        <p:spPr>
          <a:xfrm>
            <a:off x="646650" y="2009525"/>
            <a:ext cx="18810000" cy="26493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600" u="sng">
                <a:solidFill>
                  <a:srgbClr val="818990"/>
                </a:solidFill>
                <a:latin typeface="Calibri"/>
                <a:ea typeface="Calibri"/>
                <a:cs typeface="Calibri"/>
                <a:sym typeface="Calibri"/>
              </a:rPr>
              <a:t>ANALOG I/O</a:t>
            </a:r>
            <a:endParaRPr b="1" sz="26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2500">
                <a:solidFill>
                  <a:srgbClr val="818990"/>
                </a:solidFill>
                <a:latin typeface="Calibri"/>
                <a:ea typeface="Calibri"/>
                <a:cs typeface="Calibri"/>
                <a:sym typeface="Calibri"/>
              </a:rPr>
              <a:t>analogWrite():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30" name="Google Shape;430;g134f00f299f_0_81"/>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pic>
        <p:nvPicPr>
          <p:cNvPr id="431" name="Google Shape;431;g134f00f299f_0_81"/>
          <p:cNvPicPr preferRelativeResize="0"/>
          <p:nvPr/>
        </p:nvPicPr>
        <p:blipFill>
          <a:blip r:embed="rId3">
            <a:alphaModFix/>
          </a:blip>
          <a:stretch>
            <a:fillRect/>
          </a:stretch>
        </p:blipFill>
        <p:spPr>
          <a:xfrm>
            <a:off x="3429000" y="3262125"/>
            <a:ext cx="13784850" cy="77710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134f00f299f_0_87"/>
          <p:cNvSpPr txBox="1"/>
          <p:nvPr/>
        </p:nvSpPr>
        <p:spPr>
          <a:xfrm>
            <a:off x="646650" y="2009525"/>
            <a:ext cx="18810000" cy="26493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Una opción para generar números al azar</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random</a:t>
            </a:r>
            <a:r>
              <a:rPr lang="es-CL" sz="3000">
                <a:solidFill>
                  <a:srgbClr val="818990"/>
                </a:solidFill>
                <a:latin typeface="Calibri"/>
                <a:ea typeface="Calibri"/>
                <a:cs typeface="Calibri"/>
                <a:sym typeface="Calibri"/>
              </a:rPr>
              <a:t>(): Genera un número seudo al azar entre un MIN y MAX. Veamos un código ejemplo:</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long randNumber;</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void setup() {</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Serial.begin(9600);</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 if analog input pin 0 is unconnected, random analog</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 noise will cause the call to randomSeed() to generate</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 different seed numbers each time the sketch runs.</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 randomSeed() will then shuffle the random function.</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  randomSeed(analogRead(0));</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i="1" lang="es-CL" sz="2400">
                <a:solidFill>
                  <a:schemeClr val="dk1"/>
                </a:solidFill>
              </a:rPr>
              <a:t>}</a:t>
            </a:r>
            <a:endParaRPr i="1" sz="24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t/>
            </a:r>
            <a:endParaRPr sz="27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 </a:t>
            </a:r>
            <a:endParaRPr/>
          </a:p>
          <a:p>
            <a:pPr indent="0" lvl="0" marL="0" marR="0" rtl="0" algn="just">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37" name="Google Shape;437;g134f00f299f_0_87"/>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
        <p:nvSpPr>
          <p:cNvPr id="438" name="Google Shape;438;g134f00f299f_0_87"/>
          <p:cNvSpPr txBox="1"/>
          <p:nvPr/>
        </p:nvSpPr>
        <p:spPr>
          <a:xfrm>
            <a:off x="9989300" y="4658825"/>
            <a:ext cx="9914400" cy="69906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void loop() {</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 print a random number from 0 to 299</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randNumber = random(300);</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Serial.println(randNumber);</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 print a random number from 10 to 19</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randNumber = random(10, 20);</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Serial.println(randNumber);</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t/>
            </a:r>
            <a:endParaRPr i="1" sz="2500">
              <a:solidFill>
                <a:schemeClr val="dk1"/>
              </a:solidFill>
            </a:endParaRPr>
          </a:p>
          <a:p>
            <a:pPr indent="0" lvl="0" marL="0" rtl="0" algn="just">
              <a:lnSpc>
                <a:spcPct val="90000"/>
              </a:lnSpc>
              <a:spcBef>
                <a:spcPts val="2000"/>
              </a:spcBef>
              <a:spcAft>
                <a:spcPts val="0"/>
              </a:spcAft>
              <a:buClr>
                <a:schemeClr val="dk1"/>
              </a:buClr>
              <a:buSzPts val="3600"/>
              <a:buFont typeface="Arial"/>
              <a:buNone/>
            </a:pPr>
            <a:r>
              <a:rPr i="1" lang="es-CL" sz="2500">
                <a:solidFill>
                  <a:schemeClr val="dk1"/>
                </a:solidFill>
              </a:rPr>
              <a:t>  delay(50);</a:t>
            </a:r>
            <a:endParaRPr i="1" sz="2500">
              <a:solidFill>
                <a:schemeClr val="dk1"/>
              </a:solidFill>
            </a:endParaRPr>
          </a:p>
          <a:p>
            <a:pPr indent="0" lvl="0" marL="0" rtl="0" algn="just">
              <a:lnSpc>
                <a:spcPct val="90000"/>
              </a:lnSpc>
              <a:spcBef>
                <a:spcPts val="2000"/>
              </a:spcBef>
              <a:spcAft>
                <a:spcPts val="0"/>
              </a:spcAft>
              <a:buClr>
                <a:schemeClr val="dk1"/>
              </a:buClr>
              <a:buSzPts val="1100"/>
              <a:buFont typeface="Arial"/>
              <a:buNone/>
            </a:pPr>
            <a:r>
              <a:rPr i="1" lang="es-CL" sz="2500">
                <a:solidFill>
                  <a:schemeClr val="dk1"/>
                </a:solidFill>
              </a:rPr>
              <a:t>}</a:t>
            </a:r>
            <a:endParaRPr i="1" sz="2500">
              <a:solidFill>
                <a:schemeClr val="dk1"/>
              </a:solidFill>
            </a:endParaRPr>
          </a:p>
          <a:p>
            <a:pPr indent="0" lvl="0" marL="0" rtl="0" algn="l">
              <a:spcBef>
                <a:spcPts val="0"/>
              </a:spcBef>
              <a:spcAft>
                <a:spcPts val="0"/>
              </a:spcAft>
              <a:buNone/>
            </a:pPr>
            <a:r>
              <a:t/>
            </a:r>
            <a:endParaRPr i="1"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134f324e8d2_0_0"/>
          <p:cNvSpPr txBox="1"/>
          <p:nvPr/>
        </p:nvSpPr>
        <p:spPr>
          <a:xfrm>
            <a:off x="646650" y="2009525"/>
            <a:ext cx="18810000" cy="26493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Para conectar entre nuestro computador y la placa Arduino utilizaremos el puerto serial (USBtty)</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Se utiliza para la comunicación entre la placa Arduino y una computadora u otros dispositivos. Todas las placas Arduino tienen al menos un puerto serie (también conocido como UART o USART), y algunas tienen varios.</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Puede utilizar el monitor serie integrado del entorno Arduino para comunicarse con una placa Arduino. Haga clic en el botón del monitor serie en la barra de herramientas y seleccione la misma velocidad en baudios utilizada en la llamada para comenzar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La comunicación serial en los pines TX/RX usa niveles lógicos TTL (5V o 3.3V dependiendo de la placa). No conecte estos pines directamente a un puerto serie RS232; funcionan a +/- 12V y pueden dañar su placa Arduino.</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Para usar estos puertos serie adicionales para comunicarse con su computadora personal, necesitará un adaptador USB a serie adicional, ya que no están conectados al adaptador USB a serie del Mega. Para usarlos para comunicarse con un dispositivo serie TTL externo, conecte el pin TX al pin RX de su dispositivo, el RX al pin TX de su dispositivo y la tierra de su Mega a la tierra de su dispositivo.</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lang="es-CL" sz="3000">
                <a:solidFill>
                  <a:srgbClr val="818990"/>
                </a:solidFill>
                <a:latin typeface="Calibri"/>
                <a:ea typeface="Calibri"/>
                <a:cs typeface="Calibri"/>
                <a:sym typeface="Calibri"/>
              </a:rPr>
              <a:t> </a:t>
            </a:r>
            <a:endParaRPr/>
          </a:p>
          <a:p>
            <a:pPr indent="0" lvl="0" marL="0" marR="0" rtl="0" algn="just">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sz="3000">
              <a:solidFill>
                <a:srgbClr val="818990"/>
              </a:solidFill>
              <a:latin typeface="Calibri"/>
              <a:ea typeface="Calibri"/>
              <a:cs typeface="Calibri"/>
              <a:sym typeface="Calibri"/>
            </a:endParaRPr>
          </a:p>
          <a:p>
            <a:pPr indent="0" lvl="0" marL="0" marR="0" rtl="0" algn="l">
              <a:lnSpc>
                <a:spcPct val="90000"/>
              </a:lnSpc>
              <a:spcBef>
                <a:spcPts val="2000"/>
              </a:spcBef>
              <a:spcAft>
                <a:spcPts val="0"/>
              </a:spcAft>
              <a:buClr>
                <a:schemeClr val="dk1"/>
              </a:buClr>
              <a:buSzPts val="1100"/>
              <a:buFont typeface="Arial"/>
              <a:buNone/>
            </a:pPr>
            <a:r>
              <a:t/>
            </a:r>
            <a:endParaRPr sz="2100">
              <a:solidFill>
                <a:srgbClr val="818990"/>
              </a:solidFill>
              <a:latin typeface="Calibri"/>
              <a:ea typeface="Calibri"/>
              <a:cs typeface="Calibri"/>
              <a:sym typeface="Calibri"/>
            </a:endParaRPr>
          </a:p>
        </p:txBody>
      </p:sp>
      <p:sp>
        <p:nvSpPr>
          <p:cNvPr id="444" name="Google Shape;444;g134f324e8d2_0_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134f324e8d2_0_8"/>
          <p:cNvSpPr txBox="1"/>
          <p:nvPr/>
        </p:nvSpPr>
        <p:spPr>
          <a:xfrm>
            <a:off x="646650" y="2009524"/>
            <a:ext cx="18810000" cy="90579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Las funciones disponibles para la programación en Arduino nos permiten controlar una placa y realizar cálculos.</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Para conectar entre nuestro computador y la placa Arduino utilizaremos el puerto serial (USBtty)</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Serial.begin</a:t>
            </a:r>
            <a:r>
              <a:rPr lang="es-CL" sz="3000">
                <a:solidFill>
                  <a:srgbClr val="818990"/>
                </a:solidFill>
                <a:latin typeface="Calibri"/>
                <a:ea typeface="Calibri"/>
                <a:cs typeface="Calibri"/>
                <a:sym typeface="Calibri"/>
              </a:rPr>
              <a:t>() : Establece la velocidad de datos en bits por segundo (baudios) para la transmisión de datos en serie. Para comunicarse con Serial Monitor, asegúrese de usar una de las velocidades en baudios enumeradas en el menú en la esquina inferior derecha de su pantalla. Sin embargo, puede especificar otras velocidades, por ejemplo, para comunicarse a través de los pines 0 y 1 con un componente que requiere una velocidad en baudios particular.</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Un segundo argumento opcional configura los bits de datos, paridad y parada. El valor predeterminado es 8 bits de datos, sin paridad, un bit de parada.</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Ejemplo simple de conexión Serial:</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void setup()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    Serial.begin(9600); 		// opens serial port, sets data rate to 9600 bps</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void loop()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p:txBody>
      </p:sp>
      <p:sp>
        <p:nvSpPr>
          <p:cNvPr id="450" name="Google Shape;450;g134f324e8d2_0_8"/>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134f324e8d2_0_16"/>
          <p:cNvSpPr txBox="1"/>
          <p:nvPr/>
        </p:nvSpPr>
        <p:spPr>
          <a:xfrm>
            <a:off x="646650" y="2009524"/>
            <a:ext cx="18810000" cy="90579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Estructuras</a:t>
            </a:r>
            <a:r>
              <a:rPr lang="es-CL" sz="3600">
                <a:solidFill>
                  <a:srgbClr val="818990"/>
                </a:solidFill>
                <a:latin typeface="Calibri"/>
                <a:ea typeface="Calibri"/>
                <a:cs typeface="Calibri"/>
                <a:sym typeface="Calibri"/>
              </a:rPr>
              <a:t> de </a:t>
            </a:r>
            <a:r>
              <a:rPr lang="es-CL" sz="3600">
                <a:solidFill>
                  <a:srgbClr val="818990"/>
                </a:solidFill>
                <a:latin typeface="Calibri"/>
                <a:ea typeface="Calibri"/>
                <a:cs typeface="Calibri"/>
                <a:sym typeface="Calibri"/>
              </a:rPr>
              <a:t>programación</a:t>
            </a:r>
            <a:r>
              <a:rPr lang="es-CL" sz="3600">
                <a:solidFill>
                  <a:srgbClr val="818990"/>
                </a:solidFill>
                <a:latin typeface="Calibri"/>
                <a:ea typeface="Calibri"/>
                <a:cs typeface="Calibri"/>
                <a:sym typeface="Calibri"/>
              </a:rPr>
              <a:t> en Arduino</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Iteración</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For</a:t>
            </a:r>
            <a:r>
              <a:rPr lang="es-CL" sz="3000">
                <a:solidFill>
                  <a:srgbClr val="818990"/>
                </a:solidFill>
                <a:latin typeface="Calibri"/>
                <a:ea typeface="Calibri"/>
                <a:cs typeface="Calibri"/>
                <a:sym typeface="Calibri"/>
              </a:rPr>
              <a:t>() : </a:t>
            </a:r>
            <a:r>
              <a:rPr lang="es-CL" sz="3000">
                <a:solidFill>
                  <a:srgbClr val="818990"/>
                </a:solidFill>
                <a:latin typeface="Calibri"/>
                <a:ea typeface="Calibri"/>
                <a:cs typeface="Calibri"/>
                <a:sym typeface="Calibri"/>
              </a:rPr>
              <a:t>La declaración for se usa para repetir un bloque de declaraciones entre llaves. Normalmente se utiliza un contador de incrementos para incrementar y terminar el bucle. La declaración for es útil para cualquier operación repetitiva y, a menudo, se usa en combinación con matrices para operar en colecciones de datos/pins.</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Ejemplo simple de iteración: (</a:t>
            </a:r>
            <a:r>
              <a:rPr lang="es-CL" sz="3000">
                <a:solidFill>
                  <a:srgbClr val="818990"/>
                </a:solidFill>
                <a:latin typeface="Calibri"/>
                <a:ea typeface="Calibri"/>
                <a:cs typeface="Calibri"/>
                <a:sym typeface="Calibri"/>
              </a:rPr>
              <a:t>Dim an LED using a PWM pin)</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int PWMpin = 10;  // LED in series with 470 ohm resistor on pin 10</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void setup()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 no setup needed</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void loop()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for (int i = 0; i &lt;= 255; i++)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analogWrite(PWMpin, i);</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delay(10);</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p:txBody>
      </p:sp>
      <p:sp>
        <p:nvSpPr>
          <p:cNvPr id="456" name="Google Shape;456;g134f324e8d2_0_1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134f324e8d2_0_36"/>
          <p:cNvSpPr txBox="1"/>
          <p:nvPr/>
        </p:nvSpPr>
        <p:spPr>
          <a:xfrm>
            <a:off x="646650" y="2009524"/>
            <a:ext cx="18810000" cy="90579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Estructuras de programación en Arduino</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Iteración</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while</a:t>
            </a:r>
            <a:r>
              <a:rPr lang="es-CL" sz="3000">
                <a:solidFill>
                  <a:srgbClr val="818990"/>
                </a:solidFill>
                <a:latin typeface="Calibri"/>
                <a:ea typeface="Calibri"/>
                <a:cs typeface="Calibri"/>
                <a:sym typeface="Calibri"/>
              </a:rPr>
              <a:t>() : </a:t>
            </a:r>
            <a:r>
              <a:rPr lang="es-CL" sz="3000">
                <a:solidFill>
                  <a:srgbClr val="818990"/>
                </a:solidFill>
                <a:latin typeface="Calibri"/>
                <a:ea typeface="Calibri"/>
                <a:cs typeface="Calibri"/>
                <a:sym typeface="Calibri"/>
              </a:rPr>
              <a:t>Un bucle while se repetirá de forma continua e infinita hasta que la expresión entre paréntesis, () se vuelva falsa. Algo debe cambiar la variable probada, o el ciclo while nunca saldrá. Esto podría estar en su código, como una variable incrementada o una condición externa, como probar un sensor.</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Ejemplo simple de iteración: (La condición </a:t>
            </a:r>
            <a:r>
              <a:rPr lang="es-CL" sz="3000">
                <a:solidFill>
                  <a:srgbClr val="818990"/>
                </a:solidFill>
                <a:latin typeface="Calibri"/>
                <a:ea typeface="Calibri"/>
                <a:cs typeface="Calibri"/>
                <a:sym typeface="Calibri"/>
              </a:rPr>
              <a:t>booleana</a:t>
            </a:r>
            <a:r>
              <a:rPr lang="es-CL" sz="3000">
                <a:solidFill>
                  <a:srgbClr val="818990"/>
                </a:solidFill>
                <a:latin typeface="Calibri"/>
                <a:ea typeface="Calibri"/>
                <a:cs typeface="Calibri"/>
                <a:sym typeface="Calibri"/>
              </a:rPr>
              <a:t> evaluada es Verdadero o Falso) antes de ejecutar un ciclo.</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var = 0;</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while (var &lt; 200)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 do something repetitive 200 times</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var++;</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p:txBody>
      </p:sp>
      <p:sp>
        <p:nvSpPr>
          <p:cNvPr id="462" name="Google Shape;462;g134f324e8d2_0_3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134f324e8d2_0_23"/>
          <p:cNvSpPr txBox="1"/>
          <p:nvPr/>
        </p:nvSpPr>
        <p:spPr>
          <a:xfrm>
            <a:off x="646650" y="2009524"/>
            <a:ext cx="18810000" cy="90579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Estructuras de programación en Arduino</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Condición</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if</a:t>
            </a:r>
            <a:r>
              <a:rPr lang="es-CL" sz="3000">
                <a:solidFill>
                  <a:srgbClr val="818990"/>
                </a:solidFill>
                <a:latin typeface="Calibri"/>
                <a:ea typeface="Calibri"/>
                <a:cs typeface="Calibri"/>
                <a:sym typeface="Calibri"/>
              </a:rPr>
              <a:t>() : </a:t>
            </a:r>
            <a:r>
              <a:rPr lang="es-CL" sz="3000">
                <a:solidFill>
                  <a:srgbClr val="818990"/>
                </a:solidFill>
                <a:latin typeface="Calibri"/>
                <a:ea typeface="Calibri"/>
                <a:cs typeface="Calibri"/>
                <a:sym typeface="Calibri"/>
              </a:rPr>
              <a:t>La declaración if verifica una condición y ejecuta la siguiente declaración o conjunto de declaraciones si la condición es 'verdadera'.</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Ejemplo simple de condición:</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if (x &gt; 120) digitalWrite(LEDpin, HIGH);</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if (x &gt; 120)</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digitalWrite(LEDpin, HIGH);</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if (x &gt; 120) {digitalWrite(LEDpin, HIGH);}</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if (x &gt; 120)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digitalWrite(LEDpin1, HIGH);</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digitalWrite(LEDpin2, HIGH);</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2300">
                <a:solidFill>
                  <a:srgbClr val="818990"/>
                </a:solidFill>
                <a:latin typeface="Calibri"/>
                <a:ea typeface="Calibri"/>
                <a:cs typeface="Calibri"/>
                <a:sym typeface="Calibri"/>
              </a:rPr>
              <a:t>} 	// all are correct</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p:txBody>
      </p:sp>
      <p:sp>
        <p:nvSpPr>
          <p:cNvPr id="468" name="Google Shape;468;g134f324e8d2_0_23"/>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134f324e8d2_0_30"/>
          <p:cNvSpPr txBox="1"/>
          <p:nvPr/>
        </p:nvSpPr>
        <p:spPr>
          <a:xfrm>
            <a:off x="646650" y="2009524"/>
            <a:ext cx="18810000" cy="9057900"/>
          </a:xfrm>
          <a:prstGeom prst="rect">
            <a:avLst/>
          </a:prstGeom>
          <a:noFill/>
          <a:ln>
            <a:noFill/>
          </a:ln>
        </p:spPr>
        <p:txBody>
          <a:bodyPr anchorCtr="0" anchor="t" bIns="92100" lIns="184250" spcFirstLastPara="1" rIns="184250" wrap="square" tIns="92100">
            <a:noAutofit/>
          </a:bodyPr>
          <a:lstStyle/>
          <a:p>
            <a:pPr indent="0" lvl="0" marL="101600" marR="0" rtl="0" algn="l">
              <a:lnSpc>
                <a:spcPct val="90000"/>
              </a:lnSpc>
              <a:spcBef>
                <a:spcPts val="2000"/>
              </a:spcBef>
              <a:spcAft>
                <a:spcPts val="0"/>
              </a:spcAft>
              <a:buClr>
                <a:srgbClr val="000000"/>
              </a:buClr>
              <a:buSzPts val="3600"/>
              <a:buFont typeface="Arial"/>
              <a:buNone/>
            </a:pPr>
            <a:r>
              <a:rPr lang="es-CL" sz="3600">
                <a:solidFill>
                  <a:srgbClr val="818990"/>
                </a:solidFill>
                <a:latin typeface="Calibri"/>
                <a:ea typeface="Calibri"/>
                <a:cs typeface="Calibri"/>
                <a:sym typeface="Calibri"/>
              </a:rPr>
              <a:t>Estructuras de programación en Arduino</a:t>
            </a:r>
            <a:endParaRPr sz="3600">
              <a:solidFill>
                <a:srgbClr val="81899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rPr b="1" lang="es-CL" sz="2900" u="sng">
                <a:solidFill>
                  <a:srgbClr val="818990"/>
                </a:solidFill>
                <a:latin typeface="Calibri"/>
                <a:ea typeface="Calibri"/>
                <a:cs typeface="Calibri"/>
                <a:sym typeface="Calibri"/>
              </a:rPr>
              <a:t>Condición</a:t>
            </a:r>
            <a:endParaRPr b="1" sz="2900" u="sng">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if() : Operadores de condición</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 y (x is equal to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 y (x is not equal to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&lt;  y (x is less than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&gt;  y (x is greater than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&lt;= y (x is less than or equal to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rPr lang="es-CL" sz="3000">
                <a:solidFill>
                  <a:srgbClr val="818990"/>
                </a:solidFill>
                <a:latin typeface="Calibri"/>
                <a:ea typeface="Calibri"/>
                <a:cs typeface="Calibri"/>
                <a:sym typeface="Calibri"/>
              </a:rPr>
              <a:t>x &gt;= y (x is greater than or equal to y)</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2300">
              <a:solidFill>
                <a:srgbClr val="818990"/>
              </a:solidFill>
              <a:latin typeface="Calibri"/>
              <a:ea typeface="Calibri"/>
              <a:cs typeface="Calibri"/>
              <a:sym typeface="Calibri"/>
            </a:endParaRPr>
          </a:p>
          <a:p>
            <a:pPr indent="0" lvl="0" marL="0" marR="0" rtl="0" algn="just">
              <a:lnSpc>
                <a:spcPct val="90000"/>
              </a:lnSpc>
              <a:spcBef>
                <a:spcPts val="2000"/>
              </a:spcBef>
              <a:spcAft>
                <a:spcPts val="0"/>
              </a:spcAft>
              <a:buClr>
                <a:schemeClr val="dk1"/>
              </a:buClr>
              <a:buSzPts val="1100"/>
              <a:buFont typeface="Arial"/>
              <a:buNone/>
            </a:pPr>
            <a:r>
              <a:t/>
            </a:r>
            <a:endParaRPr sz="3000">
              <a:solidFill>
                <a:srgbClr val="818990"/>
              </a:solidFill>
              <a:latin typeface="Calibri"/>
              <a:ea typeface="Calibri"/>
              <a:cs typeface="Calibri"/>
              <a:sym typeface="Calibri"/>
            </a:endParaRPr>
          </a:p>
        </p:txBody>
      </p:sp>
      <p:sp>
        <p:nvSpPr>
          <p:cNvPr id="474" name="Google Shape;474;g134f324e8d2_0_3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lang="es-CL" sz="6000">
                <a:solidFill>
                  <a:srgbClr val="FFFFFF"/>
                </a:solidFill>
                <a:latin typeface="Calibri"/>
                <a:ea typeface="Calibri"/>
                <a:cs typeface="Calibri"/>
                <a:sym typeface="Calibri"/>
              </a:rPr>
              <a:t>Funciones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133e68395f5_0_451"/>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Hardware</a:t>
            </a:r>
            <a:endParaRPr/>
          </a:p>
          <a:p>
            <a:pPr indent="0" lvl="0" marL="0" rtl="0" algn="l">
              <a:lnSpc>
                <a:spcPct val="100000"/>
              </a:lnSpc>
              <a:spcBef>
                <a:spcPts val="0"/>
              </a:spcBef>
              <a:spcAft>
                <a:spcPts val="0"/>
              </a:spcAft>
              <a:buSzPts val="1400"/>
              <a:buNone/>
            </a:pPr>
            <a:r>
              <a:rPr lang="es-CL"/>
              <a:t>Arduino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133e68395f5_0_501"/>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Harwdare</a:t>
            </a:r>
            <a:endParaRPr/>
          </a:p>
        </p:txBody>
      </p:sp>
      <p:pic>
        <p:nvPicPr>
          <p:cNvPr id="485" name="Google Shape;485;g133e68395f5_0_501"/>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486" name="Google Shape;486;g133e68395f5_0_501"/>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r>
              <a:rPr lang="es-CL" sz="2700">
                <a:solidFill>
                  <a:schemeClr val="dk1"/>
                </a:solidFill>
                <a:latin typeface="Calibri"/>
                <a:ea typeface="Calibri"/>
                <a:cs typeface="Calibri"/>
                <a:sym typeface="Calibri"/>
              </a:rPr>
              <a:t>A lo largo de los años, Arduino ha lanzado más de 100 productos de hardware: placas, protectores, soportes, kits y otros accesorios. En esta página, encontrará una descripción general de todo el hardware Arduino activo, incluidas las familias Nano, MKR y Classic.</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1" i="1" lang="es-CL" sz="2700">
                <a:solidFill>
                  <a:schemeClr val="dk1"/>
                </a:solidFill>
                <a:latin typeface="Calibri"/>
                <a:ea typeface="Calibri"/>
                <a:cs typeface="Calibri"/>
                <a:sym typeface="Calibri"/>
              </a:rPr>
              <a:t>Kits</a:t>
            </a:r>
            <a:endParaRPr b="1" i="1"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lang="es-CL" sz="2700">
                <a:solidFill>
                  <a:schemeClr val="dk1"/>
                </a:solidFill>
                <a:latin typeface="Calibri"/>
                <a:ea typeface="Calibri"/>
                <a:cs typeface="Calibri"/>
                <a:sym typeface="Calibri"/>
              </a:rPr>
              <a:t>Los kits son una excelente manera de comenzar con Arduino. El kit de inicio clásico incluye un Arduino UNO, un gran conjunto de componentes electrónicos y un libro físico con 15 capítulos para ayudarlo a comenzar.</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rPr lang="es-CL" sz="2700">
                <a:solidFill>
                  <a:schemeClr val="dk1"/>
                </a:solidFill>
                <a:latin typeface="Calibri"/>
                <a:ea typeface="Calibri"/>
                <a:cs typeface="Calibri"/>
                <a:sym typeface="Calibri"/>
              </a:rPr>
              <a:t>El kit de IoT de Oplà incluye los componentes necesarios para construir proyectos de IoT increíbles, y el kit de sensores incluye un conjunto de excelentes sensores y actuadores plug-and-play. Estos kits también tienen su propia plataforma de contenido dedicada, con varios proyectos geniales para seguir paso a paso.</a:t>
            </a:r>
            <a:endParaRPr sz="2700">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id="487" name="Google Shape;487;g133e68395f5_0_501"/>
          <p:cNvPicPr preferRelativeResize="0"/>
          <p:nvPr/>
        </p:nvPicPr>
        <p:blipFill>
          <a:blip r:embed="rId4">
            <a:alphaModFix/>
          </a:blip>
          <a:stretch>
            <a:fillRect/>
          </a:stretch>
        </p:blipFill>
        <p:spPr>
          <a:xfrm>
            <a:off x="4824310" y="7226313"/>
            <a:ext cx="5041900" cy="3670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134f324e8d2_0_46"/>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Harwdare</a:t>
            </a:r>
            <a:endParaRPr/>
          </a:p>
        </p:txBody>
      </p:sp>
      <p:pic>
        <p:nvPicPr>
          <p:cNvPr id="493" name="Google Shape;493;g134f324e8d2_0_46"/>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494" name="Google Shape;494;g134f324e8d2_0_46"/>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1" i="0" lang="es-CL" sz="2700" u="sng" cap="none" strike="noStrike">
                <a:solidFill>
                  <a:schemeClr val="dk1"/>
                </a:solidFill>
                <a:latin typeface="Calibri"/>
                <a:ea typeface="Calibri"/>
                <a:cs typeface="Calibri"/>
                <a:sym typeface="Calibri"/>
              </a:rPr>
              <a:t>- </a:t>
            </a:r>
            <a:r>
              <a:rPr b="1" lang="es-CL" sz="2700" u="sng">
                <a:solidFill>
                  <a:schemeClr val="dk1"/>
                </a:solidFill>
                <a:latin typeface="Calibri"/>
                <a:ea typeface="Calibri"/>
                <a:cs typeface="Calibri"/>
                <a:sym typeface="Calibri"/>
              </a:rPr>
              <a:t>Familia Nano</a:t>
            </a:r>
            <a:endParaRPr b="1" sz="2700" u="sng">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rPr lang="es-CL" sz="2700">
                <a:solidFill>
                  <a:schemeClr val="dk1"/>
                </a:solidFill>
                <a:latin typeface="Calibri"/>
                <a:ea typeface="Calibri"/>
                <a:cs typeface="Calibri"/>
                <a:sym typeface="Calibri"/>
              </a:rPr>
              <a:t>La familia Nano es un conjunto de placas que ocupan un espacio reducido y están repletas de funciones. Va desde el económico y básico Nano Every hasta el Nano BLE Sense/Nano RP2040 Connect más repleto de funciones que tiene módulos de radio Bluetooth®/Wi-Fi. Estas placas también tienen un conjunto de sensores integrados, como temperatura/humedad, presión, gestos, micrófono y más. También se pueden programar con MicroPython y admiten Machine Learning.</a:t>
            </a:r>
            <a:endParaRPr sz="2700">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id="495" name="Google Shape;495;g134f324e8d2_0_46"/>
          <p:cNvPicPr preferRelativeResize="0"/>
          <p:nvPr/>
        </p:nvPicPr>
        <p:blipFill>
          <a:blip r:embed="rId4">
            <a:alphaModFix/>
          </a:blip>
          <a:stretch>
            <a:fillRect/>
          </a:stretch>
        </p:blipFill>
        <p:spPr>
          <a:xfrm>
            <a:off x="4478410" y="5583200"/>
            <a:ext cx="11610049" cy="395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134f324e8d2_0_55"/>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Harwdare</a:t>
            </a:r>
            <a:endParaRPr/>
          </a:p>
        </p:txBody>
      </p:sp>
      <p:pic>
        <p:nvPicPr>
          <p:cNvPr id="501" name="Google Shape;501;g134f324e8d2_0_55"/>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502" name="Google Shape;502;g134f324e8d2_0_55"/>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chemeClr val="dk1"/>
              </a:buClr>
              <a:buSzPts val="1100"/>
              <a:buFont typeface="Arial"/>
              <a:buNone/>
            </a:pPr>
            <a:r>
              <a:rPr b="1" lang="es-CL" sz="2700" u="sng">
                <a:solidFill>
                  <a:schemeClr val="dk1"/>
                </a:solidFill>
                <a:latin typeface="Calibri"/>
                <a:ea typeface="Calibri"/>
                <a:cs typeface="Calibri"/>
                <a:sym typeface="Calibri"/>
              </a:rPr>
              <a:t>Familia MKR</a:t>
            </a:r>
            <a:endParaRPr b="1" sz="2700" u="sng">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lang="es-CL" sz="2700">
                <a:solidFill>
                  <a:schemeClr val="dk1"/>
                </a:solidFill>
                <a:latin typeface="Calibri"/>
                <a:ea typeface="Calibri"/>
                <a:cs typeface="Calibri"/>
                <a:sym typeface="Calibri"/>
              </a:rPr>
              <a:t>La familia MKR es una serie de placas, protectores y soportes que se pueden combinar para crear proyectos sorprendentes sin ningún circuito adicional. Cada placa está equipada con un módulo de radio (excepto MKR Zero), que permite la comunicación Wi-Fi, Bluetooth®, LoRa®, Sigfox, NB-IoT. Todas las placas de la familia se basan en el procesador de bajo consumo SAMD21 de 32 bits Cortex-M0 y están equipadas con un chip criptográfico para una comunicación segura.</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3600"/>
              <a:buFont typeface="Arial"/>
              <a:buNone/>
            </a:pPr>
            <a:r>
              <a:rPr lang="es-CL" sz="2700">
                <a:solidFill>
                  <a:schemeClr val="dk1"/>
                </a:solidFill>
                <a:latin typeface="Calibri"/>
                <a:ea typeface="Calibri"/>
                <a:cs typeface="Calibri"/>
                <a:sym typeface="Calibri"/>
              </a:rPr>
              <a:t>Los protectores y portadores de la familia MKR están diseñados para ampliar las funciones de la placa: como sensores ambientales, GPS, Ethernet, control de motores y matriz RGB.</a:t>
            </a:r>
            <a:endParaRPr sz="2700">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id="503" name="Google Shape;503;g134f324e8d2_0_55"/>
          <p:cNvPicPr preferRelativeResize="0"/>
          <p:nvPr/>
        </p:nvPicPr>
        <p:blipFill>
          <a:blip r:embed="rId4">
            <a:alphaModFix/>
          </a:blip>
          <a:stretch>
            <a:fillRect/>
          </a:stretch>
        </p:blipFill>
        <p:spPr>
          <a:xfrm>
            <a:off x="5257633" y="6608700"/>
            <a:ext cx="11365125" cy="3491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134f324e8d2_0_64"/>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Harwdare</a:t>
            </a:r>
            <a:endParaRPr/>
          </a:p>
        </p:txBody>
      </p:sp>
      <p:pic>
        <p:nvPicPr>
          <p:cNvPr id="509" name="Google Shape;509;g134f324e8d2_0_64"/>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510" name="Google Shape;510;g134f324e8d2_0_64"/>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1" lang="es-CL" sz="2700" u="sng">
                <a:solidFill>
                  <a:schemeClr val="dk1"/>
                </a:solidFill>
                <a:latin typeface="Calibri"/>
                <a:ea typeface="Calibri"/>
                <a:cs typeface="Calibri"/>
                <a:sym typeface="Calibri"/>
              </a:rPr>
              <a:t>Familia clásica</a:t>
            </a:r>
            <a:endParaRPr b="1" sz="2700" u="sng">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sz="27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lang="es-CL" sz="2700">
                <a:solidFill>
                  <a:schemeClr val="dk1"/>
                </a:solidFill>
                <a:latin typeface="Calibri"/>
                <a:ea typeface="Calibri"/>
                <a:cs typeface="Calibri"/>
                <a:sym typeface="Calibri"/>
              </a:rPr>
              <a:t>En la Familia Clásica encontrarás placas como la mítica Arduino UNO y otros clásicos como la Leonardo &amp; Micro. Estas placas se consideran la columna vertebral del proyecto Arduino y han sido un éxito durante muchos años (y más por venir).</a:t>
            </a:r>
            <a:endParaRPr sz="2700">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id="511" name="Google Shape;511;g134f324e8d2_0_64"/>
          <p:cNvPicPr preferRelativeResize="0"/>
          <p:nvPr/>
        </p:nvPicPr>
        <p:blipFill>
          <a:blip r:embed="rId4">
            <a:alphaModFix/>
          </a:blip>
          <a:stretch>
            <a:fillRect/>
          </a:stretch>
        </p:blipFill>
        <p:spPr>
          <a:xfrm>
            <a:off x="5142094" y="4499925"/>
            <a:ext cx="10660449" cy="5806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134f324e8d2_0_73"/>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Arduino </a:t>
            </a:r>
            <a:endParaRPr/>
          </a:p>
          <a:p>
            <a:pPr indent="0" lvl="0" marL="0" rtl="0" algn="l">
              <a:lnSpc>
                <a:spcPct val="100000"/>
              </a:lnSpc>
              <a:spcBef>
                <a:spcPts val="0"/>
              </a:spcBef>
              <a:spcAft>
                <a:spcPts val="0"/>
              </a:spcAft>
              <a:buSzPts val="1400"/>
              <a:buNone/>
            </a:pPr>
            <a:r>
              <a:rPr lang="es-CL"/>
              <a:t>Open API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134f324e8d2_0_77"/>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Open API</a:t>
            </a:r>
            <a:endParaRPr/>
          </a:p>
        </p:txBody>
      </p:sp>
      <p:pic>
        <p:nvPicPr>
          <p:cNvPr id="522" name="Google Shape;522;g134f324e8d2_0_77"/>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523" name="Google Shape;523;g134f324e8d2_0_77"/>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r>
              <a:rPr lang="es-CL" sz="2700">
                <a:solidFill>
                  <a:schemeClr val="dk1"/>
                </a:solidFill>
                <a:latin typeface="Calibri"/>
                <a:ea typeface="Calibri"/>
                <a:cs typeface="Calibri"/>
                <a:sym typeface="Calibri"/>
              </a:rPr>
              <a:t>IoT Cloud ofrece una API abierta y herramientas de desarrollo que permiten un desarrollo rápido de sus proyectos y la extensión de la plataforma utilizando uno de los lenguajes de programación más populares (JavaScript con Node.js, Python, Go). Las API se documentan minuciosamente y se amplían a medida que surgen nuevas demandas tecnológicas en este segmento industrial de rápido movimiento.</a:t>
            </a:r>
            <a:endParaRPr sz="2700">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id="524" name="Google Shape;524;g134f324e8d2_0_77"/>
          <p:cNvPicPr preferRelativeResize="0"/>
          <p:nvPr/>
        </p:nvPicPr>
        <p:blipFill>
          <a:blip r:embed="rId4">
            <a:alphaModFix/>
          </a:blip>
          <a:stretch>
            <a:fillRect/>
          </a:stretch>
        </p:blipFill>
        <p:spPr>
          <a:xfrm>
            <a:off x="2831125" y="6218725"/>
            <a:ext cx="3915250" cy="1691200"/>
          </a:xfrm>
          <a:prstGeom prst="rect">
            <a:avLst/>
          </a:prstGeom>
          <a:noFill/>
          <a:ln>
            <a:noFill/>
          </a:ln>
        </p:spPr>
      </p:pic>
      <p:pic>
        <p:nvPicPr>
          <p:cNvPr id="525" name="Google Shape;525;g134f324e8d2_0_77"/>
          <p:cNvPicPr preferRelativeResize="0"/>
          <p:nvPr/>
        </p:nvPicPr>
        <p:blipFill>
          <a:blip r:embed="rId5">
            <a:alphaModFix/>
          </a:blip>
          <a:stretch>
            <a:fillRect/>
          </a:stretch>
        </p:blipFill>
        <p:spPr>
          <a:xfrm>
            <a:off x="10558459" y="5162938"/>
            <a:ext cx="4825225" cy="3802775"/>
          </a:xfrm>
          <a:prstGeom prst="rect">
            <a:avLst/>
          </a:prstGeom>
          <a:noFill/>
          <a:ln>
            <a:noFill/>
          </a:ln>
        </p:spPr>
      </p:pic>
      <p:sp>
        <p:nvSpPr>
          <p:cNvPr id="526" name="Google Shape;526;g134f324e8d2_0_77"/>
          <p:cNvSpPr txBox="1"/>
          <p:nvPr/>
        </p:nvSpPr>
        <p:spPr>
          <a:xfrm>
            <a:off x="2383200" y="9649800"/>
            <a:ext cx="7425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700"/>
              <a:t>https://www.arduino.cc/reference/en/iot/api/</a:t>
            </a:r>
            <a:endParaRPr sz="27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E3075"/>
        </a:solidFill>
      </p:bgPr>
    </p:bg>
    <p:spTree>
      <p:nvGrpSpPr>
        <p:cNvPr id="530" name="Shape 530"/>
        <p:cNvGrpSpPr/>
        <p:nvPr/>
      </p:nvGrpSpPr>
      <p:grpSpPr>
        <a:xfrm>
          <a:off x="0" y="0"/>
          <a:ext cx="0" cy="0"/>
          <a:chOff x="0" y="0"/>
          <a:chExt cx="0" cy="0"/>
        </a:xfrm>
      </p:grpSpPr>
      <p:sp>
        <p:nvSpPr>
          <p:cNvPr id="531" name="Google Shape;531;g1343706a5ce_0_896"/>
          <p:cNvSpPr txBox="1"/>
          <p:nvPr/>
        </p:nvSpPr>
        <p:spPr>
          <a:xfrm>
            <a:off x="10708204" y="6698341"/>
            <a:ext cx="8299500" cy="1792800"/>
          </a:xfrm>
          <a:prstGeom prst="rect">
            <a:avLst/>
          </a:prstGeom>
          <a:solidFill>
            <a:srgbClr val="898B90">
              <a:alpha val="67058"/>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7300"/>
              <a:buFont typeface="Arial"/>
              <a:buNone/>
            </a:pPr>
            <a:r>
              <a:rPr lang="es-CL" sz="7300">
                <a:solidFill>
                  <a:srgbClr val="FFFFFF"/>
                </a:solidFill>
                <a:latin typeface="Calibri"/>
                <a:ea typeface="Calibri"/>
                <a:cs typeface="Calibri"/>
                <a:sym typeface="Calibri"/>
              </a:rPr>
              <a:t>Ejemplo Proyecto Arduino</a:t>
            </a:r>
            <a:endParaRPr b="0" i="0" sz="73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134f324e8d2_0_90"/>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Proyectos</a:t>
            </a:r>
            <a:endParaRPr/>
          </a:p>
        </p:txBody>
      </p:sp>
      <p:pic>
        <p:nvPicPr>
          <p:cNvPr id="537" name="Google Shape;537;g134f324e8d2_0_90"/>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sp>
        <p:nvSpPr>
          <p:cNvPr id="538" name="Google Shape;538;g134f324e8d2_0_90"/>
          <p:cNvSpPr txBox="1"/>
          <p:nvPr/>
        </p:nvSpPr>
        <p:spPr>
          <a:xfrm>
            <a:off x="2164525" y="2282100"/>
            <a:ext cx="16237800" cy="27999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r>
              <a:rPr lang="es-CL" sz="2700">
                <a:solidFill>
                  <a:schemeClr val="dk1"/>
                </a:solidFill>
                <a:latin typeface="Calibri"/>
                <a:ea typeface="Calibri"/>
                <a:cs typeface="Calibri"/>
                <a:sym typeface="Calibri"/>
              </a:rPr>
              <a:t>Revisemos 15 ideas de proyectos que son posibles de habilitar utilizando tecnología Arduino. A partir de esta información desafía a tu equipo de trabajo explorando que opciones existen para integrar alguna de estas ideas en sus trabajos de desarrollo.</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pic>
        <p:nvPicPr>
          <p:cNvPr descr="This video is about 15 Great Arduino Projects for beginners&#10;from www.makeuseof.com https://goo.gl/NyYicr&#10;&#10;1. Make a Buzz Wire Game With an Arduino&#10;https://youtu.be/mXleSlmRQuc&#10;&#10;2. Arduino MIDI Controller&#10;https://www.makeuseof.com/tag/make-midi-controller-arduino/&#10;&#10;3. Gesture control using Arduino and Python&#10;https://youtu.be/sC5FNQU71gA&#10;&#10;4. Arduino Game Controller&#10;   https://youtu.be/6WWXfsL8GzE&#10;&#10;5. Arduino RFID Smart Lock&#10;   https://youtu.be/VfAOwO1o2fI&#10;&#10;6. Simple Arduino Alarm System&#10;    https://youtu.be/s9xUt6dt3Bg&#10;&#10;7. Traffic Light Controller&#10;. . https://youtu.be/PE6u4ceDRg8&#10;&#10;8. Companion Cube Mood Lamp&#10;    https://youtu.be/ahWt4PQrhtM&#10;&#10;9.Arduino Temperature Controlled Fan Speed&#10;   https://youtu.be/DAn4UguyzfE&#10;&#10;10. Arduino Game Project: Pong Game using an Arduino Uno and Color OLED display &#10;     https://youtu.be/ZRL0GUqebFs&#10;&#10;11. IR Prank Project with Arduino&#10;    https://youtu.be/xWi_jpTtCY4&#10;&#10;12. Make Your Own Ambilight&#10;      https://youtu.be/DOJLiyy98Hs&#10;&#10;13. Arduino-Powered Laser Turret&#10;      https://youtu.be/LmpqJ961qtM&#10;&#10;14. Pulsating LED Cube&#10;       https://youtu.be/tqWAC4hu7nk&#10;&#10;15. Weekend Project: Build a Giant LED Pixel Display&#10;      https://youtu.be/SdVQ3Lf91Dw" id="539" name="Google Shape;539;g134f324e8d2_0_90" title="15 Great Arduino Projects for beginners">
            <a:hlinkClick r:id="rId4"/>
          </p:cNvPr>
          <p:cNvPicPr preferRelativeResize="0"/>
          <p:nvPr/>
        </p:nvPicPr>
        <p:blipFill>
          <a:blip r:embed="rId5">
            <a:alphaModFix/>
          </a:blip>
          <a:stretch>
            <a:fillRect/>
          </a:stretch>
        </p:blipFill>
        <p:spPr>
          <a:xfrm>
            <a:off x="4917451" y="3808300"/>
            <a:ext cx="8922775" cy="669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1343706a5ce_0_166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Que hemos aprendido hoy?</a:t>
            </a:r>
            <a:endParaRPr/>
          </a:p>
        </p:txBody>
      </p:sp>
      <p:sp>
        <p:nvSpPr>
          <p:cNvPr id="545" name="Google Shape;545;g1343706a5ce_0_1667"/>
          <p:cNvSpPr txBox="1"/>
          <p:nvPr>
            <p:ph idx="1" type="body"/>
          </p:nvPr>
        </p:nvSpPr>
        <p:spPr>
          <a:xfrm>
            <a:off x="8314271" y="8170445"/>
            <a:ext cx="11193600" cy="1770000"/>
          </a:xfrm>
          <a:prstGeom prst="rect">
            <a:avLst/>
          </a:prstGeom>
          <a:noFill/>
          <a:ln>
            <a:noFill/>
          </a:ln>
        </p:spPr>
        <p:txBody>
          <a:bodyPr anchorCtr="0" anchor="t" bIns="0" lIns="0" spcFirstLastPara="1" rIns="0" wrap="square" tIns="0">
            <a:spAutoFit/>
          </a:bodyPr>
          <a:lstStyle/>
          <a:p>
            <a:pPr indent="-374650" lvl="0" marL="457200" rtl="0" algn="l">
              <a:lnSpc>
                <a:spcPct val="100000"/>
              </a:lnSpc>
              <a:spcBef>
                <a:spcPts val="0"/>
              </a:spcBef>
              <a:spcAft>
                <a:spcPts val="0"/>
              </a:spcAft>
              <a:buSzPts val="2300"/>
              <a:buChar char="●"/>
            </a:pPr>
            <a:r>
              <a:rPr lang="es-CL" sz="2300"/>
              <a:t>Iot </a:t>
            </a:r>
            <a:r>
              <a:rPr lang="es-CL" sz="2300"/>
              <a:t>utilizando</a:t>
            </a:r>
            <a:r>
              <a:rPr lang="es-CL" sz="2300"/>
              <a:t> programación en Arduino</a:t>
            </a:r>
            <a:endParaRPr sz="2300"/>
          </a:p>
          <a:p>
            <a:pPr indent="-374650" lvl="0" marL="457200" rtl="0" algn="l">
              <a:lnSpc>
                <a:spcPct val="100000"/>
              </a:lnSpc>
              <a:spcBef>
                <a:spcPts val="0"/>
              </a:spcBef>
              <a:spcAft>
                <a:spcPts val="0"/>
              </a:spcAft>
              <a:buSzPts val="2300"/>
              <a:buChar char="●"/>
            </a:pPr>
            <a:r>
              <a:rPr lang="es-CL" sz="2300"/>
              <a:t>Estructuras de programación en Arduino</a:t>
            </a:r>
            <a:endParaRPr sz="2300"/>
          </a:p>
          <a:p>
            <a:pPr indent="-374650" lvl="0" marL="457200" rtl="0" algn="l">
              <a:lnSpc>
                <a:spcPct val="100000"/>
              </a:lnSpc>
              <a:spcBef>
                <a:spcPts val="0"/>
              </a:spcBef>
              <a:spcAft>
                <a:spcPts val="0"/>
              </a:spcAft>
              <a:buSzPts val="2300"/>
              <a:buChar char="●"/>
            </a:pPr>
            <a:r>
              <a:rPr lang="es-CL" sz="2300"/>
              <a:t>Módulos de hardware Arduino</a:t>
            </a:r>
            <a:endParaRPr sz="2300"/>
          </a:p>
          <a:p>
            <a:pPr indent="-374650" lvl="0" marL="457200" rtl="0" algn="l">
              <a:lnSpc>
                <a:spcPct val="100000"/>
              </a:lnSpc>
              <a:spcBef>
                <a:spcPts val="0"/>
              </a:spcBef>
              <a:spcAft>
                <a:spcPts val="0"/>
              </a:spcAft>
              <a:buSzPts val="2300"/>
              <a:buChar char="●"/>
            </a:pPr>
            <a:r>
              <a:rPr lang="es-CL" sz="2300"/>
              <a:t>Cloud Arduino</a:t>
            </a:r>
            <a:endParaRPr sz="2300"/>
          </a:p>
          <a:p>
            <a:pPr indent="-374650" lvl="0" marL="457200" rtl="0" algn="l">
              <a:lnSpc>
                <a:spcPct val="100000"/>
              </a:lnSpc>
              <a:spcBef>
                <a:spcPts val="0"/>
              </a:spcBef>
              <a:spcAft>
                <a:spcPts val="0"/>
              </a:spcAft>
              <a:buSzPts val="2300"/>
              <a:buChar char="●"/>
            </a:pPr>
            <a:r>
              <a:rPr lang="es-CL" sz="2300"/>
              <a:t>Ejemplos de proyecto</a:t>
            </a:r>
            <a:endParaRPr sz="23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551" name="Google Shape;551;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552" name="Google Shape;552;g133e68395f5_0_513"/>
          <p:cNvSpPr txBox="1"/>
          <p:nvPr/>
        </p:nvSpPr>
        <p:spPr>
          <a:xfrm>
            <a:off x="2984950" y="4273450"/>
            <a:ext cx="16257600" cy="2964900"/>
          </a:xfrm>
          <a:prstGeom prst="rect">
            <a:avLst/>
          </a:prstGeom>
          <a:noFill/>
          <a:ln>
            <a:noFill/>
          </a:ln>
        </p:spPr>
        <p:txBody>
          <a:bodyPr anchorCtr="0" anchor="t" bIns="0" lIns="0" spcFirstLastPara="1" rIns="0" wrap="square" tIns="91425">
            <a:spAutoFit/>
          </a:bodyPr>
          <a:lstStyle/>
          <a:p>
            <a:pPr indent="0" lvl="0" marL="0" marR="0" rtl="0" algn="l">
              <a:lnSpc>
                <a:spcPct val="90000"/>
              </a:lnSpc>
              <a:spcBef>
                <a:spcPts val="0"/>
              </a:spcBef>
              <a:spcAft>
                <a:spcPts val="0"/>
              </a:spcAft>
              <a:buClr>
                <a:schemeClr val="dk1"/>
              </a:buClr>
              <a:buSzPts val="3600"/>
              <a:buFont typeface="Arial"/>
              <a:buNone/>
            </a:pPr>
            <a:r>
              <a:rPr b="1" lang="es-CL" sz="2250">
                <a:solidFill>
                  <a:schemeClr val="dk1"/>
                </a:solidFill>
              </a:rPr>
              <a:t>1.3.1 Internet de las cosas (IoT) con Arduino : manual práctico</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sz="2250" u="sng">
              <a:solidFill>
                <a:schemeClr val="dk1"/>
              </a:solidFill>
            </a:endParaRPr>
          </a:p>
          <a:p>
            <a:pPr indent="0" lvl="0" marL="0" marR="0" rtl="0" algn="l">
              <a:lnSpc>
                <a:spcPct val="90000"/>
              </a:lnSpc>
              <a:spcBef>
                <a:spcPts val="0"/>
              </a:spcBef>
              <a:spcAft>
                <a:spcPts val="0"/>
              </a:spcAft>
              <a:buClr>
                <a:schemeClr val="dk1"/>
              </a:buClr>
              <a:buSzPts val="3600"/>
              <a:buFont typeface="Arial"/>
              <a:buNone/>
            </a:pPr>
            <a:r>
              <a:rPr b="1" i="0" lang="es-CL" sz="2250" u="sng" cap="none" strike="noStrike">
                <a:solidFill>
                  <a:schemeClr val="dk1"/>
                </a:solidFill>
                <a:latin typeface="Arial"/>
                <a:ea typeface="Arial"/>
                <a:cs typeface="Arial"/>
                <a:sym typeface="Arial"/>
              </a:rPr>
              <a:t>Referencias WEB</a:t>
            </a:r>
            <a:endParaRPr b="1" i="0" sz="2250" u="sng"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rPr b="1" i="0" lang="es-CL" sz="2250" u="none" cap="none" strike="noStrike">
                <a:solidFill>
                  <a:schemeClr val="dk1"/>
                </a:solidFill>
                <a:latin typeface="Arial"/>
                <a:ea typeface="Arial"/>
                <a:cs typeface="Arial"/>
                <a:sym typeface="Arial"/>
              </a:rPr>
              <a:t>- </a:t>
            </a:r>
            <a:r>
              <a:rPr b="1" lang="es-CL" sz="2250" u="none">
                <a:solidFill>
                  <a:schemeClr val="dk1"/>
                </a:solidFill>
              </a:rPr>
              <a:t>https://www.arduino.cc/reference/en/</a:t>
            </a:r>
            <a:endParaRPr b="0" i="0" sz="22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
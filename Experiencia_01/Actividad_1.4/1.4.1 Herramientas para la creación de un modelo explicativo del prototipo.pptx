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Lst>
  <p:sldSz cy="11309350" cx="20104100"/>
  <p:notesSz cx="20104100" cy="1130935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880">
          <p15:clr>
            <a:srgbClr val="A4A3A4"/>
          </p15:clr>
        </p15:guide>
        <p15:guide id="2" pos="2160">
          <p15:clr>
            <a:srgbClr val="A4A3A4"/>
          </p15:clr>
        </p15:guide>
      </p15:sldGuideLst>
    </p:ext>
    <p:ext uri="http://customooxmlschemas.google.com/">
      <go:slidesCustomData xmlns:go="http://customooxmlschemas.google.com/" r:id="rId38" roundtripDataSignature="AMtx7mgyTpXgvUQB/VQC85AReQdcHNQI/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880" orient="horz"/>
        <p:guide pos="216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slide" Target="slides/slide32.xml"/><Relationship Id="rId14" Type="http://schemas.openxmlformats.org/officeDocument/2006/relationships/slide" Target="slides/slide9.xml"/><Relationship Id="rId36" Type="http://schemas.openxmlformats.org/officeDocument/2006/relationships/slide" Target="slides/slide31.xml"/><Relationship Id="rId17" Type="http://schemas.openxmlformats.org/officeDocument/2006/relationships/slide" Target="slides/slide12.xml"/><Relationship Id="rId16" Type="http://schemas.openxmlformats.org/officeDocument/2006/relationships/slide" Target="slides/slide11.xml"/><Relationship Id="rId38" Type="http://customschemas.google.com/relationships/presentationmetadata" Target="meta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351350" y="848200"/>
            <a:ext cx="13403400" cy="4241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2010400" y="5371925"/>
            <a:ext cx="16083275" cy="50892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p1:notes"/>
          <p:cNvSpPr txBox="1"/>
          <p:nvPr>
            <p:ph idx="1" type="body"/>
          </p:nvPr>
        </p:nvSpPr>
        <p:spPr>
          <a:xfrm>
            <a:off x="2010400" y="5371925"/>
            <a:ext cx="16083275" cy="5089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4" name="Google Shape;104;p1:notes"/>
          <p:cNvSpPr/>
          <p:nvPr>
            <p:ph idx="2" type="sldImg"/>
          </p:nvPr>
        </p:nvSpPr>
        <p:spPr>
          <a:xfrm>
            <a:off x="3351350" y="848200"/>
            <a:ext cx="13403400" cy="4241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133e68395f5_0_451:notes"/>
          <p:cNvSpPr txBox="1"/>
          <p:nvPr>
            <p:ph idx="1" type="body"/>
          </p:nvPr>
        </p:nvSpPr>
        <p:spPr>
          <a:xfrm>
            <a:off x="2010400" y="5371925"/>
            <a:ext cx="16083300" cy="5089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1" name="Google Shape;111;g133e68395f5_0_451:notes"/>
          <p:cNvSpPr/>
          <p:nvPr>
            <p:ph idx="2" type="sldImg"/>
          </p:nvPr>
        </p:nvSpPr>
        <p:spPr>
          <a:xfrm>
            <a:off x="3351350" y="848200"/>
            <a:ext cx="13403400" cy="4241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6:notes"/>
          <p:cNvSpPr txBox="1"/>
          <p:nvPr>
            <p:ph idx="1" type="body"/>
          </p:nvPr>
        </p:nvSpPr>
        <p:spPr>
          <a:xfrm>
            <a:off x="2010400" y="5371925"/>
            <a:ext cx="16083275" cy="5089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6" name="Google Shape;116;p6:notes"/>
          <p:cNvSpPr/>
          <p:nvPr>
            <p:ph idx="2" type="sldImg"/>
          </p:nvPr>
        </p:nvSpPr>
        <p:spPr>
          <a:xfrm>
            <a:off x="3351350" y="848200"/>
            <a:ext cx="13403400" cy="4241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13337c500ff_0_15:notes"/>
          <p:cNvSpPr txBox="1"/>
          <p:nvPr>
            <p:ph idx="1" type="body"/>
          </p:nvPr>
        </p:nvSpPr>
        <p:spPr>
          <a:xfrm>
            <a:off x="2010400" y="5371925"/>
            <a:ext cx="16083300" cy="5089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3" name="Google Shape;123;g13337c500ff_0_15:notes"/>
          <p:cNvSpPr/>
          <p:nvPr>
            <p:ph idx="2" type="sldImg"/>
          </p:nvPr>
        </p:nvSpPr>
        <p:spPr>
          <a:xfrm>
            <a:off x="3351350" y="848200"/>
            <a:ext cx="13403400" cy="4241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13337c500ff_0_22:notes"/>
          <p:cNvSpPr txBox="1"/>
          <p:nvPr>
            <p:ph idx="1" type="body"/>
          </p:nvPr>
        </p:nvSpPr>
        <p:spPr>
          <a:xfrm>
            <a:off x="2010400" y="5371925"/>
            <a:ext cx="16083300" cy="5089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9" name="Google Shape;129;g13337c500ff_0_22:notes"/>
          <p:cNvSpPr/>
          <p:nvPr>
            <p:ph idx="2" type="sldImg"/>
          </p:nvPr>
        </p:nvSpPr>
        <p:spPr>
          <a:xfrm>
            <a:off x="3351350" y="848200"/>
            <a:ext cx="13403400" cy="4241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13337c500ff_0_30:notes"/>
          <p:cNvSpPr txBox="1"/>
          <p:nvPr>
            <p:ph idx="1" type="body"/>
          </p:nvPr>
        </p:nvSpPr>
        <p:spPr>
          <a:xfrm>
            <a:off x="2010400" y="5371925"/>
            <a:ext cx="16083300" cy="5089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5" name="Google Shape;135;g13337c500ff_0_30:notes"/>
          <p:cNvSpPr/>
          <p:nvPr>
            <p:ph idx="2" type="sldImg"/>
          </p:nvPr>
        </p:nvSpPr>
        <p:spPr>
          <a:xfrm>
            <a:off x="3351350" y="848200"/>
            <a:ext cx="13403400" cy="4241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13337c500ff_0_1:notes"/>
          <p:cNvSpPr txBox="1"/>
          <p:nvPr>
            <p:ph idx="1" type="body"/>
          </p:nvPr>
        </p:nvSpPr>
        <p:spPr>
          <a:xfrm>
            <a:off x="2010400" y="5371925"/>
            <a:ext cx="16083300" cy="5089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2" name="Google Shape;142;g13337c500ff_0_1:notes"/>
          <p:cNvSpPr/>
          <p:nvPr>
            <p:ph idx="2" type="sldImg"/>
          </p:nvPr>
        </p:nvSpPr>
        <p:spPr>
          <a:xfrm>
            <a:off x="3351350" y="848200"/>
            <a:ext cx="13403400" cy="4241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13337c500ff_4_0:notes"/>
          <p:cNvSpPr txBox="1"/>
          <p:nvPr>
            <p:ph idx="1" type="body"/>
          </p:nvPr>
        </p:nvSpPr>
        <p:spPr>
          <a:xfrm>
            <a:off x="2010400" y="5371925"/>
            <a:ext cx="16083300" cy="5089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7" name="Google Shape;147;g13337c500ff_4_0:notes"/>
          <p:cNvSpPr/>
          <p:nvPr>
            <p:ph idx="2" type="sldImg"/>
          </p:nvPr>
        </p:nvSpPr>
        <p:spPr>
          <a:xfrm>
            <a:off x="3351350" y="848200"/>
            <a:ext cx="13403400" cy="4241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13337c500ff_4_7:notes"/>
          <p:cNvSpPr txBox="1"/>
          <p:nvPr>
            <p:ph idx="1" type="body"/>
          </p:nvPr>
        </p:nvSpPr>
        <p:spPr>
          <a:xfrm>
            <a:off x="2010400" y="5371925"/>
            <a:ext cx="16083300" cy="5089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4" name="Google Shape;154;g13337c500ff_4_7:notes"/>
          <p:cNvSpPr/>
          <p:nvPr>
            <p:ph idx="2" type="sldImg"/>
          </p:nvPr>
        </p:nvSpPr>
        <p:spPr>
          <a:xfrm>
            <a:off x="3351350" y="848200"/>
            <a:ext cx="13403400" cy="4241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13337c500ff_4_21:notes"/>
          <p:cNvSpPr txBox="1"/>
          <p:nvPr>
            <p:ph idx="1" type="body"/>
          </p:nvPr>
        </p:nvSpPr>
        <p:spPr>
          <a:xfrm>
            <a:off x="2010400" y="5371925"/>
            <a:ext cx="16083300" cy="5089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1" name="Google Shape;161;g13337c500ff_4_21:notes"/>
          <p:cNvSpPr/>
          <p:nvPr>
            <p:ph idx="2" type="sldImg"/>
          </p:nvPr>
        </p:nvSpPr>
        <p:spPr>
          <a:xfrm>
            <a:off x="3351350" y="848200"/>
            <a:ext cx="13403400" cy="4241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13337c500ff_4_14:notes"/>
          <p:cNvSpPr txBox="1"/>
          <p:nvPr>
            <p:ph idx="1" type="body"/>
          </p:nvPr>
        </p:nvSpPr>
        <p:spPr>
          <a:xfrm>
            <a:off x="2010400" y="5371925"/>
            <a:ext cx="16083300" cy="5089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0" name="Google Shape;170;g13337c500ff_4_14:notes"/>
          <p:cNvSpPr/>
          <p:nvPr>
            <p:ph idx="2" type="sldImg"/>
          </p:nvPr>
        </p:nvSpPr>
        <p:spPr>
          <a:xfrm>
            <a:off x="3351350" y="848200"/>
            <a:ext cx="13403400" cy="4241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13337c500ff_4_29:notes"/>
          <p:cNvSpPr txBox="1"/>
          <p:nvPr>
            <p:ph idx="1" type="body"/>
          </p:nvPr>
        </p:nvSpPr>
        <p:spPr>
          <a:xfrm>
            <a:off x="2010400" y="5371925"/>
            <a:ext cx="16083300" cy="5089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7" name="Google Shape;177;g13337c500ff_4_29:notes"/>
          <p:cNvSpPr/>
          <p:nvPr>
            <p:ph idx="2" type="sldImg"/>
          </p:nvPr>
        </p:nvSpPr>
        <p:spPr>
          <a:xfrm>
            <a:off x="3351350" y="848200"/>
            <a:ext cx="13403400" cy="4241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g13337c500ff_4_36:notes"/>
          <p:cNvSpPr txBox="1"/>
          <p:nvPr>
            <p:ph idx="1" type="body"/>
          </p:nvPr>
        </p:nvSpPr>
        <p:spPr>
          <a:xfrm>
            <a:off x="2010400" y="5371925"/>
            <a:ext cx="16083300" cy="5089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85" name="Google Shape;185;g13337c500ff_4_36:notes"/>
          <p:cNvSpPr/>
          <p:nvPr>
            <p:ph idx="2" type="sldImg"/>
          </p:nvPr>
        </p:nvSpPr>
        <p:spPr>
          <a:xfrm>
            <a:off x="3351350" y="848200"/>
            <a:ext cx="13403400" cy="4241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13337c500ff_4_43:notes"/>
          <p:cNvSpPr txBox="1"/>
          <p:nvPr>
            <p:ph idx="1" type="body"/>
          </p:nvPr>
        </p:nvSpPr>
        <p:spPr>
          <a:xfrm>
            <a:off x="2010400" y="5371925"/>
            <a:ext cx="16083300" cy="5089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92" name="Google Shape;192;g13337c500ff_4_43:notes"/>
          <p:cNvSpPr/>
          <p:nvPr>
            <p:ph idx="2" type="sldImg"/>
          </p:nvPr>
        </p:nvSpPr>
        <p:spPr>
          <a:xfrm>
            <a:off x="3351350" y="848200"/>
            <a:ext cx="13403400" cy="4241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13337c500ff_4_51:notes"/>
          <p:cNvSpPr txBox="1"/>
          <p:nvPr>
            <p:ph idx="1" type="body"/>
          </p:nvPr>
        </p:nvSpPr>
        <p:spPr>
          <a:xfrm>
            <a:off x="2010400" y="5371925"/>
            <a:ext cx="16083300" cy="5089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01" name="Google Shape;201;g13337c500ff_4_51:notes"/>
          <p:cNvSpPr/>
          <p:nvPr>
            <p:ph idx="2" type="sldImg"/>
          </p:nvPr>
        </p:nvSpPr>
        <p:spPr>
          <a:xfrm>
            <a:off x="3351350" y="848200"/>
            <a:ext cx="13403400" cy="4241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p4:notes"/>
          <p:cNvSpPr txBox="1"/>
          <p:nvPr>
            <p:ph idx="1" type="body"/>
          </p:nvPr>
        </p:nvSpPr>
        <p:spPr>
          <a:xfrm>
            <a:off x="2010400" y="5371925"/>
            <a:ext cx="16083275" cy="5089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08" name="Google Shape;208;p4:notes"/>
          <p:cNvSpPr/>
          <p:nvPr>
            <p:ph idx="2" type="sldImg"/>
          </p:nvPr>
        </p:nvSpPr>
        <p:spPr>
          <a:xfrm>
            <a:off x="3351350" y="848200"/>
            <a:ext cx="13403400" cy="4241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g13337c500ff_0_6:notes"/>
          <p:cNvSpPr txBox="1"/>
          <p:nvPr>
            <p:ph idx="1" type="body"/>
          </p:nvPr>
        </p:nvSpPr>
        <p:spPr>
          <a:xfrm>
            <a:off x="2010400" y="5371925"/>
            <a:ext cx="16083300" cy="5089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13" name="Google Shape;213;g13337c500ff_0_6:notes"/>
          <p:cNvSpPr/>
          <p:nvPr>
            <p:ph idx="2" type="sldImg"/>
          </p:nvPr>
        </p:nvSpPr>
        <p:spPr>
          <a:xfrm>
            <a:off x="3351350" y="848200"/>
            <a:ext cx="13403400" cy="4241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g13337c500ff_4_62:notes"/>
          <p:cNvSpPr txBox="1"/>
          <p:nvPr>
            <p:ph idx="1" type="body"/>
          </p:nvPr>
        </p:nvSpPr>
        <p:spPr>
          <a:xfrm>
            <a:off x="2010400" y="5371925"/>
            <a:ext cx="16083300" cy="5089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21" name="Google Shape;221;g13337c500ff_4_62:notes"/>
          <p:cNvSpPr/>
          <p:nvPr>
            <p:ph idx="2" type="sldImg"/>
          </p:nvPr>
        </p:nvSpPr>
        <p:spPr>
          <a:xfrm>
            <a:off x="3351350" y="848200"/>
            <a:ext cx="13403400" cy="4241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g13337c500ff_4_79:notes"/>
          <p:cNvSpPr txBox="1"/>
          <p:nvPr>
            <p:ph idx="1" type="body"/>
          </p:nvPr>
        </p:nvSpPr>
        <p:spPr>
          <a:xfrm>
            <a:off x="2010400" y="5371925"/>
            <a:ext cx="16083300" cy="5089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31" name="Google Shape;231;g13337c500ff_4_79:notes"/>
          <p:cNvSpPr/>
          <p:nvPr>
            <p:ph idx="2" type="sldImg"/>
          </p:nvPr>
        </p:nvSpPr>
        <p:spPr>
          <a:xfrm>
            <a:off x="3351350" y="848200"/>
            <a:ext cx="13403400" cy="4241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g13337c500ff_4_93:notes"/>
          <p:cNvSpPr txBox="1"/>
          <p:nvPr>
            <p:ph idx="1" type="body"/>
          </p:nvPr>
        </p:nvSpPr>
        <p:spPr>
          <a:xfrm>
            <a:off x="2010400" y="5371925"/>
            <a:ext cx="16083300" cy="5089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40" name="Google Shape;240;g13337c500ff_4_93:notes"/>
          <p:cNvSpPr/>
          <p:nvPr>
            <p:ph idx="2" type="sldImg"/>
          </p:nvPr>
        </p:nvSpPr>
        <p:spPr>
          <a:xfrm>
            <a:off x="3351350" y="848200"/>
            <a:ext cx="13403400" cy="4241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g13337c500ff_4_102:notes"/>
          <p:cNvSpPr txBox="1"/>
          <p:nvPr>
            <p:ph idx="1" type="body"/>
          </p:nvPr>
        </p:nvSpPr>
        <p:spPr>
          <a:xfrm>
            <a:off x="2010400" y="5371925"/>
            <a:ext cx="16083300" cy="5089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47" name="Google Shape;247;g13337c500ff_4_102:notes"/>
          <p:cNvSpPr/>
          <p:nvPr>
            <p:ph idx="2" type="sldImg"/>
          </p:nvPr>
        </p:nvSpPr>
        <p:spPr>
          <a:xfrm>
            <a:off x="3351350" y="848200"/>
            <a:ext cx="13403400" cy="4241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g13337c500ff_4_106:notes"/>
          <p:cNvSpPr txBox="1"/>
          <p:nvPr>
            <p:ph idx="1" type="body"/>
          </p:nvPr>
        </p:nvSpPr>
        <p:spPr>
          <a:xfrm>
            <a:off x="2010400" y="5371925"/>
            <a:ext cx="16083300" cy="5089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52" name="Google Shape;252;g13337c500ff_4_106:notes"/>
          <p:cNvSpPr/>
          <p:nvPr>
            <p:ph idx="2" type="sldImg"/>
          </p:nvPr>
        </p:nvSpPr>
        <p:spPr>
          <a:xfrm>
            <a:off x="3351350" y="848200"/>
            <a:ext cx="13403400" cy="4241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g13337c500ff_4_114:notes"/>
          <p:cNvSpPr txBox="1"/>
          <p:nvPr>
            <p:ph idx="1" type="body"/>
          </p:nvPr>
        </p:nvSpPr>
        <p:spPr>
          <a:xfrm>
            <a:off x="2010400" y="5371925"/>
            <a:ext cx="16083300" cy="5089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59" name="Google Shape;259;g13337c500ff_4_114:notes"/>
          <p:cNvSpPr/>
          <p:nvPr>
            <p:ph idx="2" type="sldImg"/>
          </p:nvPr>
        </p:nvSpPr>
        <p:spPr>
          <a:xfrm>
            <a:off x="3351350" y="848200"/>
            <a:ext cx="13403400" cy="4241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g13337c500ff_4_123:notes"/>
          <p:cNvSpPr txBox="1"/>
          <p:nvPr>
            <p:ph idx="1" type="body"/>
          </p:nvPr>
        </p:nvSpPr>
        <p:spPr>
          <a:xfrm>
            <a:off x="2010400" y="5371925"/>
            <a:ext cx="16083300" cy="5089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67" name="Google Shape;267;g13337c500ff_4_123:notes"/>
          <p:cNvSpPr/>
          <p:nvPr>
            <p:ph idx="2" type="sldImg"/>
          </p:nvPr>
        </p:nvSpPr>
        <p:spPr>
          <a:xfrm>
            <a:off x="3351350" y="848200"/>
            <a:ext cx="13403400" cy="4241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g13337c500ff_4_133:notes"/>
          <p:cNvSpPr txBox="1"/>
          <p:nvPr>
            <p:ph idx="1" type="body"/>
          </p:nvPr>
        </p:nvSpPr>
        <p:spPr>
          <a:xfrm>
            <a:off x="2010400" y="5371925"/>
            <a:ext cx="16083300" cy="5089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76" name="Google Shape;276;g13337c500ff_4_133:notes"/>
          <p:cNvSpPr/>
          <p:nvPr>
            <p:ph idx="2" type="sldImg"/>
          </p:nvPr>
        </p:nvSpPr>
        <p:spPr>
          <a:xfrm>
            <a:off x="3351350" y="848200"/>
            <a:ext cx="13403400" cy="4241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g13337c500ff_4_143:notes"/>
          <p:cNvSpPr txBox="1"/>
          <p:nvPr>
            <p:ph idx="1" type="body"/>
          </p:nvPr>
        </p:nvSpPr>
        <p:spPr>
          <a:xfrm>
            <a:off x="2010400" y="5371925"/>
            <a:ext cx="16083300" cy="5089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85" name="Google Shape;285;g13337c500ff_4_143:notes"/>
          <p:cNvSpPr/>
          <p:nvPr>
            <p:ph idx="2" type="sldImg"/>
          </p:nvPr>
        </p:nvSpPr>
        <p:spPr>
          <a:xfrm>
            <a:off x="3351350" y="848200"/>
            <a:ext cx="13403400" cy="4241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g13337c500ff_4_152:notes"/>
          <p:cNvSpPr txBox="1"/>
          <p:nvPr>
            <p:ph idx="1" type="body"/>
          </p:nvPr>
        </p:nvSpPr>
        <p:spPr>
          <a:xfrm>
            <a:off x="2010400" y="5371925"/>
            <a:ext cx="16083300" cy="5089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93" name="Google Shape;293;g13337c500ff_4_152:notes"/>
          <p:cNvSpPr/>
          <p:nvPr>
            <p:ph idx="2" type="sldImg"/>
          </p:nvPr>
        </p:nvSpPr>
        <p:spPr>
          <a:xfrm>
            <a:off x="3351350" y="848200"/>
            <a:ext cx="13403400" cy="4241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g13337c500ff_4_160:notes"/>
          <p:cNvSpPr txBox="1"/>
          <p:nvPr>
            <p:ph idx="1" type="body"/>
          </p:nvPr>
        </p:nvSpPr>
        <p:spPr>
          <a:xfrm>
            <a:off x="2010400" y="5371925"/>
            <a:ext cx="16083300" cy="5089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01" name="Google Shape;301;g13337c500ff_4_160:notes"/>
          <p:cNvSpPr/>
          <p:nvPr>
            <p:ph idx="2" type="sldImg"/>
          </p:nvPr>
        </p:nvSpPr>
        <p:spPr>
          <a:xfrm>
            <a:off x="3351350" y="848200"/>
            <a:ext cx="13403400" cy="4241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g13337c500ff_4_169:notes"/>
          <p:cNvSpPr txBox="1"/>
          <p:nvPr>
            <p:ph idx="1" type="body"/>
          </p:nvPr>
        </p:nvSpPr>
        <p:spPr>
          <a:xfrm>
            <a:off x="2010400" y="5371925"/>
            <a:ext cx="16083300" cy="5089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10" name="Google Shape;310;g13337c500ff_4_169:notes"/>
          <p:cNvSpPr/>
          <p:nvPr>
            <p:ph idx="2" type="sldImg"/>
          </p:nvPr>
        </p:nvSpPr>
        <p:spPr>
          <a:xfrm>
            <a:off x="3351350" y="848200"/>
            <a:ext cx="13403400" cy="4241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p7:notes"/>
          <p:cNvSpPr txBox="1"/>
          <p:nvPr>
            <p:ph idx="1" type="body"/>
          </p:nvPr>
        </p:nvSpPr>
        <p:spPr>
          <a:xfrm>
            <a:off x="2010400" y="5371925"/>
            <a:ext cx="16083275" cy="5089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19" name="Google Shape;319;p7:notes"/>
          <p:cNvSpPr/>
          <p:nvPr>
            <p:ph idx="2" type="sldImg"/>
          </p:nvPr>
        </p:nvSpPr>
        <p:spPr>
          <a:xfrm>
            <a:off x="3351350" y="848200"/>
            <a:ext cx="13403400" cy="4241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g133e68395f5_0_501:notes"/>
          <p:cNvSpPr txBox="1"/>
          <p:nvPr>
            <p:ph idx="1" type="body"/>
          </p:nvPr>
        </p:nvSpPr>
        <p:spPr>
          <a:xfrm>
            <a:off x="2010400" y="5371925"/>
            <a:ext cx="16083300" cy="5089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25" name="Google Shape;325;g133e68395f5_0_501:notes"/>
          <p:cNvSpPr/>
          <p:nvPr>
            <p:ph idx="2" type="sldImg"/>
          </p:nvPr>
        </p:nvSpPr>
        <p:spPr>
          <a:xfrm>
            <a:off x="3351350" y="848200"/>
            <a:ext cx="13403400" cy="4241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g133e68395f5_0_513:notes"/>
          <p:cNvSpPr txBox="1"/>
          <p:nvPr>
            <p:ph idx="1" type="body"/>
          </p:nvPr>
        </p:nvSpPr>
        <p:spPr>
          <a:xfrm>
            <a:off x="2010400" y="5371925"/>
            <a:ext cx="16083300" cy="5089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36" name="Google Shape;336;g133e68395f5_0_513:notes"/>
          <p:cNvSpPr/>
          <p:nvPr>
            <p:ph idx="2" type="sldImg"/>
          </p:nvPr>
        </p:nvSpPr>
        <p:spPr>
          <a:xfrm>
            <a:off x="3351350" y="848200"/>
            <a:ext cx="13403400" cy="4241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 Id="rId3" Type="http://schemas.openxmlformats.org/officeDocument/2006/relationships/image" Target="../media/image12.png"/><Relationship Id="rId4" Type="http://schemas.openxmlformats.org/officeDocument/2006/relationships/image" Target="../media/image9.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8.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 Id="rId3" Type="http://schemas.openxmlformats.org/officeDocument/2006/relationships/image" Target="../media/image5.png"/><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jpg"/><Relationship Id="rId3" Type="http://schemas.openxmlformats.org/officeDocument/2006/relationships/image" Target="../media/image6.png"/><Relationship Id="rId4"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jpg"/><Relationship Id="rId3" Type="http://schemas.openxmlformats.org/officeDocument/2006/relationships/image" Target="../media/image6.png"/><Relationship Id="rId4"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g"/><Relationship Id="rId3" Type="http://schemas.openxmlformats.org/officeDocument/2006/relationships/image" Target="../media/image6.png"/><Relationship Id="rId4"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11" name="Shape 11"/>
        <p:cNvGrpSpPr/>
        <p:nvPr/>
      </p:nvGrpSpPr>
      <p:grpSpPr>
        <a:xfrm>
          <a:off x="0" y="0"/>
          <a:ext cx="0" cy="0"/>
          <a:chOff x="0" y="0"/>
          <a:chExt cx="0" cy="0"/>
        </a:xfrm>
      </p:grpSpPr>
      <p:pic>
        <p:nvPicPr>
          <p:cNvPr id="12" name="Google Shape;12;p9"/>
          <p:cNvPicPr preferRelativeResize="0"/>
          <p:nvPr/>
        </p:nvPicPr>
        <p:blipFill rotWithShape="1">
          <a:blip r:embed="rId2">
            <a:alphaModFix/>
          </a:blip>
          <a:srcRect b="0" l="0" r="0" t="0"/>
          <a:stretch/>
        </p:blipFill>
        <p:spPr>
          <a:xfrm>
            <a:off x="0" y="8255"/>
            <a:ext cx="20104100" cy="11308556"/>
          </a:xfrm>
          <a:prstGeom prst="rect">
            <a:avLst/>
          </a:prstGeom>
          <a:noFill/>
          <a:ln>
            <a:noFill/>
          </a:ln>
        </p:spPr>
      </p:pic>
      <p:sp>
        <p:nvSpPr>
          <p:cNvPr id="13" name="Google Shape;13;p9"/>
          <p:cNvSpPr/>
          <p:nvPr/>
        </p:nvSpPr>
        <p:spPr>
          <a:xfrm>
            <a:off x="5092767" y="7368222"/>
            <a:ext cx="10694670" cy="53340"/>
          </a:xfrm>
          <a:custGeom>
            <a:rect b="b" l="l" r="r" t="t"/>
            <a:pathLst>
              <a:path extrusionOk="0" h="53340" w="10694669">
                <a:moveTo>
                  <a:pt x="10667601" y="0"/>
                </a:moveTo>
                <a:lnTo>
                  <a:pt x="26606" y="0"/>
                </a:lnTo>
                <a:lnTo>
                  <a:pt x="16264" y="2097"/>
                </a:lnTo>
                <a:lnTo>
                  <a:pt x="7806" y="7809"/>
                </a:lnTo>
                <a:lnTo>
                  <a:pt x="2095" y="16269"/>
                </a:lnTo>
                <a:lnTo>
                  <a:pt x="0" y="26606"/>
                </a:lnTo>
                <a:lnTo>
                  <a:pt x="2095" y="36942"/>
                </a:lnTo>
                <a:lnTo>
                  <a:pt x="7806" y="45397"/>
                </a:lnTo>
                <a:lnTo>
                  <a:pt x="16264" y="51106"/>
                </a:lnTo>
                <a:lnTo>
                  <a:pt x="26606" y="53202"/>
                </a:lnTo>
                <a:lnTo>
                  <a:pt x="10667601" y="53202"/>
                </a:lnTo>
                <a:lnTo>
                  <a:pt x="10677937" y="51106"/>
                </a:lnTo>
                <a:lnTo>
                  <a:pt x="10686393" y="45397"/>
                </a:lnTo>
                <a:lnTo>
                  <a:pt x="10692102" y="36942"/>
                </a:lnTo>
                <a:lnTo>
                  <a:pt x="10694197" y="26606"/>
                </a:lnTo>
                <a:lnTo>
                  <a:pt x="10692102" y="16269"/>
                </a:lnTo>
                <a:lnTo>
                  <a:pt x="10686393" y="7809"/>
                </a:lnTo>
                <a:lnTo>
                  <a:pt x="10677937" y="2097"/>
                </a:lnTo>
                <a:lnTo>
                  <a:pt x="10667601"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4" name="Google Shape;14;p9"/>
          <p:cNvSpPr/>
          <p:nvPr/>
        </p:nvSpPr>
        <p:spPr>
          <a:xfrm>
            <a:off x="5092767" y="6322551"/>
            <a:ext cx="10694670" cy="1045671"/>
          </a:xfrm>
          <a:custGeom>
            <a:rect b="b" l="l" r="r" t="t"/>
            <a:pathLst>
              <a:path extrusionOk="0" h="1025525" w="10694669">
                <a:moveTo>
                  <a:pt x="10694197" y="0"/>
                </a:moveTo>
                <a:lnTo>
                  <a:pt x="0" y="0"/>
                </a:lnTo>
                <a:lnTo>
                  <a:pt x="0" y="1025330"/>
                </a:lnTo>
                <a:lnTo>
                  <a:pt x="10694197" y="1025330"/>
                </a:lnTo>
                <a:lnTo>
                  <a:pt x="10694197" y="0"/>
                </a:lnTo>
                <a:close/>
              </a:path>
            </a:pathLst>
          </a:custGeom>
          <a:solidFill>
            <a:srgbClr val="317DE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5" name="Google Shape;15;p9"/>
          <p:cNvSpPr txBox="1"/>
          <p:nvPr>
            <p:ph idx="1" type="body"/>
          </p:nvPr>
        </p:nvSpPr>
        <p:spPr>
          <a:xfrm>
            <a:off x="5138402" y="6401309"/>
            <a:ext cx="10649035" cy="830997"/>
          </a:xfrm>
          <a:prstGeom prst="rect">
            <a:avLst/>
          </a:prstGeom>
          <a:noFill/>
          <a:ln>
            <a:noFill/>
          </a:ln>
        </p:spPr>
        <p:txBody>
          <a:bodyPr anchorCtr="0" anchor="t" bIns="0" lIns="0" spcFirstLastPara="1" rIns="0" wrap="square" tIns="0">
            <a:spAutoFit/>
          </a:bodyPr>
          <a:lstStyle>
            <a:lvl1pPr indent="-228600" lvl="0" marL="457200" algn="ctr">
              <a:lnSpc>
                <a:spcPct val="100000"/>
              </a:lnSpc>
              <a:spcBef>
                <a:spcPts val="0"/>
              </a:spcBef>
              <a:spcAft>
                <a:spcPts val="0"/>
              </a:spcAft>
              <a:buSzPts val="1400"/>
              <a:buNone/>
              <a:defRPr b="1" sz="5400">
                <a:solidFill>
                  <a:schemeClr val="dk1"/>
                </a:solidFill>
                <a:latin typeface="Arial"/>
                <a:ea typeface="Arial"/>
                <a:cs typeface="Arial"/>
                <a:sym typeface="Arial"/>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16" name="Google Shape;16;p9"/>
          <p:cNvSpPr txBox="1"/>
          <p:nvPr>
            <p:ph idx="2" type="body"/>
          </p:nvPr>
        </p:nvSpPr>
        <p:spPr>
          <a:xfrm>
            <a:off x="4718050" y="5246439"/>
            <a:ext cx="11429999" cy="923330"/>
          </a:xfrm>
          <a:prstGeom prst="rect">
            <a:avLst/>
          </a:prstGeom>
          <a:noFill/>
          <a:ln>
            <a:noFill/>
          </a:ln>
        </p:spPr>
        <p:txBody>
          <a:bodyPr anchorCtr="0" anchor="t" bIns="0" lIns="0" spcFirstLastPara="1" rIns="0" wrap="square" tIns="0">
            <a:spAutoFit/>
          </a:bodyPr>
          <a:lstStyle>
            <a:lvl1pPr indent="-228600" lvl="0" marL="457200" algn="ctr">
              <a:lnSpc>
                <a:spcPct val="100000"/>
              </a:lnSpc>
              <a:spcBef>
                <a:spcPts val="0"/>
              </a:spcBef>
              <a:spcAft>
                <a:spcPts val="0"/>
              </a:spcAft>
              <a:buSzPts val="1400"/>
              <a:buNone/>
              <a:defRPr b="1" sz="6000">
                <a:solidFill>
                  <a:schemeClr val="lt1"/>
                </a:solidFill>
                <a:latin typeface="Arial"/>
                <a:ea typeface="Arial"/>
                <a:cs typeface="Arial"/>
                <a:sym typeface="Arial"/>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17" name="Google Shape;17;p9"/>
          <p:cNvSpPr txBox="1"/>
          <p:nvPr>
            <p:ph idx="3" type="body"/>
          </p:nvPr>
        </p:nvSpPr>
        <p:spPr>
          <a:xfrm>
            <a:off x="5092767" y="7676832"/>
            <a:ext cx="10694988" cy="492443"/>
          </a:xfrm>
          <a:prstGeom prst="rect">
            <a:avLst/>
          </a:prstGeom>
          <a:noFill/>
          <a:ln>
            <a:noFill/>
          </a:ln>
        </p:spPr>
        <p:txBody>
          <a:bodyPr anchorCtr="0" anchor="t" bIns="0" lIns="0" spcFirstLastPara="1" rIns="0" wrap="square" tIns="0">
            <a:spAutoFit/>
          </a:bodyPr>
          <a:lstStyle>
            <a:lvl1pPr indent="-228600" lvl="0" marL="457200" algn="ctr">
              <a:lnSpc>
                <a:spcPct val="100000"/>
              </a:lnSpc>
              <a:spcBef>
                <a:spcPts val="0"/>
              </a:spcBef>
              <a:spcAft>
                <a:spcPts val="0"/>
              </a:spcAft>
              <a:buSzPts val="1400"/>
              <a:buNone/>
              <a:defRPr sz="3200">
                <a:solidFill>
                  <a:schemeClr val="lt1"/>
                </a:solidFill>
                <a:latin typeface="Arial"/>
                <a:ea typeface="Arial"/>
                <a:cs typeface="Arial"/>
                <a:sym typeface="Arial"/>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pic>
        <p:nvPicPr>
          <p:cNvPr id="18" name="Google Shape;18;p9"/>
          <p:cNvPicPr preferRelativeResize="0"/>
          <p:nvPr/>
        </p:nvPicPr>
        <p:blipFill rotWithShape="1">
          <a:blip r:embed="rId3">
            <a:alphaModFix/>
          </a:blip>
          <a:srcRect b="0" l="0" r="0" t="0"/>
          <a:stretch/>
        </p:blipFill>
        <p:spPr>
          <a:xfrm>
            <a:off x="7489667" y="8484983"/>
            <a:ext cx="6220794" cy="2046492"/>
          </a:xfrm>
          <a:prstGeom prst="rect">
            <a:avLst/>
          </a:prstGeom>
          <a:noFill/>
          <a:ln>
            <a:noFill/>
          </a:ln>
        </p:spPr>
      </p:pic>
      <p:pic>
        <p:nvPicPr>
          <p:cNvPr id="19" name="Google Shape;19;p9"/>
          <p:cNvPicPr preferRelativeResize="0"/>
          <p:nvPr/>
        </p:nvPicPr>
        <p:blipFill rotWithShape="1">
          <a:blip r:embed="rId4">
            <a:alphaModFix/>
          </a:blip>
          <a:srcRect b="0" l="0" r="0" t="0"/>
          <a:stretch/>
        </p:blipFill>
        <p:spPr>
          <a:xfrm>
            <a:off x="8210952" y="10282677"/>
            <a:ext cx="4224383" cy="83351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seño personalizado">
  <p:cSld name="Diseño personalizado">
    <p:spTree>
      <p:nvGrpSpPr>
        <p:cNvPr id="20" name="Shape 20"/>
        <p:cNvGrpSpPr/>
        <p:nvPr/>
      </p:nvGrpSpPr>
      <p:grpSpPr>
        <a:xfrm>
          <a:off x="0" y="0"/>
          <a:ext cx="0" cy="0"/>
          <a:chOff x="0" y="0"/>
          <a:chExt cx="0" cy="0"/>
        </a:xfrm>
      </p:grpSpPr>
      <p:sp>
        <p:nvSpPr>
          <p:cNvPr id="21" name="Google Shape;21;p10"/>
          <p:cNvSpPr/>
          <p:nvPr/>
        </p:nvSpPr>
        <p:spPr>
          <a:xfrm>
            <a:off x="14603006" y="1768475"/>
            <a:ext cx="3392804" cy="7564755"/>
          </a:xfrm>
          <a:custGeom>
            <a:rect b="b" l="l" r="r" t="t"/>
            <a:pathLst>
              <a:path extrusionOk="0" h="7564755" w="3392805">
                <a:moveTo>
                  <a:pt x="3392671" y="0"/>
                </a:moveTo>
                <a:lnTo>
                  <a:pt x="0" y="0"/>
                </a:lnTo>
                <a:lnTo>
                  <a:pt x="0" y="7564701"/>
                </a:lnTo>
                <a:lnTo>
                  <a:pt x="3392671" y="7564701"/>
                </a:lnTo>
                <a:lnTo>
                  <a:pt x="3392671" y="0"/>
                </a:lnTo>
                <a:close/>
              </a:path>
            </a:pathLst>
          </a:custGeom>
          <a:solidFill>
            <a:srgbClr val="317DE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2" name="Google Shape;22;p10"/>
          <p:cNvSpPr/>
          <p:nvPr/>
        </p:nvSpPr>
        <p:spPr>
          <a:xfrm>
            <a:off x="10415337" y="1768476"/>
            <a:ext cx="3392804" cy="7616568"/>
          </a:xfrm>
          <a:custGeom>
            <a:rect b="b" l="l" r="r" t="t"/>
            <a:pathLst>
              <a:path extrusionOk="0" h="7564755" w="3392805">
                <a:moveTo>
                  <a:pt x="3392671" y="0"/>
                </a:moveTo>
                <a:lnTo>
                  <a:pt x="0" y="0"/>
                </a:lnTo>
                <a:lnTo>
                  <a:pt x="0" y="7564701"/>
                </a:lnTo>
                <a:lnTo>
                  <a:pt x="3392671" y="7564701"/>
                </a:lnTo>
                <a:lnTo>
                  <a:pt x="3392671" y="0"/>
                </a:lnTo>
                <a:close/>
              </a:path>
            </a:pathLst>
          </a:custGeom>
          <a:solidFill>
            <a:schemeClr val="dk1"/>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3" name="Google Shape;23;p10"/>
          <p:cNvSpPr/>
          <p:nvPr/>
        </p:nvSpPr>
        <p:spPr>
          <a:xfrm>
            <a:off x="6347214" y="1813303"/>
            <a:ext cx="3392804" cy="7564755"/>
          </a:xfrm>
          <a:custGeom>
            <a:rect b="b" l="l" r="r" t="t"/>
            <a:pathLst>
              <a:path extrusionOk="0" h="7564755" w="3392805">
                <a:moveTo>
                  <a:pt x="3392671" y="0"/>
                </a:moveTo>
                <a:lnTo>
                  <a:pt x="0" y="0"/>
                </a:lnTo>
                <a:lnTo>
                  <a:pt x="0" y="7564701"/>
                </a:lnTo>
                <a:lnTo>
                  <a:pt x="3392671" y="7564701"/>
                </a:lnTo>
                <a:lnTo>
                  <a:pt x="3392671" y="0"/>
                </a:lnTo>
                <a:close/>
              </a:path>
            </a:pathLst>
          </a:custGeom>
          <a:solidFill>
            <a:srgbClr val="317DE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4" name="Google Shape;24;p10"/>
          <p:cNvSpPr/>
          <p:nvPr/>
        </p:nvSpPr>
        <p:spPr>
          <a:xfrm>
            <a:off x="2235659" y="1820288"/>
            <a:ext cx="3392804" cy="7564755"/>
          </a:xfrm>
          <a:custGeom>
            <a:rect b="b" l="l" r="r" t="t"/>
            <a:pathLst>
              <a:path extrusionOk="0" h="7564755" w="3392805">
                <a:moveTo>
                  <a:pt x="3392671" y="0"/>
                </a:moveTo>
                <a:lnTo>
                  <a:pt x="0" y="0"/>
                </a:lnTo>
                <a:lnTo>
                  <a:pt x="0" y="7564701"/>
                </a:lnTo>
                <a:lnTo>
                  <a:pt x="3392671" y="7564701"/>
                </a:lnTo>
                <a:lnTo>
                  <a:pt x="3392671" y="0"/>
                </a:lnTo>
                <a:close/>
              </a:path>
            </a:pathLst>
          </a:custGeom>
          <a:solidFill>
            <a:srgbClr val="317DE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5" name="Google Shape;25;p10"/>
          <p:cNvSpPr txBox="1"/>
          <p:nvPr>
            <p:ph idx="1" type="body"/>
          </p:nvPr>
        </p:nvSpPr>
        <p:spPr>
          <a:xfrm>
            <a:off x="2432050" y="4968875"/>
            <a:ext cx="3005299" cy="553998"/>
          </a:xfrm>
          <a:prstGeom prst="rect">
            <a:avLst/>
          </a:prstGeom>
          <a:noFill/>
          <a:ln>
            <a:noFill/>
          </a:ln>
        </p:spPr>
        <p:txBody>
          <a:bodyPr anchorCtr="0" anchor="t" bIns="0" lIns="0" spcFirstLastPara="1" rIns="0" wrap="square" tIns="0">
            <a:spAutoFit/>
          </a:bodyPr>
          <a:lstStyle>
            <a:lvl1pPr indent="-228600" lvl="0" marL="457200" algn="ctr">
              <a:lnSpc>
                <a:spcPct val="100000"/>
              </a:lnSpc>
              <a:spcBef>
                <a:spcPts val="0"/>
              </a:spcBef>
              <a:spcAft>
                <a:spcPts val="0"/>
              </a:spcAft>
              <a:buSzPts val="1400"/>
              <a:buNone/>
              <a:defRPr b="1" sz="3600">
                <a:solidFill>
                  <a:schemeClr val="lt1"/>
                </a:solidFill>
                <a:latin typeface="Arial"/>
                <a:ea typeface="Arial"/>
                <a:cs typeface="Arial"/>
                <a:sym typeface="Arial"/>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26" name="Google Shape;26;p10"/>
          <p:cNvSpPr txBox="1"/>
          <p:nvPr>
            <p:ph idx="2" type="body"/>
          </p:nvPr>
        </p:nvSpPr>
        <p:spPr>
          <a:xfrm>
            <a:off x="2432050" y="2200396"/>
            <a:ext cx="2955170" cy="2308324"/>
          </a:xfrm>
          <a:prstGeom prst="rect">
            <a:avLst/>
          </a:prstGeom>
          <a:noFill/>
          <a:ln>
            <a:noFill/>
          </a:ln>
        </p:spPr>
        <p:txBody>
          <a:bodyPr anchorCtr="0" anchor="t" bIns="0" lIns="0" spcFirstLastPara="1" rIns="0" wrap="square" tIns="0">
            <a:spAutoFit/>
          </a:bodyPr>
          <a:lstStyle>
            <a:lvl1pPr indent="-228600" lvl="0" marL="457200" algn="ctr">
              <a:lnSpc>
                <a:spcPct val="100000"/>
              </a:lnSpc>
              <a:spcBef>
                <a:spcPts val="0"/>
              </a:spcBef>
              <a:spcAft>
                <a:spcPts val="0"/>
              </a:spcAft>
              <a:buSzPts val="1400"/>
              <a:buNone/>
              <a:defRPr b="1" sz="15000">
                <a:solidFill>
                  <a:schemeClr val="lt1"/>
                </a:solidFill>
                <a:latin typeface="Arial"/>
                <a:ea typeface="Arial"/>
                <a:cs typeface="Arial"/>
                <a:sym typeface="Arial"/>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27" name="Google Shape;27;p10"/>
          <p:cNvSpPr txBox="1"/>
          <p:nvPr>
            <p:ph idx="3" type="body"/>
          </p:nvPr>
        </p:nvSpPr>
        <p:spPr>
          <a:xfrm>
            <a:off x="2520907" y="5908547"/>
            <a:ext cx="2916442" cy="553998"/>
          </a:xfrm>
          <a:prstGeom prst="rect">
            <a:avLst/>
          </a:prstGeom>
          <a:noFill/>
          <a:ln>
            <a:noFill/>
          </a:ln>
        </p:spPr>
        <p:txBody>
          <a:bodyPr anchorCtr="0" anchor="t" bIns="0" lIns="0" spcFirstLastPara="1" rIns="0" wrap="square" tIns="0">
            <a:spAutoFit/>
          </a:bodyPr>
          <a:lstStyle>
            <a:lvl1pPr indent="-228600" lvl="0" marL="457200" algn="ctr">
              <a:lnSpc>
                <a:spcPct val="100000"/>
              </a:lnSpc>
              <a:spcBef>
                <a:spcPts val="0"/>
              </a:spcBef>
              <a:spcAft>
                <a:spcPts val="0"/>
              </a:spcAft>
              <a:buSzPts val="1400"/>
              <a:buNone/>
              <a:defRPr>
                <a:solidFill>
                  <a:schemeClr val="lt1"/>
                </a:solidFill>
                <a:latin typeface="Arial"/>
                <a:ea typeface="Arial"/>
                <a:cs typeface="Arial"/>
                <a:sym typeface="Arial"/>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28" name="Google Shape;28;p10"/>
          <p:cNvSpPr txBox="1"/>
          <p:nvPr>
            <p:ph idx="4" type="body"/>
          </p:nvPr>
        </p:nvSpPr>
        <p:spPr>
          <a:xfrm>
            <a:off x="6569873" y="4968875"/>
            <a:ext cx="3005299" cy="553998"/>
          </a:xfrm>
          <a:prstGeom prst="rect">
            <a:avLst/>
          </a:prstGeom>
          <a:noFill/>
          <a:ln>
            <a:noFill/>
          </a:ln>
        </p:spPr>
        <p:txBody>
          <a:bodyPr anchorCtr="0" anchor="t" bIns="0" lIns="0" spcFirstLastPara="1" rIns="0" wrap="square" tIns="0">
            <a:spAutoFit/>
          </a:bodyPr>
          <a:lstStyle>
            <a:lvl1pPr indent="-228600" lvl="0" marL="457200" algn="ctr">
              <a:lnSpc>
                <a:spcPct val="100000"/>
              </a:lnSpc>
              <a:spcBef>
                <a:spcPts val="0"/>
              </a:spcBef>
              <a:spcAft>
                <a:spcPts val="0"/>
              </a:spcAft>
              <a:buSzPts val="1400"/>
              <a:buNone/>
              <a:defRPr b="1" sz="3600">
                <a:solidFill>
                  <a:schemeClr val="lt1"/>
                </a:solidFill>
                <a:latin typeface="Arial"/>
                <a:ea typeface="Arial"/>
                <a:cs typeface="Arial"/>
                <a:sym typeface="Arial"/>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29" name="Google Shape;29;p10"/>
          <p:cNvSpPr txBox="1"/>
          <p:nvPr>
            <p:ph idx="5" type="body"/>
          </p:nvPr>
        </p:nvSpPr>
        <p:spPr>
          <a:xfrm>
            <a:off x="6569873" y="2200396"/>
            <a:ext cx="2955170" cy="2308324"/>
          </a:xfrm>
          <a:prstGeom prst="rect">
            <a:avLst/>
          </a:prstGeom>
          <a:noFill/>
          <a:ln>
            <a:noFill/>
          </a:ln>
        </p:spPr>
        <p:txBody>
          <a:bodyPr anchorCtr="0" anchor="t" bIns="0" lIns="0" spcFirstLastPara="1" rIns="0" wrap="square" tIns="0">
            <a:spAutoFit/>
          </a:bodyPr>
          <a:lstStyle>
            <a:lvl1pPr indent="-228600" lvl="0" marL="457200" algn="ctr">
              <a:lnSpc>
                <a:spcPct val="100000"/>
              </a:lnSpc>
              <a:spcBef>
                <a:spcPts val="0"/>
              </a:spcBef>
              <a:spcAft>
                <a:spcPts val="0"/>
              </a:spcAft>
              <a:buSzPts val="1400"/>
              <a:buNone/>
              <a:defRPr b="1" sz="15000">
                <a:solidFill>
                  <a:schemeClr val="lt1"/>
                </a:solidFill>
                <a:latin typeface="Arial"/>
                <a:ea typeface="Arial"/>
                <a:cs typeface="Arial"/>
                <a:sym typeface="Arial"/>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30" name="Google Shape;30;p10"/>
          <p:cNvSpPr txBox="1"/>
          <p:nvPr>
            <p:ph idx="6" type="body"/>
          </p:nvPr>
        </p:nvSpPr>
        <p:spPr>
          <a:xfrm>
            <a:off x="6658730" y="5908547"/>
            <a:ext cx="2916442" cy="553998"/>
          </a:xfrm>
          <a:prstGeom prst="rect">
            <a:avLst/>
          </a:prstGeom>
          <a:noFill/>
          <a:ln>
            <a:noFill/>
          </a:ln>
        </p:spPr>
        <p:txBody>
          <a:bodyPr anchorCtr="0" anchor="t" bIns="0" lIns="0" spcFirstLastPara="1" rIns="0" wrap="square" tIns="0">
            <a:spAutoFit/>
          </a:bodyPr>
          <a:lstStyle>
            <a:lvl1pPr indent="-228600" lvl="0" marL="457200" algn="ctr">
              <a:lnSpc>
                <a:spcPct val="100000"/>
              </a:lnSpc>
              <a:spcBef>
                <a:spcPts val="0"/>
              </a:spcBef>
              <a:spcAft>
                <a:spcPts val="0"/>
              </a:spcAft>
              <a:buSzPts val="1400"/>
              <a:buNone/>
              <a:defRPr>
                <a:solidFill>
                  <a:schemeClr val="lt1"/>
                </a:solidFill>
                <a:latin typeface="Arial"/>
                <a:ea typeface="Arial"/>
                <a:cs typeface="Arial"/>
                <a:sym typeface="Arial"/>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31" name="Google Shape;31;p10"/>
          <p:cNvSpPr txBox="1"/>
          <p:nvPr>
            <p:ph idx="7" type="body"/>
          </p:nvPr>
        </p:nvSpPr>
        <p:spPr>
          <a:xfrm>
            <a:off x="10642730" y="4968875"/>
            <a:ext cx="3005299" cy="553998"/>
          </a:xfrm>
          <a:prstGeom prst="rect">
            <a:avLst/>
          </a:prstGeom>
          <a:noFill/>
          <a:ln>
            <a:noFill/>
          </a:ln>
        </p:spPr>
        <p:txBody>
          <a:bodyPr anchorCtr="0" anchor="t" bIns="0" lIns="0" spcFirstLastPara="1" rIns="0" wrap="square" tIns="0">
            <a:spAutoFit/>
          </a:bodyPr>
          <a:lstStyle>
            <a:lvl1pPr indent="-228600" lvl="0" marL="457200" algn="ctr">
              <a:lnSpc>
                <a:spcPct val="100000"/>
              </a:lnSpc>
              <a:spcBef>
                <a:spcPts val="0"/>
              </a:spcBef>
              <a:spcAft>
                <a:spcPts val="0"/>
              </a:spcAft>
              <a:buSzPts val="1400"/>
              <a:buNone/>
              <a:defRPr b="1" sz="3600">
                <a:solidFill>
                  <a:schemeClr val="lt1"/>
                </a:solidFill>
                <a:latin typeface="Arial"/>
                <a:ea typeface="Arial"/>
                <a:cs typeface="Arial"/>
                <a:sym typeface="Arial"/>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32" name="Google Shape;32;p10"/>
          <p:cNvSpPr txBox="1"/>
          <p:nvPr>
            <p:ph idx="8" type="body"/>
          </p:nvPr>
        </p:nvSpPr>
        <p:spPr>
          <a:xfrm>
            <a:off x="10642730" y="2200396"/>
            <a:ext cx="2955170" cy="2308324"/>
          </a:xfrm>
          <a:prstGeom prst="rect">
            <a:avLst/>
          </a:prstGeom>
          <a:noFill/>
          <a:ln>
            <a:noFill/>
          </a:ln>
        </p:spPr>
        <p:txBody>
          <a:bodyPr anchorCtr="0" anchor="t" bIns="0" lIns="0" spcFirstLastPara="1" rIns="0" wrap="square" tIns="0">
            <a:spAutoFit/>
          </a:bodyPr>
          <a:lstStyle>
            <a:lvl1pPr indent="-228600" lvl="0" marL="457200" algn="ctr">
              <a:lnSpc>
                <a:spcPct val="100000"/>
              </a:lnSpc>
              <a:spcBef>
                <a:spcPts val="0"/>
              </a:spcBef>
              <a:spcAft>
                <a:spcPts val="0"/>
              </a:spcAft>
              <a:buSzPts val="1400"/>
              <a:buNone/>
              <a:defRPr b="1" sz="15000">
                <a:solidFill>
                  <a:schemeClr val="lt1"/>
                </a:solidFill>
                <a:latin typeface="Arial"/>
                <a:ea typeface="Arial"/>
                <a:cs typeface="Arial"/>
                <a:sym typeface="Arial"/>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33" name="Google Shape;33;p10"/>
          <p:cNvSpPr txBox="1"/>
          <p:nvPr>
            <p:ph idx="9" type="body"/>
          </p:nvPr>
        </p:nvSpPr>
        <p:spPr>
          <a:xfrm>
            <a:off x="10731587" y="5908547"/>
            <a:ext cx="2916442" cy="553998"/>
          </a:xfrm>
          <a:prstGeom prst="rect">
            <a:avLst/>
          </a:prstGeom>
          <a:noFill/>
          <a:ln>
            <a:noFill/>
          </a:ln>
        </p:spPr>
        <p:txBody>
          <a:bodyPr anchorCtr="0" anchor="t" bIns="0" lIns="0" spcFirstLastPara="1" rIns="0" wrap="square" tIns="0">
            <a:spAutoFit/>
          </a:bodyPr>
          <a:lstStyle>
            <a:lvl1pPr indent="-228600" lvl="0" marL="457200" algn="ctr">
              <a:lnSpc>
                <a:spcPct val="100000"/>
              </a:lnSpc>
              <a:spcBef>
                <a:spcPts val="0"/>
              </a:spcBef>
              <a:spcAft>
                <a:spcPts val="0"/>
              </a:spcAft>
              <a:buSzPts val="1400"/>
              <a:buNone/>
              <a:defRPr>
                <a:solidFill>
                  <a:schemeClr val="lt1"/>
                </a:solidFill>
                <a:latin typeface="Arial"/>
                <a:ea typeface="Arial"/>
                <a:cs typeface="Arial"/>
                <a:sym typeface="Arial"/>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34" name="Google Shape;34;p10"/>
          <p:cNvSpPr txBox="1"/>
          <p:nvPr>
            <p:ph idx="13" type="body"/>
          </p:nvPr>
        </p:nvSpPr>
        <p:spPr>
          <a:xfrm>
            <a:off x="14844104" y="4968875"/>
            <a:ext cx="3005299" cy="553998"/>
          </a:xfrm>
          <a:prstGeom prst="rect">
            <a:avLst/>
          </a:prstGeom>
          <a:noFill/>
          <a:ln>
            <a:noFill/>
          </a:ln>
        </p:spPr>
        <p:txBody>
          <a:bodyPr anchorCtr="0" anchor="t" bIns="0" lIns="0" spcFirstLastPara="1" rIns="0" wrap="square" tIns="0">
            <a:spAutoFit/>
          </a:bodyPr>
          <a:lstStyle>
            <a:lvl1pPr indent="-228600" lvl="0" marL="457200" algn="ctr">
              <a:lnSpc>
                <a:spcPct val="100000"/>
              </a:lnSpc>
              <a:spcBef>
                <a:spcPts val="0"/>
              </a:spcBef>
              <a:spcAft>
                <a:spcPts val="0"/>
              </a:spcAft>
              <a:buSzPts val="1400"/>
              <a:buNone/>
              <a:defRPr b="1" sz="3600">
                <a:solidFill>
                  <a:schemeClr val="lt1"/>
                </a:solidFill>
                <a:latin typeface="Arial"/>
                <a:ea typeface="Arial"/>
                <a:cs typeface="Arial"/>
                <a:sym typeface="Arial"/>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35" name="Google Shape;35;p10"/>
          <p:cNvSpPr txBox="1"/>
          <p:nvPr>
            <p:ph idx="14" type="body"/>
          </p:nvPr>
        </p:nvSpPr>
        <p:spPr>
          <a:xfrm>
            <a:off x="14844104" y="2200396"/>
            <a:ext cx="2955170" cy="2308324"/>
          </a:xfrm>
          <a:prstGeom prst="rect">
            <a:avLst/>
          </a:prstGeom>
          <a:noFill/>
          <a:ln>
            <a:noFill/>
          </a:ln>
        </p:spPr>
        <p:txBody>
          <a:bodyPr anchorCtr="0" anchor="t" bIns="0" lIns="0" spcFirstLastPara="1" rIns="0" wrap="square" tIns="0">
            <a:spAutoFit/>
          </a:bodyPr>
          <a:lstStyle>
            <a:lvl1pPr indent="-228600" lvl="0" marL="457200" algn="ctr">
              <a:lnSpc>
                <a:spcPct val="100000"/>
              </a:lnSpc>
              <a:spcBef>
                <a:spcPts val="0"/>
              </a:spcBef>
              <a:spcAft>
                <a:spcPts val="0"/>
              </a:spcAft>
              <a:buSzPts val="1400"/>
              <a:buNone/>
              <a:defRPr b="1" sz="15000">
                <a:solidFill>
                  <a:schemeClr val="lt1"/>
                </a:solidFill>
                <a:latin typeface="Arial"/>
                <a:ea typeface="Arial"/>
                <a:cs typeface="Arial"/>
                <a:sym typeface="Arial"/>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36" name="Google Shape;36;p10"/>
          <p:cNvSpPr txBox="1"/>
          <p:nvPr>
            <p:ph idx="15" type="body"/>
          </p:nvPr>
        </p:nvSpPr>
        <p:spPr>
          <a:xfrm>
            <a:off x="14932961" y="5908547"/>
            <a:ext cx="2916442" cy="553998"/>
          </a:xfrm>
          <a:prstGeom prst="rect">
            <a:avLst/>
          </a:prstGeom>
          <a:noFill/>
          <a:ln>
            <a:noFill/>
          </a:ln>
        </p:spPr>
        <p:txBody>
          <a:bodyPr anchorCtr="0" anchor="t" bIns="0" lIns="0" spcFirstLastPara="1" rIns="0" wrap="square" tIns="0">
            <a:spAutoFit/>
          </a:bodyPr>
          <a:lstStyle>
            <a:lvl1pPr indent="-228600" lvl="0" marL="457200" algn="ctr">
              <a:lnSpc>
                <a:spcPct val="100000"/>
              </a:lnSpc>
              <a:spcBef>
                <a:spcPts val="0"/>
              </a:spcBef>
              <a:spcAft>
                <a:spcPts val="0"/>
              </a:spcAft>
              <a:buSzPts val="1400"/>
              <a:buNone/>
              <a:defRPr>
                <a:solidFill>
                  <a:schemeClr val="lt1"/>
                </a:solidFill>
                <a:latin typeface="Arial"/>
                <a:ea typeface="Arial"/>
                <a:cs typeface="Arial"/>
                <a:sym typeface="Arial"/>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37" name="Google Shape;37;p10"/>
          <p:cNvSpPr/>
          <p:nvPr/>
        </p:nvSpPr>
        <p:spPr>
          <a:xfrm>
            <a:off x="3579241" y="5730875"/>
            <a:ext cx="751840" cy="60325"/>
          </a:xfrm>
          <a:custGeom>
            <a:rect b="b" l="l" r="r" t="t"/>
            <a:pathLst>
              <a:path extrusionOk="0" h="60325" w="751839">
                <a:moveTo>
                  <a:pt x="751281" y="0"/>
                </a:moveTo>
                <a:lnTo>
                  <a:pt x="0" y="0"/>
                </a:lnTo>
                <a:lnTo>
                  <a:pt x="0" y="23914"/>
                </a:lnTo>
                <a:lnTo>
                  <a:pt x="0" y="36068"/>
                </a:lnTo>
                <a:lnTo>
                  <a:pt x="0" y="60096"/>
                </a:lnTo>
                <a:lnTo>
                  <a:pt x="751281" y="60096"/>
                </a:lnTo>
                <a:lnTo>
                  <a:pt x="751281" y="36068"/>
                </a:lnTo>
                <a:lnTo>
                  <a:pt x="751281" y="23914"/>
                </a:lnTo>
                <a:lnTo>
                  <a:pt x="751281" y="0"/>
                </a:lnTo>
                <a:close/>
              </a:path>
            </a:pathLst>
          </a:custGeom>
          <a:solidFill>
            <a:schemeClr val="dk1"/>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8" name="Google Shape;38;p10"/>
          <p:cNvSpPr/>
          <p:nvPr/>
        </p:nvSpPr>
        <p:spPr>
          <a:xfrm>
            <a:off x="7667696" y="5730875"/>
            <a:ext cx="751840" cy="60325"/>
          </a:xfrm>
          <a:custGeom>
            <a:rect b="b" l="l" r="r" t="t"/>
            <a:pathLst>
              <a:path extrusionOk="0" h="60325" w="751839">
                <a:moveTo>
                  <a:pt x="751281" y="0"/>
                </a:moveTo>
                <a:lnTo>
                  <a:pt x="0" y="0"/>
                </a:lnTo>
                <a:lnTo>
                  <a:pt x="0" y="23914"/>
                </a:lnTo>
                <a:lnTo>
                  <a:pt x="0" y="36068"/>
                </a:lnTo>
                <a:lnTo>
                  <a:pt x="0" y="60096"/>
                </a:lnTo>
                <a:lnTo>
                  <a:pt x="751281" y="60096"/>
                </a:lnTo>
                <a:lnTo>
                  <a:pt x="751281" y="36068"/>
                </a:lnTo>
                <a:lnTo>
                  <a:pt x="751281" y="23914"/>
                </a:lnTo>
                <a:lnTo>
                  <a:pt x="751281" y="0"/>
                </a:lnTo>
                <a:close/>
              </a:path>
            </a:pathLst>
          </a:custGeom>
          <a:solidFill>
            <a:schemeClr val="dk1"/>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9" name="Google Shape;39;p10"/>
          <p:cNvSpPr/>
          <p:nvPr/>
        </p:nvSpPr>
        <p:spPr>
          <a:xfrm>
            <a:off x="15995650" y="5730875"/>
            <a:ext cx="751840" cy="60325"/>
          </a:xfrm>
          <a:custGeom>
            <a:rect b="b" l="l" r="r" t="t"/>
            <a:pathLst>
              <a:path extrusionOk="0" h="60325" w="751839">
                <a:moveTo>
                  <a:pt x="751281" y="0"/>
                </a:moveTo>
                <a:lnTo>
                  <a:pt x="0" y="0"/>
                </a:lnTo>
                <a:lnTo>
                  <a:pt x="0" y="23914"/>
                </a:lnTo>
                <a:lnTo>
                  <a:pt x="0" y="36068"/>
                </a:lnTo>
                <a:lnTo>
                  <a:pt x="0" y="60096"/>
                </a:lnTo>
                <a:lnTo>
                  <a:pt x="751281" y="60096"/>
                </a:lnTo>
                <a:lnTo>
                  <a:pt x="751281" y="36068"/>
                </a:lnTo>
                <a:lnTo>
                  <a:pt x="751281" y="23914"/>
                </a:lnTo>
                <a:lnTo>
                  <a:pt x="751281" y="0"/>
                </a:lnTo>
                <a:close/>
              </a:path>
            </a:pathLst>
          </a:custGeom>
          <a:solidFill>
            <a:schemeClr val="dk1"/>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0" name="Google Shape;40;p10"/>
          <p:cNvSpPr/>
          <p:nvPr/>
        </p:nvSpPr>
        <p:spPr>
          <a:xfrm>
            <a:off x="11728450" y="5719885"/>
            <a:ext cx="751840" cy="60325"/>
          </a:xfrm>
          <a:custGeom>
            <a:rect b="b" l="l" r="r" t="t"/>
            <a:pathLst>
              <a:path extrusionOk="0" h="60325" w="751839">
                <a:moveTo>
                  <a:pt x="751281" y="0"/>
                </a:moveTo>
                <a:lnTo>
                  <a:pt x="0" y="0"/>
                </a:lnTo>
                <a:lnTo>
                  <a:pt x="0" y="23914"/>
                </a:lnTo>
                <a:lnTo>
                  <a:pt x="0" y="36068"/>
                </a:lnTo>
                <a:lnTo>
                  <a:pt x="0" y="60096"/>
                </a:lnTo>
                <a:lnTo>
                  <a:pt x="751281" y="60096"/>
                </a:lnTo>
                <a:lnTo>
                  <a:pt x="751281" y="36068"/>
                </a:lnTo>
                <a:lnTo>
                  <a:pt x="751281" y="23914"/>
                </a:lnTo>
                <a:lnTo>
                  <a:pt x="751281" y="0"/>
                </a:lnTo>
                <a:close/>
              </a:path>
            </a:pathLst>
          </a:custGeom>
          <a:solidFill>
            <a:schemeClr val="lt1"/>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1" name="Google Shape;41;p10"/>
          <p:cNvSpPr/>
          <p:nvPr/>
        </p:nvSpPr>
        <p:spPr>
          <a:xfrm>
            <a:off x="16958625" y="10426287"/>
            <a:ext cx="1618615" cy="525145"/>
          </a:xfrm>
          <a:custGeom>
            <a:rect b="b" l="l" r="r" t="t"/>
            <a:pathLst>
              <a:path extrusionOk="0" h="525145" w="1618615">
                <a:moveTo>
                  <a:pt x="453097" y="247865"/>
                </a:moveTo>
                <a:lnTo>
                  <a:pt x="449186" y="196367"/>
                </a:lnTo>
                <a:lnTo>
                  <a:pt x="437921" y="151307"/>
                </a:lnTo>
                <a:lnTo>
                  <a:pt x="419925" y="112522"/>
                </a:lnTo>
                <a:lnTo>
                  <a:pt x="395884" y="79870"/>
                </a:lnTo>
                <a:lnTo>
                  <a:pt x="366445" y="53213"/>
                </a:lnTo>
                <a:lnTo>
                  <a:pt x="330708" y="31546"/>
                </a:lnTo>
                <a:lnTo>
                  <a:pt x="330708" y="251650"/>
                </a:lnTo>
                <a:lnTo>
                  <a:pt x="325094" y="307492"/>
                </a:lnTo>
                <a:lnTo>
                  <a:pt x="308851" y="352729"/>
                </a:lnTo>
                <a:lnTo>
                  <a:pt x="282892" y="387540"/>
                </a:lnTo>
                <a:lnTo>
                  <a:pt x="248132" y="412089"/>
                </a:lnTo>
                <a:lnTo>
                  <a:pt x="205486" y="426542"/>
                </a:lnTo>
                <a:lnTo>
                  <a:pt x="155841" y="431076"/>
                </a:lnTo>
                <a:lnTo>
                  <a:pt x="145161" y="431038"/>
                </a:lnTo>
                <a:lnTo>
                  <a:pt x="134264" y="430784"/>
                </a:lnTo>
                <a:lnTo>
                  <a:pt x="124079" y="430098"/>
                </a:lnTo>
                <a:lnTo>
                  <a:pt x="115519" y="428764"/>
                </a:lnTo>
                <a:lnTo>
                  <a:pt x="115519" y="93497"/>
                </a:lnTo>
                <a:lnTo>
                  <a:pt x="124383" y="91821"/>
                </a:lnTo>
                <a:lnTo>
                  <a:pt x="136080" y="90347"/>
                </a:lnTo>
                <a:lnTo>
                  <a:pt x="150622" y="89319"/>
                </a:lnTo>
                <a:lnTo>
                  <a:pt x="168008" y="88925"/>
                </a:lnTo>
                <a:lnTo>
                  <a:pt x="214909" y="93319"/>
                </a:lnTo>
                <a:lnTo>
                  <a:pt x="254800" y="106616"/>
                </a:lnTo>
                <a:lnTo>
                  <a:pt x="286994" y="128943"/>
                </a:lnTo>
                <a:lnTo>
                  <a:pt x="310832" y="160464"/>
                </a:lnTo>
                <a:lnTo>
                  <a:pt x="325628" y="201320"/>
                </a:lnTo>
                <a:lnTo>
                  <a:pt x="330708" y="251650"/>
                </a:lnTo>
                <a:lnTo>
                  <a:pt x="330708" y="31546"/>
                </a:lnTo>
                <a:lnTo>
                  <a:pt x="326796" y="29171"/>
                </a:lnTo>
                <a:lnTo>
                  <a:pt x="279666" y="12636"/>
                </a:lnTo>
                <a:lnTo>
                  <a:pt x="223278" y="3073"/>
                </a:lnTo>
                <a:lnTo>
                  <a:pt x="155841" y="0"/>
                </a:lnTo>
                <a:lnTo>
                  <a:pt x="113093" y="711"/>
                </a:lnTo>
                <a:lnTo>
                  <a:pt x="72212" y="2857"/>
                </a:lnTo>
                <a:lnTo>
                  <a:pt x="34175" y="6413"/>
                </a:lnTo>
                <a:lnTo>
                  <a:pt x="0" y="11417"/>
                </a:lnTo>
                <a:lnTo>
                  <a:pt x="0" y="513930"/>
                </a:lnTo>
                <a:lnTo>
                  <a:pt x="23964" y="516724"/>
                </a:lnTo>
                <a:lnTo>
                  <a:pt x="53784" y="519150"/>
                </a:lnTo>
                <a:lnTo>
                  <a:pt x="89585" y="520877"/>
                </a:lnTo>
                <a:lnTo>
                  <a:pt x="131495" y="521525"/>
                </a:lnTo>
                <a:lnTo>
                  <a:pt x="189534" y="518960"/>
                </a:lnTo>
                <a:lnTo>
                  <a:pt x="242811" y="511162"/>
                </a:lnTo>
                <a:lnTo>
                  <a:pt x="290804" y="498043"/>
                </a:lnTo>
                <a:lnTo>
                  <a:pt x="332955" y="479501"/>
                </a:lnTo>
                <a:lnTo>
                  <a:pt x="368719" y="455409"/>
                </a:lnTo>
                <a:lnTo>
                  <a:pt x="396163" y="427177"/>
                </a:lnTo>
                <a:lnTo>
                  <a:pt x="419430" y="392518"/>
                </a:lnTo>
                <a:lnTo>
                  <a:pt x="437400" y="351231"/>
                </a:lnTo>
                <a:lnTo>
                  <a:pt x="448983" y="303085"/>
                </a:lnTo>
                <a:lnTo>
                  <a:pt x="453097" y="247865"/>
                </a:lnTo>
                <a:close/>
              </a:path>
              <a:path extrusionOk="0" h="525145" w="1618615">
                <a:moveTo>
                  <a:pt x="849947" y="516191"/>
                </a:moveTo>
                <a:lnTo>
                  <a:pt x="848817" y="491236"/>
                </a:lnTo>
                <a:lnTo>
                  <a:pt x="847839" y="463080"/>
                </a:lnTo>
                <a:lnTo>
                  <a:pt x="847140" y="431634"/>
                </a:lnTo>
                <a:lnTo>
                  <a:pt x="846874" y="396836"/>
                </a:lnTo>
                <a:lnTo>
                  <a:pt x="846874" y="144449"/>
                </a:lnTo>
                <a:lnTo>
                  <a:pt x="731316" y="144449"/>
                </a:lnTo>
                <a:lnTo>
                  <a:pt x="731316" y="365671"/>
                </a:lnTo>
                <a:lnTo>
                  <a:pt x="731037" y="372808"/>
                </a:lnTo>
                <a:lnTo>
                  <a:pt x="707301" y="417766"/>
                </a:lnTo>
                <a:lnTo>
                  <a:pt x="668985" y="431076"/>
                </a:lnTo>
                <a:lnTo>
                  <a:pt x="642531" y="425119"/>
                </a:lnTo>
                <a:lnTo>
                  <a:pt x="624332" y="407974"/>
                </a:lnTo>
                <a:lnTo>
                  <a:pt x="613841" y="380707"/>
                </a:lnTo>
                <a:lnTo>
                  <a:pt x="610463" y="344398"/>
                </a:lnTo>
                <a:lnTo>
                  <a:pt x="610463" y="144449"/>
                </a:lnTo>
                <a:lnTo>
                  <a:pt x="494906" y="144449"/>
                </a:lnTo>
                <a:lnTo>
                  <a:pt x="494906" y="362623"/>
                </a:lnTo>
                <a:lnTo>
                  <a:pt x="501205" y="423557"/>
                </a:lnTo>
                <a:lnTo>
                  <a:pt x="519036" y="469226"/>
                </a:lnTo>
                <a:lnTo>
                  <a:pt x="546785" y="500634"/>
                </a:lnTo>
                <a:lnTo>
                  <a:pt x="582866" y="518756"/>
                </a:lnTo>
                <a:lnTo>
                  <a:pt x="625652" y="524573"/>
                </a:lnTo>
                <a:lnTo>
                  <a:pt x="670026" y="518274"/>
                </a:lnTo>
                <a:lnTo>
                  <a:pt x="703491" y="502716"/>
                </a:lnTo>
                <a:lnTo>
                  <a:pt x="727113" y="482879"/>
                </a:lnTo>
                <a:lnTo>
                  <a:pt x="741972" y="463753"/>
                </a:lnTo>
                <a:lnTo>
                  <a:pt x="744245" y="463753"/>
                </a:lnTo>
                <a:lnTo>
                  <a:pt x="749592" y="516191"/>
                </a:lnTo>
                <a:lnTo>
                  <a:pt x="849947" y="516191"/>
                </a:lnTo>
                <a:close/>
              </a:path>
              <a:path extrusionOk="0" h="525145" w="1618615">
                <a:moveTo>
                  <a:pt x="1277759" y="326885"/>
                </a:moveTo>
                <a:lnTo>
                  <a:pt x="1273225" y="280898"/>
                </a:lnTo>
                <a:lnTo>
                  <a:pt x="1260055" y="239864"/>
                </a:lnTo>
                <a:lnTo>
                  <a:pt x="1247533" y="218948"/>
                </a:lnTo>
                <a:lnTo>
                  <a:pt x="1238923" y="204558"/>
                </a:lnTo>
                <a:lnTo>
                  <a:pt x="1210513" y="175742"/>
                </a:lnTo>
                <a:lnTo>
                  <a:pt x="1175537" y="154216"/>
                </a:lnTo>
                <a:lnTo>
                  <a:pt x="1157643" y="148323"/>
                </a:lnTo>
                <a:lnTo>
                  <a:pt x="1157643" y="329958"/>
                </a:lnTo>
                <a:lnTo>
                  <a:pt x="1152537" y="375627"/>
                </a:lnTo>
                <a:lnTo>
                  <a:pt x="1137881" y="410908"/>
                </a:lnTo>
                <a:lnTo>
                  <a:pt x="1114679" y="433641"/>
                </a:lnTo>
                <a:lnTo>
                  <a:pt x="1083906" y="441693"/>
                </a:lnTo>
                <a:lnTo>
                  <a:pt x="1083157" y="441693"/>
                </a:lnTo>
                <a:lnTo>
                  <a:pt x="1050861" y="433222"/>
                </a:lnTo>
                <a:lnTo>
                  <a:pt x="1027264" y="409867"/>
                </a:lnTo>
                <a:lnTo>
                  <a:pt x="1012799" y="374675"/>
                </a:lnTo>
                <a:lnTo>
                  <a:pt x="1007884" y="330708"/>
                </a:lnTo>
                <a:lnTo>
                  <a:pt x="1012063" y="289839"/>
                </a:lnTo>
                <a:lnTo>
                  <a:pt x="1025372" y="254025"/>
                </a:lnTo>
                <a:lnTo>
                  <a:pt x="1048931" y="228612"/>
                </a:lnTo>
                <a:lnTo>
                  <a:pt x="1083906" y="218948"/>
                </a:lnTo>
                <a:lnTo>
                  <a:pt x="1117574" y="228612"/>
                </a:lnTo>
                <a:lnTo>
                  <a:pt x="1140447" y="253936"/>
                </a:lnTo>
                <a:lnTo>
                  <a:pt x="1153502" y="289521"/>
                </a:lnTo>
                <a:lnTo>
                  <a:pt x="1157643" y="329958"/>
                </a:lnTo>
                <a:lnTo>
                  <a:pt x="1157643" y="148323"/>
                </a:lnTo>
                <a:lnTo>
                  <a:pt x="1134618" y="140728"/>
                </a:lnTo>
                <a:lnTo>
                  <a:pt x="1088466" y="136067"/>
                </a:lnTo>
                <a:lnTo>
                  <a:pt x="1039609" y="140665"/>
                </a:lnTo>
                <a:lnTo>
                  <a:pt x="996442" y="154089"/>
                </a:lnTo>
                <a:lnTo>
                  <a:pt x="959637" y="175755"/>
                </a:lnTo>
                <a:lnTo>
                  <a:pt x="929855" y="205041"/>
                </a:lnTo>
                <a:lnTo>
                  <a:pt x="907770" y="241401"/>
                </a:lnTo>
                <a:lnTo>
                  <a:pt x="894016" y="284226"/>
                </a:lnTo>
                <a:lnTo>
                  <a:pt x="889292" y="332955"/>
                </a:lnTo>
                <a:lnTo>
                  <a:pt x="894245" y="381393"/>
                </a:lnTo>
                <a:lnTo>
                  <a:pt x="908405" y="423481"/>
                </a:lnTo>
                <a:lnTo>
                  <a:pt x="930757" y="458812"/>
                </a:lnTo>
                <a:lnTo>
                  <a:pt x="960272" y="486994"/>
                </a:lnTo>
                <a:lnTo>
                  <a:pt x="995946" y="507606"/>
                </a:lnTo>
                <a:lnTo>
                  <a:pt x="1036726" y="520268"/>
                </a:lnTo>
                <a:lnTo>
                  <a:pt x="1081608" y="524573"/>
                </a:lnTo>
                <a:lnTo>
                  <a:pt x="1082382" y="524573"/>
                </a:lnTo>
                <a:lnTo>
                  <a:pt x="1124318" y="520725"/>
                </a:lnTo>
                <a:lnTo>
                  <a:pt x="1164336" y="509054"/>
                </a:lnTo>
                <a:lnTo>
                  <a:pt x="1200772" y="489381"/>
                </a:lnTo>
                <a:lnTo>
                  <a:pt x="1231976" y="461518"/>
                </a:lnTo>
                <a:lnTo>
                  <a:pt x="1245285" y="441693"/>
                </a:lnTo>
                <a:lnTo>
                  <a:pt x="1256322" y="425259"/>
                </a:lnTo>
                <a:lnTo>
                  <a:pt x="1272120" y="380453"/>
                </a:lnTo>
                <a:lnTo>
                  <a:pt x="1277759" y="326885"/>
                </a:lnTo>
                <a:close/>
              </a:path>
              <a:path extrusionOk="0" h="525145" w="1618615">
                <a:moveTo>
                  <a:pt x="1618411" y="150533"/>
                </a:moveTo>
                <a:lnTo>
                  <a:pt x="1598650" y="144424"/>
                </a:lnTo>
                <a:lnTo>
                  <a:pt x="1576603" y="139865"/>
                </a:lnTo>
                <a:lnTo>
                  <a:pt x="1553413" y="137033"/>
                </a:lnTo>
                <a:lnTo>
                  <a:pt x="1530223" y="136055"/>
                </a:lnTo>
                <a:lnTo>
                  <a:pt x="1474876" y="141300"/>
                </a:lnTo>
                <a:lnTo>
                  <a:pt x="1427530" y="156235"/>
                </a:lnTo>
                <a:lnTo>
                  <a:pt x="1388376" y="179628"/>
                </a:lnTo>
                <a:lnTo>
                  <a:pt x="1357591" y="210299"/>
                </a:lnTo>
                <a:lnTo>
                  <a:pt x="1335366" y="247015"/>
                </a:lnTo>
                <a:lnTo>
                  <a:pt x="1321904" y="288569"/>
                </a:lnTo>
                <a:lnTo>
                  <a:pt x="1317371" y="333743"/>
                </a:lnTo>
                <a:lnTo>
                  <a:pt x="1321968" y="381190"/>
                </a:lnTo>
                <a:lnTo>
                  <a:pt x="1335392" y="422783"/>
                </a:lnTo>
                <a:lnTo>
                  <a:pt x="1357045" y="458012"/>
                </a:lnTo>
                <a:lnTo>
                  <a:pt x="1386344" y="486346"/>
                </a:lnTo>
                <a:lnTo>
                  <a:pt x="1422704" y="507225"/>
                </a:lnTo>
                <a:lnTo>
                  <a:pt x="1465541" y="520153"/>
                </a:lnTo>
                <a:lnTo>
                  <a:pt x="1514259" y="524573"/>
                </a:lnTo>
                <a:lnTo>
                  <a:pt x="1546148" y="523240"/>
                </a:lnTo>
                <a:lnTo>
                  <a:pt x="1599057" y="514007"/>
                </a:lnTo>
                <a:lnTo>
                  <a:pt x="1603971" y="421932"/>
                </a:lnTo>
                <a:lnTo>
                  <a:pt x="1590116" y="427050"/>
                </a:lnTo>
                <a:lnTo>
                  <a:pt x="1574609" y="430872"/>
                </a:lnTo>
                <a:lnTo>
                  <a:pt x="1557248" y="433273"/>
                </a:lnTo>
                <a:lnTo>
                  <a:pt x="1537817" y="434098"/>
                </a:lnTo>
                <a:lnTo>
                  <a:pt x="1498168" y="427329"/>
                </a:lnTo>
                <a:lnTo>
                  <a:pt x="1465795" y="407301"/>
                </a:lnTo>
                <a:lnTo>
                  <a:pt x="1443951" y="374446"/>
                </a:lnTo>
                <a:lnTo>
                  <a:pt x="1435938" y="329196"/>
                </a:lnTo>
                <a:lnTo>
                  <a:pt x="1442631" y="287261"/>
                </a:lnTo>
                <a:lnTo>
                  <a:pt x="1462659" y="254304"/>
                </a:lnTo>
                <a:lnTo>
                  <a:pt x="1494218" y="232752"/>
                </a:lnTo>
                <a:lnTo>
                  <a:pt x="1535557" y="225031"/>
                </a:lnTo>
                <a:lnTo>
                  <a:pt x="1556562" y="225958"/>
                </a:lnTo>
                <a:lnTo>
                  <a:pt x="1574152" y="228447"/>
                </a:lnTo>
                <a:lnTo>
                  <a:pt x="1588592" y="232092"/>
                </a:lnTo>
                <a:lnTo>
                  <a:pt x="1600174" y="236435"/>
                </a:lnTo>
                <a:lnTo>
                  <a:pt x="1618411" y="150533"/>
                </a:lnTo>
                <a:close/>
              </a:path>
            </a:pathLst>
          </a:custGeom>
          <a:solidFill>
            <a:srgbClr val="FEB62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2" name="Google Shape;42;p10"/>
          <p:cNvSpPr/>
          <p:nvPr/>
        </p:nvSpPr>
        <p:spPr>
          <a:xfrm>
            <a:off x="18689266" y="10470436"/>
            <a:ext cx="388620" cy="482600"/>
          </a:xfrm>
          <a:custGeom>
            <a:rect b="b" l="l" r="r" t="t"/>
            <a:pathLst>
              <a:path extrusionOk="0" h="482600" w="388619">
                <a:moveTo>
                  <a:pt x="388176" y="0"/>
                </a:moveTo>
                <a:lnTo>
                  <a:pt x="281090" y="0"/>
                </a:lnTo>
                <a:lnTo>
                  <a:pt x="281090" y="273331"/>
                </a:lnTo>
                <a:lnTo>
                  <a:pt x="275370" y="327965"/>
                </a:lnTo>
                <a:lnTo>
                  <a:pt x="258558" y="366414"/>
                </a:lnTo>
                <a:lnTo>
                  <a:pt x="231178" y="389143"/>
                </a:lnTo>
                <a:lnTo>
                  <a:pt x="193753" y="396616"/>
                </a:lnTo>
                <a:lnTo>
                  <a:pt x="157139" y="388845"/>
                </a:lnTo>
                <a:lnTo>
                  <a:pt x="130175" y="365621"/>
                </a:lnTo>
                <a:lnTo>
                  <a:pt x="113516" y="327072"/>
                </a:lnTo>
                <a:lnTo>
                  <a:pt x="107818" y="273331"/>
                </a:lnTo>
                <a:lnTo>
                  <a:pt x="107818" y="0"/>
                </a:lnTo>
                <a:lnTo>
                  <a:pt x="0" y="0"/>
                </a:lnTo>
                <a:lnTo>
                  <a:pt x="0" y="264892"/>
                </a:lnTo>
                <a:lnTo>
                  <a:pt x="4253" y="324651"/>
                </a:lnTo>
                <a:lnTo>
                  <a:pt x="16765" y="374300"/>
                </a:lnTo>
                <a:lnTo>
                  <a:pt x="37165" y="414172"/>
                </a:lnTo>
                <a:lnTo>
                  <a:pt x="65082" y="444602"/>
                </a:lnTo>
                <a:lnTo>
                  <a:pt x="100145" y="465925"/>
                </a:lnTo>
                <a:lnTo>
                  <a:pt x="141983" y="478473"/>
                </a:lnTo>
                <a:lnTo>
                  <a:pt x="190224" y="482582"/>
                </a:lnTo>
                <a:lnTo>
                  <a:pt x="240229" y="478290"/>
                </a:lnTo>
                <a:lnTo>
                  <a:pt x="283689" y="465335"/>
                </a:lnTo>
                <a:lnTo>
                  <a:pt x="320188" y="443592"/>
                </a:lnTo>
                <a:lnTo>
                  <a:pt x="349304" y="412939"/>
                </a:lnTo>
                <a:lnTo>
                  <a:pt x="370620" y="373254"/>
                </a:lnTo>
                <a:lnTo>
                  <a:pt x="383717" y="324414"/>
                </a:lnTo>
                <a:lnTo>
                  <a:pt x="388176" y="266295"/>
                </a:lnTo>
                <a:lnTo>
                  <a:pt x="388176"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nvGrpSpPr>
          <p:cNvPr id="43" name="Google Shape;43;p10"/>
          <p:cNvGrpSpPr/>
          <p:nvPr/>
        </p:nvGrpSpPr>
        <p:grpSpPr>
          <a:xfrm>
            <a:off x="19131280" y="10355374"/>
            <a:ext cx="445703" cy="598161"/>
            <a:chOff x="18406074" y="10234089"/>
            <a:chExt cx="445703" cy="598161"/>
          </a:xfrm>
        </p:grpSpPr>
        <p:sp>
          <p:nvSpPr>
            <p:cNvPr id="44" name="Google Shape;44;p10"/>
            <p:cNvSpPr/>
            <p:nvPr/>
          </p:nvSpPr>
          <p:spPr>
            <a:xfrm>
              <a:off x="18406074" y="10341395"/>
              <a:ext cx="376555" cy="490855"/>
            </a:xfrm>
            <a:custGeom>
              <a:rect b="b" l="l" r="r" t="t"/>
              <a:pathLst>
                <a:path extrusionOk="0" h="490854" w="376555">
                  <a:moveTo>
                    <a:pt x="259248" y="0"/>
                  </a:moveTo>
                  <a:lnTo>
                    <a:pt x="212510" y="3315"/>
                  </a:lnTo>
                  <a:lnTo>
                    <a:pt x="168577" y="13160"/>
                  </a:lnTo>
                  <a:lnTo>
                    <a:pt x="128168" y="29385"/>
                  </a:lnTo>
                  <a:lnTo>
                    <a:pt x="92002" y="51838"/>
                  </a:lnTo>
                  <a:lnTo>
                    <a:pt x="60799" y="80367"/>
                  </a:lnTo>
                  <a:lnTo>
                    <a:pt x="35278" y="114822"/>
                  </a:lnTo>
                  <a:lnTo>
                    <a:pt x="16158" y="155053"/>
                  </a:lnTo>
                  <a:lnTo>
                    <a:pt x="4159" y="200906"/>
                  </a:lnTo>
                  <a:lnTo>
                    <a:pt x="0" y="252233"/>
                  </a:lnTo>
                  <a:lnTo>
                    <a:pt x="3124" y="296015"/>
                  </a:lnTo>
                  <a:lnTo>
                    <a:pt x="12470" y="336820"/>
                  </a:lnTo>
                  <a:lnTo>
                    <a:pt x="27997" y="374067"/>
                  </a:lnTo>
                  <a:lnTo>
                    <a:pt x="49665" y="407177"/>
                  </a:lnTo>
                  <a:lnTo>
                    <a:pt x="77432" y="435568"/>
                  </a:lnTo>
                  <a:lnTo>
                    <a:pt x="111258" y="458660"/>
                  </a:lnTo>
                  <a:lnTo>
                    <a:pt x="151102" y="475874"/>
                  </a:lnTo>
                  <a:lnTo>
                    <a:pt x="196924" y="486627"/>
                  </a:lnTo>
                  <a:lnTo>
                    <a:pt x="248683" y="490341"/>
                  </a:lnTo>
                  <a:lnTo>
                    <a:pt x="289323" y="488424"/>
                  </a:lnTo>
                  <a:lnTo>
                    <a:pt x="323888" y="483469"/>
                  </a:lnTo>
                  <a:lnTo>
                    <a:pt x="351317" y="476664"/>
                  </a:lnTo>
                  <a:lnTo>
                    <a:pt x="370554" y="469200"/>
                  </a:lnTo>
                  <a:lnTo>
                    <a:pt x="354355" y="385380"/>
                  </a:lnTo>
                  <a:lnTo>
                    <a:pt x="336022" y="391357"/>
                  </a:lnTo>
                  <a:lnTo>
                    <a:pt x="313851" y="396278"/>
                  </a:lnTo>
                  <a:lnTo>
                    <a:pt x="289564" y="399616"/>
                  </a:lnTo>
                  <a:lnTo>
                    <a:pt x="264881" y="400846"/>
                  </a:lnTo>
                  <a:lnTo>
                    <a:pt x="212272" y="393858"/>
                  </a:lnTo>
                  <a:lnTo>
                    <a:pt x="169943" y="373685"/>
                  </a:lnTo>
                  <a:lnTo>
                    <a:pt x="138704" y="341508"/>
                  </a:lnTo>
                  <a:lnTo>
                    <a:pt x="119366" y="298511"/>
                  </a:lnTo>
                  <a:lnTo>
                    <a:pt x="112740" y="245877"/>
                  </a:lnTo>
                  <a:lnTo>
                    <a:pt x="120306" y="188964"/>
                  </a:lnTo>
                  <a:lnTo>
                    <a:pt x="141498" y="144930"/>
                  </a:lnTo>
                  <a:lnTo>
                    <a:pt x="174052" y="113642"/>
                  </a:lnTo>
                  <a:lnTo>
                    <a:pt x="215707" y="94967"/>
                  </a:lnTo>
                  <a:lnTo>
                    <a:pt x="264201" y="88772"/>
                  </a:lnTo>
                  <a:lnTo>
                    <a:pt x="291260" y="90238"/>
                  </a:lnTo>
                  <a:lnTo>
                    <a:pt x="315349" y="94150"/>
                  </a:lnTo>
                  <a:lnTo>
                    <a:pt x="336402" y="99775"/>
                  </a:lnTo>
                  <a:lnTo>
                    <a:pt x="354355" y="106384"/>
                  </a:lnTo>
                  <a:lnTo>
                    <a:pt x="376208" y="21161"/>
                  </a:lnTo>
                  <a:lnTo>
                    <a:pt x="357739" y="13689"/>
                  </a:lnTo>
                  <a:lnTo>
                    <a:pt x="331471" y="6878"/>
                  </a:lnTo>
                  <a:lnTo>
                    <a:pt x="298332" y="1917"/>
                  </a:lnTo>
                  <a:lnTo>
                    <a:pt x="259248"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45" name="Google Shape;45;p10"/>
            <p:cNvPicPr preferRelativeResize="0"/>
            <p:nvPr/>
          </p:nvPicPr>
          <p:blipFill rotWithShape="1">
            <a:blip r:embed="rId2">
              <a:alphaModFix/>
            </a:blip>
            <a:srcRect b="0" l="0" r="0" t="0"/>
            <a:stretch/>
          </p:blipFill>
          <p:spPr>
            <a:xfrm>
              <a:off x="18739823" y="10234089"/>
              <a:ext cx="111954" cy="111944"/>
            </a:xfrm>
            <a:prstGeom prst="rect">
              <a:avLst/>
            </a:prstGeom>
            <a:noFill/>
            <a:ln>
              <a:noFill/>
            </a:ln>
          </p:spPr>
        </p:pic>
      </p:grpSp>
      <p:pic>
        <p:nvPicPr>
          <p:cNvPr id="46" name="Google Shape;46;p10"/>
          <p:cNvPicPr preferRelativeResize="0"/>
          <p:nvPr/>
        </p:nvPicPr>
        <p:blipFill rotWithShape="1">
          <a:blip r:embed="rId3">
            <a:alphaModFix/>
          </a:blip>
          <a:srcRect b="0" l="0" r="0" t="0"/>
          <a:stretch/>
        </p:blipFill>
        <p:spPr>
          <a:xfrm>
            <a:off x="12325995" y="10351817"/>
            <a:ext cx="4224383" cy="833510"/>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47" name="Shape 47"/>
        <p:cNvGrpSpPr/>
        <p:nvPr/>
      </p:nvGrpSpPr>
      <p:grpSpPr>
        <a:xfrm>
          <a:off x="0" y="0"/>
          <a:ext cx="0" cy="0"/>
          <a:chOff x="0" y="0"/>
          <a:chExt cx="0" cy="0"/>
        </a:xfrm>
      </p:grpSpPr>
      <p:pic>
        <p:nvPicPr>
          <p:cNvPr id="48" name="Google Shape;48;p12"/>
          <p:cNvPicPr preferRelativeResize="0"/>
          <p:nvPr/>
        </p:nvPicPr>
        <p:blipFill rotWithShape="1">
          <a:blip r:embed="rId2">
            <a:alphaModFix/>
          </a:blip>
          <a:srcRect b="0" l="0" r="0" t="0"/>
          <a:stretch/>
        </p:blipFill>
        <p:spPr>
          <a:xfrm>
            <a:off x="0" y="0"/>
            <a:ext cx="20104100" cy="7378258"/>
          </a:xfrm>
          <a:prstGeom prst="rect">
            <a:avLst/>
          </a:prstGeom>
          <a:noFill/>
          <a:ln>
            <a:noFill/>
          </a:ln>
        </p:spPr>
      </p:pic>
      <p:sp>
        <p:nvSpPr>
          <p:cNvPr id="49" name="Google Shape;49;p12"/>
          <p:cNvSpPr/>
          <p:nvPr/>
        </p:nvSpPr>
        <p:spPr>
          <a:xfrm>
            <a:off x="16958625" y="10426287"/>
            <a:ext cx="1618615" cy="525145"/>
          </a:xfrm>
          <a:custGeom>
            <a:rect b="b" l="l" r="r" t="t"/>
            <a:pathLst>
              <a:path extrusionOk="0" h="525145" w="1618615">
                <a:moveTo>
                  <a:pt x="453097" y="247865"/>
                </a:moveTo>
                <a:lnTo>
                  <a:pt x="449186" y="196367"/>
                </a:lnTo>
                <a:lnTo>
                  <a:pt x="437921" y="151307"/>
                </a:lnTo>
                <a:lnTo>
                  <a:pt x="419925" y="112522"/>
                </a:lnTo>
                <a:lnTo>
                  <a:pt x="395884" y="79870"/>
                </a:lnTo>
                <a:lnTo>
                  <a:pt x="366445" y="53213"/>
                </a:lnTo>
                <a:lnTo>
                  <a:pt x="330708" y="31546"/>
                </a:lnTo>
                <a:lnTo>
                  <a:pt x="330708" y="251650"/>
                </a:lnTo>
                <a:lnTo>
                  <a:pt x="325094" y="307492"/>
                </a:lnTo>
                <a:lnTo>
                  <a:pt x="308851" y="352729"/>
                </a:lnTo>
                <a:lnTo>
                  <a:pt x="282892" y="387540"/>
                </a:lnTo>
                <a:lnTo>
                  <a:pt x="248132" y="412089"/>
                </a:lnTo>
                <a:lnTo>
                  <a:pt x="205486" y="426542"/>
                </a:lnTo>
                <a:lnTo>
                  <a:pt x="155841" y="431076"/>
                </a:lnTo>
                <a:lnTo>
                  <a:pt x="145161" y="431038"/>
                </a:lnTo>
                <a:lnTo>
                  <a:pt x="134264" y="430784"/>
                </a:lnTo>
                <a:lnTo>
                  <a:pt x="124079" y="430098"/>
                </a:lnTo>
                <a:lnTo>
                  <a:pt x="115519" y="428764"/>
                </a:lnTo>
                <a:lnTo>
                  <a:pt x="115519" y="93497"/>
                </a:lnTo>
                <a:lnTo>
                  <a:pt x="124383" y="91821"/>
                </a:lnTo>
                <a:lnTo>
                  <a:pt x="136080" y="90347"/>
                </a:lnTo>
                <a:lnTo>
                  <a:pt x="150622" y="89319"/>
                </a:lnTo>
                <a:lnTo>
                  <a:pt x="168008" y="88925"/>
                </a:lnTo>
                <a:lnTo>
                  <a:pt x="214909" y="93319"/>
                </a:lnTo>
                <a:lnTo>
                  <a:pt x="254800" y="106616"/>
                </a:lnTo>
                <a:lnTo>
                  <a:pt x="286994" y="128943"/>
                </a:lnTo>
                <a:lnTo>
                  <a:pt x="310832" y="160464"/>
                </a:lnTo>
                <a:lnTo>
                  <a:pt x="325628" y="201320"/>
                </a:lnTo>
                <a:lnTo>
                  <a:pt x="330708" y="251650"/>
                </a:lnTo>
                <a:lnTo>
                  <a:pt x="330708" y="31546"/>
                </a:lnTo>
                <a:lnTo>
                  <a:pt x="326796" y="29171"/>
                </a:lnTo>
                <a:lnTo>
                  <a:pt x="279666" y="12636"/>
                </a:lnTo>
                <a:lnTo>
                  <a:pt x="223278" y="3073"/>
                </a:lnTo>
                <a:lnTo>
                  <a:pt x="155841" y="0"/>
                </a:lnTo>
                <a:lnTo>
                  <a:pt x="113093" y="711"/>
                </a:lnTo>
                <a:lnTo>
                  <a:pt x="72212" y="2857"/>
                </a:lnTo>
                <a:lnTo>
                  <a:pt x="34175" y="6413"/>
                </a:lnTo>
                <a:lnTo>
                  <a:pt x="0" y="11417"/>
                </a:lnTo>
                <a:lnTo>
                  <a:pt x="0" y="513930"/>
                </a:lnTo>
                <a:lnTo>
                  <a:pt x="23964" y="516724"/>
                </a:lnTo>
                <a:lnTo>
                  <a:pt x="53784" y="519150"/>
                </a:lnTo>
                <a:lnTo>
                  <a:pt x="89585" y="520877"/>
                </a:lnTo>
                <a:lnTo>
                  <a:pt x="131495" y="521525"/>
                </a:lnTo>
                <a:lnTo>
                  <a:pt x="189534" y="518960"/>
                </a:lnTo>
                <a:lnTo>
                  <a:pt x="242811" y="511162"/>
                </a:lnTo>
                <a:lnTo>
                  <a:pt x="290804" y="498043"/>
                </a:lnTo>
                <a:lnTo>
                  <a:pt x="332955" y="479501"/>
                </a:lnTo>
                <a:lnTo>
                  <a:pt x="368719" y="455409"/>
                </a:lnTo>
                <a:lnTo>
                  <a:pt x="396163" y="427177"/>
                </a:lnTo>
                <a:lnTo>
                  <a:pt x="419430" y="392518"/>
                </a:lnTo>
                <a:lnTo>
                  <a:pt x="437400" y="351231"/>
                </a:lnTo>
                <a:lnTo>
                  <a:pt x="448983" y="303085"/>
                </a:lnTo>
                <a:lnTo>
                  <a:pt x="453097" y="247865"/>
                </a:lnTo>
                <a:close/>
              </a:path>
              <a:path extrusionOk="0" h="525145" w="1618615">
                <a:moveTo>
                  <a:pt x="849947" y="516191"/>
                </a:moveTo>
                <a:lnTo>
                  <a:pt x="848817" y="491236"/>
                </a:lnTo>
                <a:lnTo>
                  <a:pt x="847839" y="463080"/>
                </a:lnTo>
                <a:lnTo>
                  <a:pt x="847140" y="431634"/>
                </a:lnTo>
                <a:lnTo>
                  <a:pt x="846874" y="396836"/>
                </a:lnTo>
                <a:lnTo>
                  <a:pt x="846874" y="144449"/>
                </a:lnTo>
                <a:lnTo>
                  <a:pt x="731316" y="144449"/>
                </a:lnTo>
                <a:lnTo>
                  <a:pt x="731316" y="365671"/>
                </a:lnTo>
                <a:lnTo>
                  <a:pt x="731037" y="372808"/>
                </a:lnTo>
                <a:lnTo>
                  <a:pt x="707301" y="417766"/>
                </a:lnTo>
                <a:lnTo>
                  <a:pt x="668985" y="431076"/>
                </a:lnTo>
                <a:lnTo>
                  <a:pt x="642531" y="425119"/>
                </a:lnTo>
                <a:lnTo>
                  <a:pt x="624332" y="407974"/>
                </a:lnTo>
                <a:lnTo>
                  <a:pt x="613841" y="380707"/>
                </a:lnTo>
                <a:lnTo>
                  <a:pt x="610463" y="344398"/>
                </a:lnTo>
                <a:lnTo>
                  <a:pt x="610463" y="144449"/>
                </a:lnTo>
                <a:lnTo>
                  <a:pt x="494906" y="144449"/>
                </a:lnTo>
                <a:lnTo>
                  <a:pt x="494906" y="362623"/>
                </a:lnTo>
                <a:lnTo>
                  <a:pt x="501205" y="423557"/>
                </a:lnTo>
                <a:lnTo>
                  <a:pt x="519036" y="469226"/>
                </a:lnTo>
                <a:lnTo>
                  <a:pt x="546785" y="500634"/>
                </a:lnTo>
                <a:lnTo>
                  <a:pt x="582866" y="518756"/>
                </a:lnTo>
                <a:lnTo>
                  <a:pt x="625652" y="524573"/>
                </a:lnTo>
                <a:lnTo>
                  <a:pt x="670026" y="518274"/>
                </a:lnTo>
                <a:lnTo>
                  <a:pt x="703491" y="502716"/>
                </a:lnTo>
                <a:lnTo>
                  <a:pt x="727113" y="482879"/>
                </a:lnTo>
                <a:lnTo>
                  <a:pt x="741972" y="463753"/>
                </a:lnTo>
                <a:lnTo>
                  <a:pt x="744245" y="463753"/>
                </a:lnTo>
                <a:lnTo>
                  <a:pt x="749592" y="516191"/>
                </a:lnTo>
                <a:lnTo>
                  <a:pt x="849947" y="516191"/>
                </a:lnTo>
                <a:close/>
              </a:path>
              <a:path extrusionOk="0" h="525145" w="1618615">
                <a:moveTo>
                  <a:pt x="1277759" y="326885"/>
                </a:moveTo>
                <a:lnTo>
                  <a:pt x="1273225" y="280898"/>
                </a:lnTo>
                <a:lnTo>
                  <a:pt x="1260055" y="239864"/>
                </a:lnTo>
                <a:lnTo>
                  <a:pt x="1247533" y="218948"/>
                </a:lnTo>
                <a:lnTo>
                  <a:pt x="1238923" y="204558"/>
                </a:lnTo>
                <a:lnTo>
                  <a:pt x="1210513" y="175742"/>
                </a:lnTo>
                <a:lnTo>
                  <a:pt x="1175537" y="154216"/>
                </a:lnTo>
                <a:lnTo>
                  <a:pt x="1157643" y="148323"/>
                </a:lnTo>
                <a:lnTo>
                  <a:pt x="1157643" y="329958"/>
                </a:lnTo>
                <a:lnTo>
                  <a:pt x="1152537" y="375627"/>
                </a:lnTo>
                <a:lnTo>
                  <a:pt x="1137881" y="410908"/>
                </a:lnTo>
                <a:lnTo>
                  <a:pt x="1114679" y="433641"/>
                </a:lnTo>
                <a:lnTo>
                  <a:pt x="1083906" y="441693"/>
                </a:lnTo>
                <a:lnTo>
                  <a:pt x="1083157" y="441693"/>
                </a:lnTo>
                <a:lnTo>
                  <a:pt x="1050861" y="433222"/>
                </a:lnTo>
                <a:lnTo>
                  <a:pt x="1027264" y="409867"/>
                </a:lnTo>
                <a:lnTo>
                  <a:pt x="1012799" y="374675"/>
                </a:lnTo>
                <a:lnTo>
                  <a:pt x="1007884" y="330708"/>
                </a:lnTo>
                <a:lnTo>
                  <a:pt x="1012063" y="289839"/>
                </a:lnTo>
                <a:lnTo>
                  <a:pt x="1025372" y="254025"/>
                </a:lnTo>
                <a:lnTo>
                  <a:pt x="1048931" y="228612"/>
                </a:lnTo>
                <a:lnTo>
                  <a:pt x="1083906" y="218948"/>
                </a:lnTo>
                <a:lnTo>
                  <a:pt x="1117574" y="228612"/>
                </a:lnTo>
                <a:lnTo>
                  <a:pt x="1140447" y="253936"/>
                </a:lnTo>
                <a:lnTo>
                  <a:pt x="1153502" y="289521"/>
                </a:lnTo>
                <a:lnTo>
                  <a:pt x="1157643" y="329958"/>
                </a:lnTo>
                <a:lnTo>
                  <a:pt x="1157643" y="148323"/>
                </a:lnTo>
                <a:lnTo>
                  <a:pt x="1134618" y="140728"/>
                </a:lnTo>
                <a:lnTo>
                  <a:pt x="1088466" y="136067"/>
                </a:lnTo>
                <a:lnTo>
                  <a:pt x="1039609" y="140665"/>
                </a:lnTo>
                <a:lnTo>
                  <a:pt x="996442" y="154089"/>
                </a:lnTo>
                <a:lnTo>
                  <a:pt x="959637" y="175755"/>
                </a:lnTo>
                <a:lnTo>
                  <a:pt x="929855" y="205041"/>
                </a:lnTo>
                <a:lnTo>
                  <a:pt x="907770" y="241401"/>
                </a:lnTo>
                <a:lnTo>
                  <a:pt x="894016" y="284226"/>
                </a:lnTo>
                <a:lnTo>
                  <a:pt x="889292" y="332955"/>
                </a:lnTo>
                <a:lnTo>
                  <a:pt x="894245" y="381393"/>
                </a:lnTo>
                <a:lnTo>
                  <a:pt x="908405" y="423481"/>
                </a:lnTo>
                <a:lnTo>
                  <a:pt x="930757" y="458812"/>
                </a:lnTo>
                <a:lnTo>
                  <a:pt x="960272" y="486994"/>
                </a:lnTo>
                <a:lnTo>
                  <a:pt x="995946" y="507606"/>
                </a:lnTo>
                <a:lnTo>
                  <a:pt x="1036726" y="520268"/>
                </a:lnTo>
                <a:lnTo>
                  <a:pt x="1081608" y="524573"/>
                </a:lnTo>
                <a:lnTo>
                  <a:pt x="1082382" y="524573"/>
                </a:lnTo>
                <a:lnTo>
                  <a:pt x="1124318" y="520725"/>
                </a:lnTo>
                <a:lnTo>
                  <a:pt x="1164336" y="509054"/>
                </a:lnTo>
                <a:lnTo>
                  <a:pt x="1200772" y="489381"/>
                </a:lnTo>
                <a:lnTo>
                  <a:pt x="1231976" y="461518"/>
                </a:lnTo>
                <a:lnTo>
                  <a:pt x="1245285" y="441693"/>
                </a:lnTo>
                <a:lnTo>
                  <a:pt x="1256322" y="425259"/>
                </a:lnTo>
                <a:lnTo>
                  <a:pt x="1272120" y="380453"/>
                </a:lnTo>
                <a:lnTo>
                  <a:pt x="1277759" y="326885"/>
                </a:lnTo>
                <a:close/>
              </a:path>
              <a:path extrusionOk="0" h="525145" w="1618615">
                <a:moveTo>
                  <a:pt x="1618411" y="150533"/>
                </a:moveTo>
                <a:lnTo>
                  <a:pt x="1598650" y="144424"/>
                </a:lnTo>
                <a:lnTo>
                  <a:pt x="1576603" y="139865"/>
                </a:lnTo>
                <a:lnTo>
                  <a:pt x="1553413" y="137033"/>
                </a:lnTo>
                <a:lnTo>
                  <a:pt x="1530223" y="136055"/>
                </a:lnTo>
                <a:lnTo>
                  <a:pt x="1474876" y="141300"/>
                </a:lnTo>
                <a:lnTo>
                  <a:pt x="1427530" y="156235"/>
                </a:lnTo>
                <a:lnTo>
                  <a:pt x="1388376" y="179628"/>
                </a:lnTo>
                <a:lnTo>
                  <a:pt x="1357591" y="210299"/>
                </a:lnTo>
                <a:lnTo>
                  <a:pt x="1335366" y="247015"/>
                </a:lnTo>
                <a:lnTo>
                  <a:pt x="1321904" y="288569"/>
                </a:lnTo>
                <a:lnTo>
                  <a:pt x="1317371" y="333743"/>
                </a:lnTo>
                <a:lnTo>
                  <a:pt x="1321968" y="381190"/>
                </a:lnTo>
                <a:lnTo>
                  <a:pt x="1335392" y="422783"/>
                </a:lnTo>
                <a:lnTo>
                  <a:pt x="1357045" y="458012"/>
                </a:lnTo>
                <a:lnTo>
                  <a:pt x="1386344" y="486346"/>
                </a:lnTo>
                <a:lnTo>
                  <a:pt x="1422704" y="507225"/>
                </a:lnTo>
                <a:lnTo>
                  <a:pt x="1465541" y="520153"/>
                </a:lnTo>
                <a:lnTo>
                  <a:pt x="1514259" y="524573"/>
                </a:lnTo>
                <a:lnTo>
                  <a:pt x="1546148" y="523240"/>
                </a:lnTo>
                <a:lnTo>
                  <a:pt x="1599057" y="514007"/>
                </a:lnTo>
                <a:lnTo>
                  <a:pt x="1603971" y="421932"/>
                </a:lnTo>
                <a:lnTo>
                  <a:pt x="1590116" y="427050"/>
                </a:lnTo>
                <a:lnTo>
                  <a:pt x="1574609" y="430872"/>
                </a:lnTo>
                <a:lnTo>
                  <a:pt x="1557248" y="433273"/>
                </a:lnTo>
                <a:lnTo>
                  <a:pt x="1537817" y="434098"/>
                </a:lnTo>
                <a:lnTo>
                  <a:pt x="1498168" y="427329"/>
                </a:lnTo>
                <a:lnTo>
                  <a:pt x="1465795" y="407301"/>
                </a:lnTo>
                <a:lnTo>
                  <a:pt x="1443951" y="374446"/>
                </a:lnTo>
                <a:lnTo>
                  <a:pt x="1435938" y="329196"/>
                </a:lnTo>
                <a:lnTo>
                  <a:pt x="1442631" y="287261"/>
                </a:lnTo>
                <a:lnTo>
                  <a:pt x="1462659" y="254304"/>
                </a:lnTo>
                <a:lnTo>
                  <a:pt x="1494218" y="232752"/>
                </a:lnTo>
                <a:lnTo>
                  <a:pt x="1535557" y="225031"/>
                </a:lnTo>
                <a:lnTo>
                  <a:pt x="1556562" y="225958"/>
                </a:lnTo>
                <a:lnTo>
                  <a:pt x="1574152" y="228447"/>
                </a:lnTo>
                <a:lnTo>
                  <a:pt x="1588592" y="232092"/>
                </a:lnTo>
                <a:lnTo>
                  <a:pt x="1600174" y="236435"/>
                </a:lnTo>
                <a:lnTo>
                  <a:pt x="1618411" y="150533"/>
                </a:lnTo>
                <a:close/>
              </a:path>
            </a:pathLst>
          </a:custGeom>
          <a:solidFill>
            <a:srgbClr val="FEB62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0" name="Google Shape;50;p12"/>
          <p:cNvSpPr/>
          <p:nvPr/>
        </p:nvSpPr>
        <p:spPr>
          <a:xfrm>
            <a:off x="18689266" y="10470436"/>
            <a:ext cx="388620" cy="482600"/>
          </a:xfrm>
          <a:custGeom>
            <a:rect b="b" l="l" r="r" t="t"/>
            <a:pathLst>
              <a:path extrusionOk="0" h="482600" w="388619">
                <a:moveTo>
                  <a:pt x="388176" y="0"/>
                </a:moveTo>
                <a:lnTo>
                  <a:pt x="281090" y="0"/>
                </a:lnTo>
                <a:lnTo>
                  <a:pt x="281090" y="273331"/>
                </a:lnTo>
                <a:lnTo>
                  <a:pt x="275370" y="327965"/>
                </a:lnTo>
                <a:lnTo>
                  <a:pt x="258558" y="366414"/>
                </a:lnTo>
                <a:lnTo>
                  <a:pt x="231178" y="389143"/>
                </a:lnTo>
                <a:lnTo>
                  <a:pt x="193753" y="396616"/>
                </a:lnTo>
                <a:lnTo>
                  <a:pt x="157139" y="388845"/>
                </a:lnTo>
                <a:lnTo>
                  <a:pt x="130175" y="365621"/>
                </a:lnTo>
                <a:lnTo>
                  <a:pt x="113516" y="327072"/>
                </a:lnTo>
                <a:lnTo>
                  <a:pt x="107818" y="273331"/>
                </a:lnTo>
                <a:lnTo>
                  <a:pt x="107818" y="0"/>
                </a:lnTo>
                <a:lnTo>
                  <a:pt x="0" y="0"/>
                </a:lnTo>
                <a:lnTo>
                  <a:pt x="0" y="264892"/>
                </a:lnTo>
                <a:lnTo>
                  <a:pt x="4253" y="324651"/>
                </a:lnTo>
                <a:lnTo>
                  <a:pt x="16765" y="374300"/>
                </a:lnTo>
                <a:lnTo>
                  <a:pt x="37165" y="414172"/>
                </a:lnTo>
                <a:lnTo>
                  <a:pt x="65082" y="444602"/>
                </a:lnTo>
                <a:lnTo>
                  <a:pt x="100145" y="465925"/>
                </a:lnTo>
                <a:lnTo>
                  <a:pt x="141983" y="478473"/>
                </a:lnTo>
                <a:lnTo>
                  <a:pt x="190224" y="482582"/>
                </a:lnTo>
                <a:lnTo>
                  <a:pt x="240229" y="478290"/>
                </a:lnTo>
                <a:lnTo>
                  <a:pt x="283689" y="465335"/>
                </a:lnTo>
                <a:lnTo>
                  <a:pt x="320188" y="443592"/>
                </a:lnTo>
                <a:lnTo>
                  <a:pt x="349304" y="412939"/>
                </a:lnTo>
                <a:lnTo>
                  <a:pt x="370620" y="373254"/>
                </a:lnTo>
                <a:lnTo>
                  <a:pt x="383717" y="324414"/>
                </a:lnTo>
                <a:lnTo>
                  <a:pt x="388176" y="266295"/>
                </a:lnTo>
                <a:lnTo>
                  <a:pt x="388176"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nvGrpSpPr>
          <p:cNvPr id="51" name="Google Shape;51;p12"/>
          <p:cNvGrpSpPr/>
          <p:nvPr/>
        </p:nvGrpSpPr>
        <p:grpSpPr>
          <a:xfrm>
            <a:off x="19131280" y="10355374"/>
            <a:ext cx="445703" cy="598161"/>
            <a:chOff x="18406074" y="10234089"/>
            <a:chExt cx="445703" cy="598161"/>
          </a:xfrm>
        </p:grpSpPr>
        <p:sp>
          <p:nvSpPr>
            <p:cNvPr id="52" name="Google Shape;52;p12"/>
            <p:cNvSpPr/>
            <p:nvPr/>
          </p:nvSpPr>
          <p:spPr>
            <a:xfrm>
              <a:off x="18406074" y="10341395"/>
              <a:ext cx="376555" cy="490855"/>
            </a:xfrm>
            <a:custGeom>
              <a:rect b="b" l="l" r="r" t="t"/>
              <a:pathLst>
                <a:path extrusionOk="0" h="490854" w="376555">
                  <a:moveTo>
                    <a:pt x="259248" y="0"/>
                  </a:moveTo>
                  <a:lnTo>
                    <a:pt x="212510" y="3315"/>
                  </a:lnTo>
                  <a:lnTo>
                    <a:pt x="168577" y="13160"/>
                  </a:lnTo>
                  <a:lnTo>
                    <a:pt x="128168" y="29385"/>
                  </a:lnTo>
                  <a:lnTo>
                    <a:pt x="92002" y="51838"/>
                  </a:lnTo>
                  <a:lnTo>
                    <a:pt x="60799" y="80367"/>
                  </a:lnTo>
                  <a:lnTo>
                    <a:pt x="35278" y="114822"/>
                  </a:lnTo>
                  <a:lnTo>
                    <a:pt x="16158" y="155053"/>
                  </a:lnTo>
                  <a:lnTo>
                    <a:pt x="4159" y="200906"/>
                  </a:lnTo>
                  <a:lnTo>
                    <a:pt x="0" y="252233"/>
                  </a:lnTo>
                  <a:lnTo>
                    <a:pt x="3124" y="296015"/>
                  </a:lnTo>
                  <a:lnTo>
                    <a:pt x="12470" y="336820"/>
                  </a:lnTo>
                  <a:lnTo>
                    <a:pt x="27997" y="374067"/>
                  </a:lnTo>
                  <a:lnTo>
                    <a:pt x="49665" y="407177"/>
                  </a:lnTo>
                  <a:lnTo>
                    <a:pt x="77432" y="435568"/>
                  </a:lnTo>
                  <a:lnTo>
                    <a:pt x="111258" y="458660"/>
                  </a:lnTo>
                  <a:lnTo>
                    <a:pt x="151102" y="475874"/>
                  </a:lnTo>
                  <a:lnTo>
                    <a:pt x="196924" y="486627"/>
                  </a:lnTo>
                  <a:lnTo>
                    <a:pt x="248683" y="490341"/>
                  </a:lnTo>
                  <a:lnTo>
                    <a:pt x="289323" y="488424"/>
                  </a:lnTo>
                  <a:lnTo>
                    <a:pt x="323888" y="483469"/>
                  </a:lnTo>
                  <a:lnTo>
                    <a:pt x="351317" y="476664"/>
                  </a:lnTo>
                  <a:lnTo>
                    <a:pt x="370554" y="469200"/>
                  </a:lnTo>
                  <a:lnTo>
                    <a:pt x="354355" y="385380"/>
                  </a:lnTo>
                  <a:lnTo>
                    <a:pt x="336022" y="391357"/>
                  </a:lnTo>
                  <a:lnTo>
                    <a:pt x="313851" y="396278"/>
                  </a:lnTo>
                  <a:lnTo>
                    <a:pt x="289564" y="399616"/>
                  </a:lnTo>
                  <a:lnTo>
                    <a:pt x="264881" y="400846"/>
                  </a:lnTo>
                  <a:lnTo>
                    <a:pt x="212272" y="393858"/>
                  </a:lnTo>
                  <a:lnTo>
                    <a:pt x="169943" y="373685"/>
                  </a:lnTo>
                  <a:lnTo>
                    <a:pt x="138704" y="341508"/>
                  </a:lnTo>
                  <a:lnTo>
                    <a:pt x="119366" y="298511"/>
                  </a:lnTo>
                  <a:lnTo>
                    <a:pt x="112740" y="245877"/>
                  </a:lnTo>
                  <a:lnTo>
                    <a:pt x="120306" y="188964"/>
                  </a:lnTo>
                  <a:lnTo>
                    <a:pt x="141498" y="144930"/>
                  </a:lnTo>
                  <a:lnTo>
                    <a:pt x="174052" y="113642"/>
                  </a:lnTo>
                  <a:lnTo>
                    <a:pt x="215707" y="94967"/>
                  </a:lnTo>
                  <a:lnTo>
                    <a:pt x="264201" y="88772"/>
                  </a:lnTo>
                  <a:lnTo>
                    <a:pt x="291260" y="90238"/>
                  </a:lnTo>
                  <a:lnTo>
                    <a:pt x="315349" y="94150"/>
                  </a:lnTo>
                  <a:lnTo>
                    <a:pt x="336402" y="99775"/>
                  </a:lnTo>
                  <a:lnTo>
                    <a:pt x="354355" y="106384"/>
                  </a:lnTo>
                  <a:lnTo>
                    <a:pt x="376208" y="21161"/>
                  </a:lnTo>
                  <a:lnTo>
                    <a:pt x="357739" y="13689"/>
                  </a:lnTo>
                  <a:lnTo>
                    <a:pt x="331471" y="6878"/>
                  </a:lnTo>
                  <a:lnTo>
                    <a:pt x="298332" y="1917"/>
                  </a:lnTo>
                  <a:lnTo>
                    <a:pt x="259248"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53" name="Google Shape;53;p12"/>
            <p:cNvPicPr preferRelativeResize="0"/>
            <p:nvPr/>
          </p:nvPicPr>
          <p:blipFill rotWithShape="1">
            <a:blip r:embed="rId3">
              <a:alphaModFix/>
            </a:blip>
            <a:srcRect b="0" l="0" r="0" t="0"/>
            <a:stretch/>
          </p:blipFill>
          <p:spPr>
            <a:xfrm>
              <a:off x="18739823" y="10234089"/>
              <a:ext cx="111954" cy="111944"/>
            </a:xfrm>
            <a:prstGeom prst="rect">
              <a:avLst/>
            </a:prstGeom>
            <a:noFill/>
            <a:ln>
              <a:noFill/>
            </a:ln>
          </p:spPr>
        </p:pic>
      </p:grpSp>
      <p:pic>
        <p:nvPicPr>
          <p:cNvPr id="54" name="Google Shape;54;p12"/>
          <p:cNvPicPr preferRelativeResize="0"/>
          <p:nvPr/>
        </p:nvPicPr>
        <p:blipFill rotWithShape="1">
          <a:blip r:embed="rId4">
            <a:alphaModFix/>
          </a:blip>
          <a:srcRect b="0" l="0" r="0" t="0"/>
          <a:stretch/>
        </p:blipFill>
        <p:spPr>
          <a:xfrm>
            <a:off x="12325995" y="10351817"/>
            <a:ext cx="4224383" cy="833510"/>
          </a:xfrm>
          <a:prstGeom prst="rect">
            <a:avLst/>
          </a:prstGeom>
          <a:noFill/>
          <a:ln>
            <a:noFill/>
          </a:ln>
        </p:spPr>
      </p:pic>
      <p:sp>
        <p:nvSpPr>
          <p:cNvPr id="55" name="Google Shape;55;p12"/>
          <p:cNvSpPr txBox="1"/>
          <p:nvPr>
            <p:ph type="title"/>
          </p:nvPr>
        </p:nvSpPr>
        <p:spPr>
          <a:xfrm>
            <a:off x="1321990" y="8235994"/>
            <a:ext cx="6048240" cy="2324921"/>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sz="5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cxnSp>
        <p:nvCxnSpPr>
          <p:cNvPr id="56" name="Google Shape;56;p12"/>
          <p:cNvCxnSpPr/>
          <p:nvPr/>
        </p:nvCxnSpPr>
        <p:spPr>
          <a:xfrm>
            <a:off x="7842250" y="7864475"/>
            <a:ext cx="0" cy="2696441"/>
          </a:xfrm>
          <a:prstGeom prst="straightConnector1">
            <a:avLst/>
          </a:prstGeom>
          <a:noFill/>
          <a:ln cap="flat" cmpd="sng" w="76200">
            <a:solidFill>
              <a:schemeClr val="dk1"/>
            </a:solidFill>
            <a:prstDash val="solid"/>
            <a:round/>
            <a:headEnd len="sm" w="sm" type="none"/>
            <a:tailEnd len="sm" w="sm" type="none"/>
          </a:ln>
        </p:spPr>
      </p:cxnSp>
      <p:sp>
        <p:nvSpPr>
          <p:cNvPr id="57" name="Google Shape;57;p12"/>
          <p:cNvSpPr txBox="1"/>
          <p:nvPr>
            <p:ph idx="1" type="body"/>
          </p:nvPr>
        </p:nvSpPr>
        <p:spPr>
          <a:xfrm>
            <a:off x="8314271" y="8170445"/>
            <a:ext cx="11193563" cy="1903830"/>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SzPts val="1400"/>
              <a:buNone/>
              <a:defRPr>
                <a:latin typeface="Arial"/>
                <a:ea typeface="Arial"/>
                <a:cs typeface="Arial"/>
                <a:sym typeface="Arial"/>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showMasterSp="0">
  <p:cSld name="Title and Content">
    <p:bg>
      <p:bgPr>
        <a:solidFill>
          <a:schemeClr val="lt1"/>
        </a:solidFill>
      </p:bgPr>
    </p:bg>
    <p:spTree>
      <p:nvGrpSpPr>
        <p:cNvPr id="58" name="Shape 58"/>
        <p:cNvGrpSpPr/>
        <p:nvPr/>
      </p:nvGrpSpPr>
      <p:grpSpPr>
        <a:xfrm>
          <a:off x="0" y="0"/>
          <a:ext cx="0" cy="0"/>
          <a:chOff x="0" y="0"/>
          <a:chExt cx="0" cy="0"/>
        </a:xfrm>
      </p:grpSpPr>
      <p:sp>
        <p:nvSpPr>
          <p:cNvPr id="59" name="Google Shape;59;p11"/>
          <p:cNvSpPr/>
          <p:nvPr/>
        </p:nvSpPr>
        <p:spPr>
          <a:xfrm>
            <a:off x="1" y="828729"/>
            <a:ext cx="4946650" cy="1168346"/>
          </a:xfrm>
          <a:prstGeom prst="rect">
            <a:avLst/>
          </a:prstGeom>
          <a:solidFill>
            <a:srgbClr val="317DE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0" name="Google Shape;60;p11"/>
          <p:cNvSpPr/>
          <p:nvPr/>
        </p:nvSpPr>
        <p:spPr>
          <a:xfrm>
            <a:off x="4998572" y="828729"/>
            <a:ext cx="152400" cy="1168346"/>
          </a:xfrm>
          <a:custGeom>
            <a:rect b="b" l="l" r="r" t="t"/>
            <a:pathLst>
              <a:path extrusionOk="0" h="6827520" w="53339">
                <a:moveTo>
                  <a:pt x="26606" y="0"/>
                </a:moveTo>
                <a:lnTo>
                  <a:pt x="16269" y="2095"/>
                </a:lnTo>
                <a:lnTo>
                  <a:pt x="7809" y="7806"/>
                </a:lnTo>
                <a:lnTo>
                  <a:pt x="2097" y="16264"/>
                </a:lnTo>
                <a:lnTo>
                  <a:pt x="0" y="26606"/>
                </a:lnTo>
                <a:lnTo>
                  <a:pt x="0" y="6800368"/>
                </a:lnTo>
                <a:lnTo>
                  <a:pt x="2097" y="6810704"/>
                </a:lnTo>
                <a:lnTo>
                  <a:pt x="7809" y="6819160"/>
                </a:lnTo>
                <a:lnTo>
                  <a:pt x="16269" y="6824869"/>
                </a:lnTo>
                <a:lnTo>
                  <a:pt x="26606" y="6826964"/>
                </a:lnTo>
                <a:lnTo>
                  <a:pt x="36943" y="6824869"/>
                </a:lnTo>
                <a:lnTo>
                  <a:pt x="45403" y="6819160"/>
                </a:lnTo>
                <a:lnTo>
                  <a:pt x="51115" y="6810704"/>
                </a:lnTo>
                <a:lnTo>
                  <a:pt x="53213" y="6800368"/>
                </a:lnTo>
                <a:lnTo>
                  <a:pt x="53213" y="26606"/>
                </a:lnTo>
                <a:lnTo>
                  <a:pt x="51115" y="16264"/>
                </a:lnTo>
                <a:lnTo>
                  <a:pt x="45403" y="7806"/>
                </a:lnTo>
                <a:lnTo>
                  <a:pt x="36943" y="2095"/>
                </a:lnTo>
                <a:lnTo>
                  <a:pt x="26606" y="0"/>
                </a:lnTo>
                <a:close/>
              </a:path>
            </a:pathLst>
          </a:custGeom>
          <a:solidFill>
            <a:srgbClr val="1A1A1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1" name="Google Shape;61;p11"/>
          <p:cNvSpPr txBox="1"/>
          <p:nvPr>
            <p:ph idx="1" type="body"/>
          </p:nvPr>
        </p:nvSpPr>
        <p:spPr>
          <a:xfrm>
            <a:off x="574040" y="1258411"/>
            <a:ext cx="4343400" cy="1477328"/>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SzPts val="1400"/>
              <a:buNone/>
              <a:defRPr b="1" sz="4800">
                <a:solidFill>
                  <a:schemeClr val="dk1"/>
                </a:solidFill>
                <a:latin typeface="Arial"/>
                <a:ea typeface="Arial"/>
                <a:cs typeface="Arial"/>
                <a:sym typeface="Arial"/>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62" name="Google Shape;62;p11"/>
          <p:cNvSpPr txBox="1"/>
          <p:nvPr>
            <p:ph idx="2" type="body"/>
          </p:nvPr>
        </p:nvSpPr>
        <p:spPr>
          <a:xfrm>
            <a:off x="574675" y="2911475"/>
            <a:ext cx="4343400" cy="1231106"/>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SzPts val="1400"/>
              <a:buNone/>
              <a:defRPr sz="2000">
                <a:latin typeface="Arial"/>
                <a:ea typeface="Arial"/>
                <a:cs typeface="Arial"/>
                <a:sym typeface="Arial"/>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63" name="Google Shape;63;p11"/>
          <p:cNvSpPr/>
          <p:nvPr/>
        </p:nvSpPr>
        <p:spPr>
          <a:xfrm>
            <a:off x="16958625" y="10426287"/>
            <a:ext cx="1618615" cy="525145"/>
          </a:xfrm>
          <a:custGeom>
            <a:rect b="b" l="l" r="r" t="t"/>
            <a:pathLst>
              <a:path extrusionOk="0" h="525145" w="1618615">
                <a:moveTo>
                  <a:pt x="453097" y="247865"/>
                </a:moveTo>
                <a:lnTo>
                  <a:pt x="449186" y="196367"/>
                </a:lnTo>
                <a:lnTo>
                  <a:pt x="437921" y="151307"/>
                </a:lnTo>
                <a:lnTo>
                  <a:pt x="419925" y="112522"/>
                </a:lnTo>
                <a:lnTo>
                  <a:pt x="395884" y="79870"/>
                </a:lnTo>
                <a:lnTo>
                  <a:pt x="366445" y="53213"/>
                </a:lnTo>
                <a:lnTo>
                  <a:pt x="330708" y="31546"/>
                </a:lnTo>
                <a:lnTo>
                  <a:pt x="330708" y="251650"/>
                </a:lnTo>
                <a:lnTo>
                  <a:pt x="325094" y="307492"/>
                </a:lnTo>
                <a:lnTo>
                  <a:pt x="308851" y="352729"/>
                </a:lnTo>
                <a:lnTo>
                  <a:pt x="282892" y="387540"/>
                </a:lnTo>
                <a:lnTo>
                  <a:pt x="248132" y="412089"/>
                </a:lnTo>
                <a:lnTo>
                  <a:pt x="205486" y="426542"/>
                </a:lnTo>
                <a:lnTo>
                  <a:pt x="155841" y="431076"/>
                </a:lnTo>
                <a:lnTo>
                  <a:pt x="145161" y="431038"/>
                </a:lnTo>
                <a:lnTo>
                  <a:pt x="134264" y="430784"/>
                </a:lnTo>
                <a:lnTo>
                  <a:pt x="124079" y="430098"/>
                </a:lnTo>
                <a:lnTo>
                  <a:pt x="115519" y="428764"/>
                </a:lnTo>
                <a:lnTo>
                  <a:pt x="115519" y="93497"/>
                </a:lnTo>
                <a:lnTo>
                  <a:pt x="124383" y="91821"/>
                </a:lnTo>
                <a:lnTo>
                  <a:pt x="136080" y="90347"/>
                </a:lnTo>
                <a:lnTo>
                  <a:pt x="150622" y="89319"/>
                </a:lnTo>
                <a:lnTo>
                  <a:pt x="168008" y="88925"/>
                </a:lnTo>
                <a:lnTo>
                  <a:pt x="214909" y="93319"/>
                </a:lnTo>
                <a:lnTo>
                  <a:pt x="254800" y="106616"/>
                </a:lnTo>
                <a:lnTo>
                  <a:pt x="286994" y="128943"/>
                </a:lnTo>
                <a:lnTo>
                  <a:pt x="310832" y="160464"/>
                </a:lnTo>
                <a:lnTo>
                  <a:pt x="325628" y="201320"/>
                </a:lnTo>
                <a:lnTo>
                  <a:pt x="330708" y="251650"/>
                </a:lnTo>
                <a:lnTo>
                  <a:pt x="330708" y="31546"/>
                </a:lnTo>
                <a:lnTo>
                  <a:pt x="326796" y="29171"/>
                </a:lnTo>
                <a:lnTo>
                  <a:pt x="279666" y="12636"/>
                </a:lnTo>
                <a:lnTo>
                  <a:pt x="223278" y="3073"/>
                </a:lnTo>
                <a:lnTo>
                  <a:pt x="155841" y="0"/>
                </a:lnTo>
                <a:lnTo>
                  <a:pt x="113093" y="711"/>
                </a:lnTo>
                <a:lnTo>
                  <a:pt x="72212" y="2857"/>
                </a:lnTo>
                <a:lnTo>
                  <a:pt x="34175" y="6413"/>
                </a:lnTo>
                <a:lnTo>
                  <a:pt x="0" y="11417"/>
                </a:lnTo>
                <a:lnTo>
                  <a:pt x="0" y="513930"/>
                </a:lnTo>
                <a:lnTo>
                  <a:pt x="23964" y="516724"/>
                </a:lnTo>
                <a:lnTo>
                  <a:pt x="53784" y="519150"/>
                </a:lnTo>
                <a:lnTo>
                  <a:pt x="89585" y="520877"/>
                </a:lnTo>
                <a:lnTo>
                  <a:pt x="131495" y="521525"/>
                </a:lnTo>
                <a:lnTo>
                  <a:pt x="189534" y="518960"/>
                </a:lnTo>
                <a:lnTo>
                  <a:pt x="242811" y="511162"/>
                </a:lnTo>
                <a:lnTo>
                  <a:pt x="290804" y="498043"/>
                </a:lnTo>
                <a:lnTo>
                  <a:pt x="332955" y="479501"/>
                </a:lnTo>
                <a:lnTo>
                  <a:pt x="368719" y="455409"/>
                </a:lnTo>
                <a:lnTo>
                  <a:pt x="396163" y="427177"/>
                </a:lnTo>
                <a:lnTo>
                  <a:pt x="419430" y="392518"/>
                </a:lnTo>
                <a:lnTo>
                  <a:pt x="437400" y="351231"/>
                </a:lnTo>
                <a:lnTo>
                  <a:pt x="448983" y="303085"/>
                </a:lnTo>
                <a:lnTo>
                  <a:pt x="453097" y="247865"/>
                </a:lnTo>
                <a:close/>
              </a:path>
              <a:path extrusionOk="0" h="525145" w="1618615">
                <a:moveTo>
                  <a:pt x="849947" y="516191"/>
                </a:moveTo>
                <a:lnTo>
                  <a:pt x="848817" y="491236"/>
                </a:lnTo>
                <a:lnTo>
                  <a:pt x="847839" y="463080"/>
                </a:lnTo>
                <a:lnTo>
                  <a:pt x="847140" y="431634"/>
                </a:lnTo>
                <a:lnTo>
                  <a:pt x="846874" y="396836"/>
                </a:lnTo>
                <a:lnTo>
                  <a:pt x="846874" y="144449"/>
                </a:lnTo>
                <a:lnTo>
                  <a:pt x="731316" y="144449"/>
                </a:lnTo>
                <a:lnTo>
                  <a:pt x="731316" y="365671"/>
                </a:lnTo>
                <a:lnTo>
                  <a:pt x="731037" y="372808"/>
                </a:lnTo>
                <a:lnTo>
                  <a:pt x="707301" y="417766"/>
                </a:lnTo>
                <a:lnTo>
                  <a:pt x="668985" y="431076"/>
                </a:lnTo>
                <a:lnTo>
                  <a:pt x="642531" y="425119"/>
                </a:lnTo>
                <a:lnTo>
                  <a:pt x="624332" y="407974"/>
                </a:lnTo>
                <a:lnTo>
                  <a:pt x="613841" y="380707"/>
                </a:lnTo>
                <a:lnTo>
                  <a:pt x="610463" y="344398"/>
                </a:lnTo>
                <a:lnTo>
                  <a:pt x="610463" y="144449"/>
                </a:lnTo>
                <a:lnTo>
                  <a:pt x="494906" y="144449"/>
                </a:lnTo>
                <a:lnTo>
                  <a:pt x="494906" y="362623"/>
                </a:lnTo>
                <a:lnTo>
                  <a:pt x="501205" y="423557"/>
                </a:lnTo>
                <a:lnTo>
                  <a:pt x="519036" y="469226"/>
                </a:lnTo>
                <a:lnTo>
                  <a:pt x="546785" y="500634"/>
                </a:lnTo>
                <a:lnTo>
                  <a:pt x="582866" y="518756"/>
                </a:lnTo>
                <a:lnTo>
                  <a:pt x="625652" y="524573"/>
                </a:lnTo>
                <a:lnTo>
                  <a:pt x="670026" y="518274"/>
                </a:lnTo>
                <a:lnTo>
                  <a:pt x="703491" y="502716"/>
                </a:lnTo>
                <a:lnTo>
                  <a:pt x="727113" y="482879"/>
                </a:lnTo>
                <a:lnTo>
                  <a:pt x="741972" y="463753"/>
                </a:lnTo>
                <a:lnTo>
                  <a:pt x="744245" y="463753"/>
                </a:lnTo>
                <a:lnTo>
                  <a:pt x="749592" y="516191"/>
                </a:lnTo>
                <a:lnTo>
                  <a:pt x="849947" y="516191"/>
                </a:lnTo>
                <a:close/>
              </a:path>
              <a:path extrusionOk="0" h="525145" w="1618615">
                <a:moveTo>
                  <a:pt x="1277759" y="326885"/>
                </a:moveTo>
                <a:lnTo>
                  <a:pt x="1273225" y="280898"/>
                </a:lnTo>
                <a:lnTo>
                  <a:pt x="1260055" y="239864"/>
                </a:lnTo>
                <a:lnTo>
                  <a:pt x="1247533" y="218948"/>
                </a:lnTo>
                <a:lnTo>
                  <a:pt x="1238923" y="204558"/>
                </a:lnTo>
                <a:lnTo>
                  <a:pt x="1210513" y="175742"/>
                </a:lnTo>
                <a:lnTo>
                  <a:pt x="1175537" y="154216"/>
                </a:lnTo>
                <a:lnTo>
                  <a:pt x="1157643" y="148323"/>
                </a:lnTo>
                <a:lnTo>
                  <a:pt x="1157643" y="329958"/>
                </a:lnTo>
                <a:lnTo>
                  <a:pt x="1152537" y="375627"/>
                </a:lnTo>
                <a:lnTo>
                  <a:pt x="1137881" y="410908"/>
                </a:lnTo>
                <a:lnTo>
                  <a:pt x="1114679" y="433641"/>
                </a:lnTo>
                <a:lnTo>
                  <a:pt x="1083906" y="441693"/>
                </a:lnTo>
                <a:lnTo>
                  <a:pt x="1083157" y="441693"/>
                </a:lnTo>
                <a:lnTo>
                  <a:pt x="1050861" y="433222"/>
                </a:lnTo>
                <a:lnTo>
                  <a:pt x="1027264" y="409867"/>
                </a:lnTo>
                <a:lnTo>
                  <a:pt x="1012799" y="374675"/>
                </a:lnTo>
                <a:lnTo>
                  <a:pt x="1007884" y="330708"/>
                </a:lnTo>
                <a:lnTo>
                  <a:pt x="1012063" y="289839"/>
                </a:lnTo>
                <a:lnTo>
                  <a:pt x="1025372" y="254025"/>
                </a:lnTo>
                <a:lnTo>
                  <a:pt x="1048931" y="228612"/>
                </a:lnTo>
                <a:lnTo>
                  <a:pt x="1083906" y="218948"/>
                </a:lnTo>
                <a:lnTo>
                  <a:pt x="1117574" y="228612"/>
                </a:lnTo>
                <a:lnTo>
                  <a:pt x="1140447" y="253936"/>
                </a:lnTo>
                <a:lnTo>
                  <a:pt x="1153502" y="289521"/>
                </a:lnTo>
                <a:lnTo>
                  <a:pt x="1157643" y="329958"/>
                </a:lnTo>
                <a:lnTo>
                  <a:pt x="1157643" y="148323"/>
                </a:lnTo>
                <a:lnTo>
                  <a:pt x="1134618" y="140728"/>
                </a:lnTo>
                <a:lnTo>
                  <a:pt x="1088466" y="136067"/>
                </a:lnTo>
                <a:lnTo>
                  <a:pt x="1039609" y="140665"/>
                </a:lnTo>
                <a:lnTo>
                  <a:pt x="996442" y="154089"/>
                </a:lnTo>
                <a:lnTo>
                  <a:pt x="959637" y="175755"/>
                </a:lnTo>
                <a:lnTo>
                  <a:pt x="929855" y="205041"/>
                </a:lnTo>
                <a:lnTo>
                  <a:pt x="907770" y="241401"/>
                </a:lnTo>
                <a:lnTo>
                  <a:pt x="894016" y="284226"/>
                </a:lnTo>
                <a:lnTo>
                  <a:pt x="889292" y="332955"/>
                </a:lnTo>
                <a:lnTo>
                  <a:pt x="894245" y="381393"/>
                </a:lnTo>
                <a:lnTo>
                  <a:pt x="908405" y="423481"/>
                </a:lnTo>
                <a:lnTo>
                  <a:pt x="930757" y="458812"/>
                </a:lnTo>
                <a:lnTo>
                  <a:pt x="960272" y="486994"/>
                </a:lnTo>
                <a:lnTo>
                  <a:pt x="995946" y="507606"/>
                </a:lnTo>
                <a:lnTo>
                  <a:pt x="1036726" y="520268"/>
                </a:lnTo>
                <a:lnTo>
                  <a:pt x="1081608" y="524573"/>
                </a:lnTo>
                <a:lnTo>
                  <a:pt x="1082382" y="524573"/>
                </a:lnTo>
                <a:lnTo>
                  <a:pt x="1124318" y="520725"/>
                </a:lnTo>
                <a:lnTo>
                  <a:pt x="1164336" y="509054"/>
                </a:lnTo>
                <a:lnTo>
                  <a:pt x="1200772" y="489381"/>
                </a:lnTo>
                <a:lnTo>
                  <a:pt x="1231976" y="461518"/>
                </a:lnTo>
                <a:lnTo>
                  <a:pt x="1245285" y="441693"/>
                </a:lnTo>
                <a:lnTo>
                  <a:pt x="1256322" y="425259"/>
                </a:lnTo>
                <a:lnTo>
                  <a:pt x="1272120" y="380453"/>
                </a:lnTo>
                <a:lnTo>
                  <a:pt x="1277759" y="326885"/>
                </a:lnTo>
                <a:close/>
              </a:path>
              <a:path extrusionOk="0" h="525145" w="1618615">
                <a:moveTo>
                  <a:pt x="1618411" y="150533"/>
                </a:moveTo>
                <a:lnTo>
                  <a:pt x="1598650" y="144424"/>
                </a:lnTo>
                <a:lnTo>
                  <a:pt x="1576603" y="139865"/>
                </a:lnTo>
                <a:lnTo>
                  <a:pt x="1553413" y="137033"/>
                </a:lnTo>
                <a:lnTo>
                  <a:pt x="1530223" y="136055"/>
                </a:lnTo>
                <a:lnTo>
                  <a:pt x="1474876" y="141300"/>
                </a:lnTo>
                <a:lnTo>
                  <a:pt x="1427530" y="156235"/>
                </a:lnTo>
                <a:lnTo>
                  <a:pt x="1388376" y="179628"/>
                </a:lnTo>
                <a:lnTo>
                  <a:pt x="1357591" y="210299"/>
                </a:lnTo>
                <a:lnTo>
                  <a:pt x="1335366" y="247015"/>
                </a:lnTo>
                <a:lnTo>
                  <a:pt x="1321904" y="288569"/>
                </a:lnTo>
                <a:lnTo>
                  <a:pt x="1317371" y="333743"/>
                </a:lnTo>
                <a:lnTo>
                  <a:pt x="1321968" y="381190"/>
                </a:lnTo>
                <a:lnTo>
                  <a:pt x="1335392" y="422783"/>
                </a:lnTo>
                <a:lnTo>
                  <a:pt x="1357045" y="458012"/>
                </a:lnTo>
                <a:lnTo>
                  <a:pt x="1386344" y="486346"/>
                </a:lnTo>
                <a:lnTo>
                  <a:pt x="1422704" y="507225"/>
                </a:lnTo>
                <a:lnTo>
                  <a:pt x="1465541" y="520153"/>
                </a:lnTo>
                <a:lnTo>
                  <a:pt x="1514259" y="524573"/>
                </a:lnTo>
                <a:lnTo>
                  <a:pt x="1546148" y="523240"/>
                </a:lnTo>
                <a:lnTo>
                  <a:pt x="1599057" y="514007"/>
                </a:lnTo>
                <a:lnTo>
                  <a:pt x="1603971" y="421932"/>
                </a:lnTo>
                <a:lnTo>
                  <a:pt x="1590116" y="427050"/>
                </a:lnTo>
                <a:lnTo>
                  <a:pt x="1574609" y="430872"/>
                </a:lnTo>
                <a:lnTo>
                  <a:pt x="1557248" y="433273"/>
                </a:lnTo>
                <a:lnTo>
                  <a:pt x="1537817" y="434098"/>
                </a:lnTo>
                <a:lnTo>
                  <a:pt x="1498168" y="427329"/>
                </a:lnTo>
                <a:lnTo>
                  <a:pt x="1465795" y="407301"/>
                </a:lnTo>
                <a:lnTo>
                  <a:pt x="1443951" y="374446"/>
                </a:lnTo>
                <a:lnTo>
                  <a:pt x="1435938" y="329196"/>
                </a:lnTo>
                <a:lnTo>
                  <a:pt x="1442631" y="287261"/>
                </a:lnTo>
                <a:lnTo>
                  <a:pt x="1462659" y="254304"/>
                </a:lnTo>
                <a:lnTo>
                  <a:pt x="1494218" y="232752"/>
                </a:lnTo>
                <a:lnTo>
                  <a:pt x="1535557" y="225031"/>
                </a:lnTo>
                <a:lnTo>
                  <a:pt x="1556562" y="225958"/>
                </a:lnTo>
                <a:lnTo>
                  <a:pt x="1574152" y="228447"/>
                </a:lnTo>
                <a:lnTo>
                  <a:pt x="1588592" y="232092"/>
                </a:lnTo>
                <a:lnTo>
                  <a:pt x="1600174" y="236435"/>
                </a:lnTo>
                <a:lnTo>
                  <a:pt x="1618411" y="150533"/>
                </a:lnTo>
                <a:close/>
              </a:path>
            </a:pathLst>
          </a:custGeom>
          <a:solidFill>
            <a:srgbClr val="FEB62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4" name="Google Shape;64;p11"/>
          <p:cNvSpPr/>
          <p:nvPr/>
        </p:nvSpPr>
        <p:spPr>
          <a:xfrm>
            <a:off x="18689266" y="10470436"/>
            <a:ext cx="388620" cy="482600"/>
          </a:xfrm>
          <a:custGeom>
            <a:rect b="b" l="l" r="r" t="t"/>
            <a:pathLst>
              <a:path extrusionOk="0" h="482600" w="388619">
                <a:moveTo>
                  <a:pt x="388176" y="0"/>
                </a:moveTo>
                <a:lnTo>
                  <a:pt x="281090" y="0"/>
                </a:lnTo>
                <a:lnTo>
                  <a:pt x="281090" y="273331"/>
                </a:lnTo>
                <a:lnTo>
                  <a:pt x="275370" y="327965"/>
                </a:lnTo>
                <a:lnTo>
                  <a:pt x="258558" y="366414"/>
                </a:lnTo>
                <a:lnTo>
                  <a:pt x="231178" y="389143"/>
                </a:lnTo>
                <a:lnTo>
                  <a:pt x="193753" y="396616"/>
                </a:lnTo>
                <a:lnTo>
                  <a:pt x="157139" y="388845"/>
                </a:lnTo>
                <a:lnTo>
                  <a:pt x="130175" y="365621"/>
                </a:lnTo>
                <a:lnTo>
                  <a:pt x="113516" y="327072"/>
                </a:lnTo>
                <a:lnTo>
                  <a:pt x="107818" y="273331"/>
                </a:lnTo>
                <a:lnTo>
                  <a:pt x="107818" y="0"/>
                </a:lnTo>
                <a:lnTo>
                  <a:pt x="0" y="0"/>
                </a:lnTo>
                <a:lnTo>
                  <a:pt x="0" y="264892"/>
                </a:lnTo>
                <a:lnTo>
                  <a:pt x="4253" y="324651"/>
                </a:lnTo>
                <a:lnTo>
                  <a:pt x="16765" y="374300"/>
                </a:lnTo>
                <a:lnTo>
                  <a:pt x="37165" y="414172"/>
                </a:lnTo>
                <a:lnTo>
                  <a:pt x="65082" y="444602"/>
                </a:lnTo>
                <a:lnTo>
                  <a:pt x="100145" y="465925"/>
                </a:lnTo>
                <a:lnTo>
                  <a:pt x="141983" y="478473"/>
                </a:lnTo>
                <a:lnTo>
                  <a:pt x="190224" y="482582"/>
                </a:lnTo>
                <a:lnTo>
                  <a:pt x="240229" y="478290"/>
                </a:lnTo>
                <a:lnTo>
                  <a:pt x="283689" y="465335"/>
                </a:lnTo>
                <a:lnTo>
                  <a:pt x="320188" y="443592"/>
                </a:lnTo>
                <a:lnTo>
                  <a:pt x="349304" y="412939"/>
                </a:lnTo>
                <a:lnTo>
                  <a:pt x="370620" y="373254"/>
                </a:lnTo>
                <a:lnTo>
                  <a:pt x="383717" y="324414"/>
                </a:lnTo>
                <a:lnTo>
                  <a:pt x="388176" y="266295"/>
                </a:lnTo>
                <a:lnTo>
                  <a:pt x="388176"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nvGrpSpPr>
          <p:cNvPr id="65" name="Google Shape;65;p11"/>
          <p:cNvGrpSpPr/>
          <p:nvPr/>
        </p:nvGrpSpPr>
        <p:grpSpPr>
          <a:xfrm>
            <a:off x="19131280" y="10355374"/>
            <a:ext cx="445703" cy="598161"/>
            <a:chOff x="18406074" y="10234089"/>
            <a:chExt cx="445703" cy="598161"/>
          </a:xfrm>
        </p:grpSpPr>
        <p:sp>
          <p:nvSpPr>
            <p:cNvPr id="66" name="Google Shape;66;p11"/>
            <p:cNvSpPr/>
            <p:nvPr/>
          </p:nvSpPr>
          <p:spPr>
            <a:xfrm>
              <a:off x="18406074" y="10341395"/>
              <a:ext cx="376555" cy="490855"/>
            </a:xfrm>
            <a:custGeom>
              <a:rect b="b" l="l" r="r" t="t"/>
              <a:pathLst>
                <a:path extrusionOk="0" h="490854" w="376555">
                  <a:moveTo>
                    <a:pt x="259248" y="0"/>
                  </a:moveTo>
                  <a:lnTo>
                    <a:pt x="212510" y="3315"/>
                  </a:lnTo>
                  <a:lnTo>
                    <a:pt x="168577" y="13160"/>
                  </a:lnTo>
                  <a:lnTo>
                    <a:pt x="128168" y="29385"/>
                  </a:lnTo>
                  <a:lnTo>
                    <a:pt x="92002" y="51838"/>
                  </a:lnTo>
                  <a:lnTo>
                    <a:pt x="60799" y="80367"/>
                  </a:lnTo>
                  <a:lnTo>
                    <a:pt x="35278" y="114822"/>
                  </a:lnTo>
                  <a:lnTo>
                    <a:pt x="16158" y="155053"/>
                  </a:lnTo>
                  <a:lnTo>
                    <a:pt x="4159" y="200906"/>
                  </a:lnTo>
                  <a:lnTo>
                    <a:pt x="0" y="252233"/>
                  </a:lnTo>
                  <a:lnTo>
                    <a:pt x="3124" y="296015"/>
                  </a:lnTo>
                  <a:lnTo>
                    <a:pt x="12470" y="336820"/>
                  </a:lnTo>
                  <a:lnTo>
                    <a:pt x="27997" y="374067"/>
                  </a:lnTo>
                  <a:lnTo>
                    <a:pt x="49665" y="407177"/>
                  </a:lnTo>
                  <a:lnTo>
                    <a:pt x="77432" y="435568"/>
                  </a:lnTo>
                  <a:lnTo>
                    <a:pt x="111258" y="458660"/>
                  </a:lnTo>
                  <a:lnTo>
                    <a:pt x="151102" y="475874"/>
                  </a:lnTo>
                  <a:lnTo>
                    <a:pt x="196924" y="486627"/>
                  </a:lnTo>
                  <a:lnTo>
                    <a:pt x="248683" y="490341"/>
                  </a:lnTo>
                  <a:lnTo>
                    <a:pt x="289323" y="488424"/>
                  </a:lnTo>
                  <a:lnTo>
                    <a:pt x="323888" y="483469"/>
                  </a:lnTo>
                  <a:lnTo>
                    <a:pt x="351317" y="476664"/>
                  </a:lnTo>
                  <a:lnTo>
                    <a:pt x="370554" y="469200"/>
                  </a:lnTo>
                  <a:lnTo>
                    <a:pt x="354355" y="385380"/>
                  </a:lnTo>
                  <a:lnTo>
                    <a:pt x="336022" y="391357"/>
                  </a:lnTo>
                  <a:lnTo>
                    <a:pt x="313851" y="396278"/>
                  </a:lnTo>
                  <a:lnTo>
                    <a:pt x="289564" y="399616"/>
                  </a:lnTo>
                  <a:lnTo>
                    <a:pt x="264881" y="400846"/>
                  </a:lnTo>
                  <a:lnTo>
                    <a:pt x="212272" y="393858"/>
                  </a:lnTo>
                  <a:lnTo>
                    <a:pt x="169943" y="373685"/>
                  </a:lnTo>
                  <a:lnTo>
                    <a:pt x="138704" y="341508"/>
                  </a:lnTo>
                  <a:lnTo>
                    <a:pt x="119366" y="298511"/>
                  </a:lnTo>
                  <a:lnTo>
                    <a:pt x="112740" y="245877"/>
                  </a:lnTo>
                  <a:lnTo>
                    <a:pt x="120306" y="188964"/>
                  </a:lnTo>
                  <a:lnTo>
                    <a:pt x="141498" y="144930"/>
                  </a:lnTo>
                  <a:lnTo>
                    <a:pt x="174052" y="113642"/>
                  </a:lnTo>
                  <a:lnTo>
                    <a:pt x="215707" y="94967"/>
                  </a:lnTo>
                  <a:lnTo>
                    <a:pt x="264201" y="88772"/>
                  </a:lnTo>
                  <a:lnTo>
                    <a:pt x="291260" y="90238"/>
                  </a:lnTo>
                  <a:lnTo>
                    <a:pt x="315349" y="94150"/>
                  </a:lnTo>
                  <a:lnTo>
                    <a:pt x="336402" y="99775"/>
                  </a:lnTo>
                  <a:lnTo>
                    <a:pt x="354355" y="106384"/>
                  </a:lnTo>
                  <a:lnTo>
                    <a:pt x="376208" y="21161"/>
                  </a:lnTo>
                  <a:lnTo>
                    <a:pt x="357739" y="13689"/>
                  </a:lnTo>
                  <a:lnTo>
                    <a:pt x="331471" y="6878"/>
                  </a:lnTo>
                  <a:lnTo>
                    <a:pt x="298332" y="1917"/>
                  </a:lnTo>
                  <a:lnTo>
                    <a:pt x="259248"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67" name="Google Shape;67;p11"/>
            <p:cNvPicPr preferRelativeResize="0"/>
            <p:nvPr/>
          </p:nvPicPr>
          <p:blipFill rotWithShape="1">
            <a:blip r:embed="rId2">
              <a:alphaModFix/>
            </a:blip>
            <a:srcRect b="0" l="0" r="0" t="0"/>
            <a:stretch/>
          </p:blipFill>
          <p:spPr>
            <a:xfrm>
              <a:off x="18739823" y="10234089"/>
              <a:ext cx="111954" cy="111944"/>
            </a:xfrm>
            <a:prstGeom prst="rect">
              <a:avLst/>
            </a:prstGeom>
            <a:noFill/>
            <a:ln>
              <a:noFill/>
            </a:ln>
          </p:spPr>
        </p:pic>
      </p:grpSp>
      <p:pic>
        <p:nvPicPr>
          <p:cNvPr id="68" name="Google Shape;68;p11"/>
          <p:cNvPicPr preferRelativeResize="0"/>
          <p:nvPr/>
        </p:nvPicPr>
        <p:blipFill rotWithShape="1">
          <a:blip r:embed="rId3">
            <a:alphaModFix/>
          </a:blip>
          <a:srcRect b="0" l="0" r="0" t="0"/>
          <a:stretch/>
        </p:blipFill>
        <p:spPr>
          <a:xfrm>
            <a:off x="12325995" y="10351817"/>
            <a:ext cx="4224383" cy="833510"/>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69" name="Shape 69"/>
        <p:cNvGrpSpPr/>
        <p:nvPr/>
      </p:nvGrpSpPr>
      <p:grpSpPr>
        <a:xfrm>
          <a:off x="0" y="0"/>
          <a:ext cx="0" cy="0"/>
          <a:chOff x="0" y="0"/>
          <a:chExt cx="0" cy="0"/>
        </a:xfrm>
      </p:grpSpPr>
      <p:pic>
        <p:nvPicPr>
          <p:cNvPr id="70" name="Google Shape;70;p13"/>
          <p:cNvPicPr preferRelativeResize="0"/>
          <p:nvPr/>
        </p:nvPicPr>
        <p:blipFill rotWithShape="1">
          <a:blip r:embed="rId2">
            <a:alphaModFix/>
          </a:blip>
          <a:srcRect b="0" l="0" r="0" t="0"/>
          <a:stretch/>
        </p:blipFill>
        <p:spPr>
          <a:xfrm>
            <a:off x="-1" y="0"/>
            <a:ext cx="20104101" cy="7407276"/>
          </a:xfrm>
          <a:prstGeom prst="rect">
            <a:avLst/>
          </a:prstGeom>
          <a:noFill/>
          <a:ln>
            <a:noFill/>
          </a:ln>
        </p:spPr>
      </p:pic>
      <p:sp>
        <p:nvSpPr>
          <p:cNvPr id="71" name="Google Shape;71;p13"/>
          <p:cNvSpPr/>
          <p:nvPr/>
        </p:nvSpPr>
        <p:spPr>
          <a:xfrm>
            <a:off x="16958625" y="10426287"/>
            <a:ext cx="1618615" cy="525145"/>
          </a:xfrm>
          <a:custGeom>
            <a:rect b="b" l="l" r="r" t="t"/>
            <a:pathLst>
              <a:path extrusionOk="0" h="525145" w="1618615">
                <a:moveTo>
                  <a:pt x="453097" y="247865"/>
                </a:moveTo>
                <a:lnTo>
                  <a:pt x="449186" y="196367"/>
                </a:lnTo>
                <a:lnTo>
                  <a:pt x="437921" y="151307"/>
                </a:lnTo>
                <a:lnTo>
                  <a:pt x="419925" y="112522"/>
                </a:lnTo>
                <a:lnTo>
                  <a:pt x="395884" y="79870"/>
                </a:lnTo>
                <a:lnTo>
                  <a:pt x="366445" y="53213"/>
                </a:lnTo>
                <a:lnTo>
                  <a:pt x="330708" y="31546"/>
                </a:lnTo>
                <a:lnTo>
                  <a:pt x="330708" y="251650"/>
                </a:lnTo>
                <a:lnTo>
                  <a:pt x="325094" y="307492"/>
                </a:lnTo>
                <a:lnTo>
                  <a:pt x="308851" y="352729"/>
                </a:lnTo>
                <a:lnTo>
                  <a:pt x="282892" y="387540"/>
                </a:lnTo>
                <a:lnTo>
                  <a:pt x="248132" y="412089"/>
                </a:lnTo>
                <a:lnTo>
                  <a:pt x="205486" y="426542"/>
                </a:lnTo>
                <a:lnTo>
                  <a:pt x="155841" y="431076"/>
                </a:lnTo>
                <a:lnTo>
                  <a:pt x="145161" y="431038"/>
                </a:lnTo>
                <a:lnTo>
                  <a:pt x="134264" y="430784"/>
                </a:lnTo>
                <a:lnTo>
                  <a:pt x="124079" y="430098"/>
                </a:lnTo>
                <a:lnTo>
                  <a:pt x="115519" y="428764"/>
                </a:lnTo>
                <a:lnTo>
                  <a:pt x="115519" y="93497"/>
                </a:lnTo>
                <a:lnTo>
                  <a:pt x="124383" y="91821"/>
                </a:lnTo>
                <a:lnTo>
                  <a:pt x="136080" y="90347"/>
                </a:lnTo>
                <a:lnTo>
                  <a:pt x="150622" y="89319"/>
                </a:lnTo>
                <a:lnTo>
                  <a:pt x="168008" y="88925"/>
                </a:lnTo>
                <a:lnTo>
                  <a:pt x="214909" y="93319"/>
                </a:lnTo>
                <a:lnTo>
                  <a:pt x="254800" y="106616"/>
                </a:lnTo>
                <a:lnTo>
                  <a:pt x="286994" y="128943"/>
                </a:lnTo>
                <a:lnTo>
                  <a:pt x="310832" y="160464"/>
                </a:lnTo>
                <a:lnTo>
                  <a:pt x="325628" y="201320"/>
                </a:lnTo>
                <a:lnTo>
                  <a:pt x="330708" y="251650"/>
                </a:lnTo>
                <a:lnTo>
                  <a:pt x="330708" y="31546"/>
                </a:lnTo>
                <a:lnTo>
                  <a:pt x="326796" y="29171"/>
                </a:lnTo>
                <a:lnTo>
                  <a:pt x="279666" y="12636"/>
                </a:lnTo>
                <a:lnTo>
                  <a:pt x="223278" y="3073"/>
                </a:lnTo>
                <a:lnTo>
                  <a:pt x="155841" y="0"/>
                </a:lnTo>
                <a:lnTo>
                  <a:pt x="113093" y="711"/>
                </a:lnTo>
                <a:lnTo>
                  <a:pt x="72212" y="2857"/>
                </a:lnTo>
                <a:lnTo>
                  <a:pt x="34175" y="6413"/>
                </a:lnTo>
                <a:lnTo>
                  <a:pt x="0" y="11417"/>
                </a:lnTo>
                <a:lnTo>
                  <a:pt x="0" y="513930"/>
                </a:lnTo>
                <a:lnTo>
                  <a:pt x="23964" y="516724"/>
                </a:lnTo>
                <a:lnTo>
                  <a:pt x="53784" y="519150"/>
                </a:lnTo>
                <a:lnTo>
                  <a:pt x="89585" y="520877"/>
                </a:lnTo>
                <a:lnTo>
                  <a:pt x="131495" y="521525"/>
                </a:lnTo>
                <a:lnTo>
                  <a:pt x="189534" y="518960"/>
                </a:lnTo>
                <a:lnTo>
                  <a:pt x="242811" y="511162"/>
                </a:lnTo>
                <a:lnTo>
                  <a:pt x="290804" y="498043"/>
                </a:lnTo>
                <a:lnTo>
                  <a:pt x="332955" y="479501"/>
                </a:lnTo>
                <a:lnTo>
                  <a:pt x="368719" y="455409"/>
                </a:lnTo>
                <a:lnTo>
                  <a:pt x="396163" y="427177"/>
                </a:lnTo>
                <a:lnTo>
                  <a:pt x="419430" y="392518"/>
                </a:lnTo>
                <a:lnTo>
                  <a:pt x="437400" y="351231"/>
                </a:lnTo>
                <a:lnTo>
                  <a:pt x="448983" y="303085"/>
                </a:lnTo>
                <a:lnTo>
                  <a:pt x="453097" y="247865"/>
                </a:lnTo>
                <a:close/>
              </a:path>
              <a:path extrusionOk="0" h="525145" w="1618615">
                <a:moveTo>
                  <a:pt x="849947" y="516191"/>
                </a:moveTo>
                <a:lnTo>
                  <a:pt x="848817" y="491236"/>
                </a:lnTo>
                <a:lnTo>
                  <a:pt x="847839" y="463080"/>
                </a:lnTo>
                <a:lnTo>
                  <a:pt x="847140" y="431634"/>
                </a:lnTo>
                <a:lnTo>
                  <a:pt x="846874" y="396836"/>
                </a:lnTo>
                <a:lnTo>
                  <a:pt x="846874" y="144449"/>
                </a:lnTo>
                <a:lnTo>
                  <a:pt x="731316" y="144449"/>
                </a:lnTo>
                <a:lnTo>
                  <a:pt x="731316" y="365671"/>
                </a:lnTo>
                <a:lnTo>
                  <a:pt x="731037" y="372808"/>
                </a:lnTo>
                <a:lnTo>
                  <a:pt x="707301" y="417766"/>
                </a:lnTo>
                <a:lnTo>
                  <a:pt x="668985" y="431076"/>
                </a:lnTo>
                <a:lnTo>
                  <a:pt x="642531" y="425119"/>
                </a:lnTo>
                <a:lnTo>
                  <a:pt x="624332" y="407974"/>
                </a:lnTo>
                <a:lnTo>
                  <a:pt x="613841" y="380707"/>
                </a:lnTo>
                <a:lnTo>
                  <a:pt x="610463" y="344398"/>
                </a:lnTo>
                <a:lnTo>
                  <a:pt x="610463" y="144449"/>
                </a:lnTo>
                <a:lnTo>
                  <a:pt x="494906" y="144449"/>
                </a:lnTo>
                <a:lnTo>
                  <a:pt x="494906" y="362623"/>
                </a:lnTo>
                <a:lnTo>
                  <a:pt x="501205" y="423557"/>
                </a:lnTo>
                <a:lnTo>
                  <a:pt x="519036" y="469226"/>
                </a:lnTo>
                <a:lnTo>
                  <a:pt x="546785" y="500634"/>
                </a:lnTo>
                <a:lnTo>
                  <a:pt x="582866" y="518756"/>
                </a:lnTo>
                <a:lnTo>
                  <a:pt x="625652" y="524573"/>
                </a:lnTo>
                <a:lnTo>
                  <a:pt x="670026" y="518274"/>
                </a:lnTo>
                <a:lnTo>
                  <a:pt x="703491" y="502716"/>
                </a:lnTo>
                <a:lnTo>
                  <a:pt x="727113" y="482879"/>
                </a:lnTo>
                <a:lnTo>
                  <a:pt x="741972" y="463753"/>
                </a:lnTo>
                <a:lnTo>
                  <a:pt x="744245" y="463753"/>
                </a:lnTo>
                <a:lnTo>
                  <a:pt x="749592" y="516191"/>
                </a:lnTo>
                <a:lnTo>
                  <a:pt x="849947" y="516191"/>
                </a:lnTo>
                <a:close/>
              </a:path>
              <a:path extrusionOk="0" h="525145" w="1618615">
                <a:moveTo>
                  <a:pt x="1277759" y="326885"/>
                </a:moveTo>
                <a:lnTo>
                  <a:pt x="1273225" y="280898"/>
                </a:lnTo>
                <a:lnTo>
                  <a:pt x="1260055" y="239864"/>
                </a:lnTo>
                <a:lnTo>
                  <a:pt x="1247533" y="218948"/>
                </a:lnTo>
                <a:lnTo>
                  <a:pt x="1238923" y="204558"/>
                </a:lnTo>
                <a:lnTo>
                  <a:pt x="1210513" y="175742"/>
                </a:lnTo>
                <a:lnTo>
                  <a:pt x="1175537" y="154216"/>
                </a:lnTo>
                <a:lnTo>
                  <a:pt x="1157643" y="148323"/>
                </a:lnTo>
                <a:lnTo>
                  <a:pt x="1157643" y="329958"/>
                </a:lnTo>
                <a:lnTo>
                  <a:pt x="1152537" y="375627"/>
                </a:lnTo>
                <a:lnTo>
                  <a:pt x="1137881" y="410908"/>
                </a:lnTo>
                <a:lnTo>
                  <a:pt x="1114679" y="433641"/>
                </a:lnTo>
                <a:lnTo>
                  <a:pt x="1083906" y="441693"/>
                </a:lnTo>
                <a:lnTo>
                  <a:pt x="1083157" y="441693"/>
                </a:lnTo>
                <a:lnTo>
                  <a:pt x="1050861" y="433222"/>
                </a:lnTo>
                <a:lnTo>
                  <a:pt x="1027264" y="409867"/>
                </a:lnTo>
                <a:lnTo>
                  <a:pt x="1012799" y="374675"/>
                </a:lnTo>
                <a:lnTo>
                  <a:pt x="1007884" y="330708"/>
                </a:lnTo>
                <a:lnTo>
                  <a:pt x="1012063" y="289839"/>
                </a:lnTo>
                <a:lnTo>
                  <a:pt x="1025372" y="254025"/>
                </a:lnTo>
                <a:lnTo>
                  <a:pt x="1048931" y="228612"/>
                </a:lnTo>
                <a:lnTo>
                  <a:pt x="1083906" y="218948"/>
                </a:lnTo>
                <a:lnTo>
                  <a:pt x="1117574" y="228612"/>
                </a:lnTo>
                <a:lnTo>
                  <a:pt x="1140447" y="253936"/>
                </a:lnTo>
                <a:lnTo>
                  <a:pt x="1153502" y="289521"/>
                </a:lnTo>
                <a:lnTo>
                  <a:pt x="1157643" y="329958"/>
                </a:lnTo>
                <a:lnTo>
                  <a:pt x="1157643" y="148323"/>
                </a:lnTo>
                <a:lnTo>
                  <a:pt x="1134618" y="140728"/>
                </a:lnTo>
                <a:lnTo>
                  <a:pt x="1088466" y="136067"/>
                </a:lnTo>
                <a:lnTo>
                  <a:pt x="1039609" y="140665"/>
                </a:lnTo>
                <a:lnTo>
                  <a:pt x="996442" y="154089"/>
                </a:lnTo>
                <a:lnTo>
                  <a:pt x="959637" y="175755"/>
                </a:lnTo>
                <a:lnTo>
                  <a:pt x="929855" y="205041"/>
                </a:lnTo>
                <a:lnTo>
                  <a:pt x="907770" y="241401"/>
                </a:lnTo>
                <a:lnTo>
                  <a:pt x="894016" y="284226"/>
                </a:lnTo>
                <a:lnTo>
                  <a:pt x="889292" y="332955"/>
                </a:lnTo>
                <a:lnTo>
                  <a:pt x="894245" y="381393"/>
                </a:lnTo>
                <a:lnTo>
                  <a:pt x="908405" y="423481"/>
                </a:lnTo>
                <a:lnTo>
                  <a:pt x="930757" y="458812"/>
                </a:lnTo>
                <a:lnTo>
                  <a:pt x="960272" y="486994"/>
                </a:lnTo>
                <a:lnTo>
                  <a:pt x="995946" y="507606"/>
                </a:lnTo>
                <a:lnTo>
                  <a:pt x="1036726" y="520268"/>
                </a:lnTo>
                <a:lnTo>
                  <a:pt x="1081608" y="524573"/>
                </a:lnTo>
                <a:lnTo>
                  <a:pt x="1082382" y="524573"/>
                </a:lnTo>
                <a:lnTo>
                  <a:pt x="1124318" y="520725"/>
                </a:lnTo>
                <a:lnTo>
                  <a:pt x="1164336" y="509054"/>
                </a:lnTo>
                <a:lnTo>
                  <a:pt x="1200772" y="489381"/>
                </a:lnTo>
                <a:lnTo>
                  <a:pt x="1231976" y="461518"/>
                </a:lnTo>
                <a:lnTo>
                  <a:pt x="1245285" y="441693"/>
                </a:lnTo>
                <a:lnTo>
                  <a:pt x="1256322" y="425259"/>
                </a:lnTo>
                <a:lnTo>
                  <a:pt x="1272120" y="380453"/>
                </a:lnTo>
                <a:lnTo>
                  <a:pt x="1277759" y="326885"/>
                </a:lnTo>
                <a:close/>
              </a:path>
              <a:path extrusionOk="0" h="525145" w="1618615">
                <a:moveTo>
                  <a:pt x="1618411" y="150533"/>
                </a:moveTo>
                <a:lnTo>
                  <a:pt x="1598650" y="144424"/>
                </a:lnTo>
                <a:lnTo>
                  <a:pt x="1576603" y="139865"/>
                </a:lnTo>
                <a:lnTo>
                  <a:pt x="1553413" y="137033"/>
                </a:lnTo>
                <a:lnTo>
                  <a:pt x="1530223" y="136055"/>
                </a:lnTo>
                <a:lnTo>
                  <a:pt x="1474876" y="141300"/>
                </a:lnTo>
                <a:lnTo>
                  <a:pt x="1427530" y="156235"/>
                </a:lnTo>
                <a:lnTo>
                  <a:pt x="1388376" y="179628"/>
                </a:lnTo>
                <a:lnTo>
                  <a:pt x="1357591" y="210299"/>
                </a:lnTo>
                <a:lnTo>
                  <a:pt x="1335366" y="247015"/>
                </a:lnTo>
                <a:lnTo>
                  <a:pt x="1321904" y="288569"/>
                </a:lnTo>
                <a:lnTo>
                  <a:pt x="1317371" y="333743"/>
                </a:lnTo>
                <a:lnTo>
                  <a:pt x="1321968" y="381190"/>
                </a:lnTo>
                <a:lnTo>
                  <a:pt x="1335392" y="422783"/>
                </a:lnTo>
                <a:lnTo>
                  <a:pt x="1357045" y="458012"/>
                </a:lnTo>
                <a:lnTo>
                  <a:pt x="1386344" y="486346"/>
                </a:lnTo>
                <a:lnTo>
                  <a:pt x="1422704" y="507225"/>
                </a:lnTo>
                <a:lnTo>
                  <a:pt x="1465541" y="520153"/>
                </a:lnTo>
                <a:lnTo>
                  <a:pt x="1514259" y="524573"/>
                </a:lnTo>
                <a:lnTo>
                  <a:pt x="1546148" y="523240"/>
                </a:lnTo>
                <a:lnTo>
                  <a:pt x="1599057" y="514007"/>
                </a:lnTo>
                <a:lnTo>
                  <a:pt x="1603971" y="421932"/>
                </a:lnTo>
                <a:lnTo>
                  <a:pt x="1590116" y="427050"/>
                </a:lnTo>
                <a:lnTo>
                  <a:pt x="1574609" y="430872"/>
                </a:lnTo>
                <a:lnTo>
                  <a:pt x="1557248" y="433273"/>
                </a:lnTo>
                <a:lnTo>
                  <a:pt x="1537817" y="434098"/>
                </a:lnTo>
                <a:lnTo>
                  <a:pt x="1498168" y="427329"/>
                </a:lnTo>
                <a:lnTo>
                  <a:pt x="1465795" y="407301"/>
                </a:lnTo>
                <a:lnTo>
                  <a:pt x="1443951" y="374446"/>
                </a:lnTo>
                <a:lnTo>
                  <a:pt x="1435938" y="329196"/>
                </a:lnTo>
                <a:lnTo>
                  <a:pt x="1442631" y="287261"/>
                </a:lnTo>
                <a:lnTo>
                  <a:pt x="1462659" y="254304"/>
                </a:lnTo>
                <a:lnTo>
                  <a:pt x="1494218" y="232752"/>
                </a:lnTo>
                <a:lnTo>
                  <a:pt x="1535557" y="225031"/>
                </a:lnTo>
                <a:lnTo>
                  <a:pt x="1556562" y="225958"/>
                </a:lnTo>
                <a:lnTo>
                  <a:pt x="1574152" y="228447"/>
                </a:lnTo>
                <a:lnTo>
                  <a:pt x="1588592" y="232092"/>
                </a:lnTo>
                <a:lnTo>
                  <a:pt x="1600174" y="236435"/>
                </a:lnTo>
                <a:lnTo>
                  <a:pt x="1618411" y="150533"/>
                </a:lnTo>
                <a:close/>
              </a:path>
            </a:pathLst>
          </a:custGeom>
          <a:solidFill>
            <a:srgbClr val="FEB62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2" name="Google Shape;72;p13"/>
          <p:cNvSpPr/>
          <p:nvPr/>
        </p:nvSpPr>
        <p:spPr>
          <a:xfrm>
            <a:off x="18689266" y="10470436"/>
            <a:ext cx="388620" cy="482600"/>
          </a:xfrm>
          <a:custGeom>
            <a:rect b="b" l="l" r="r" t="t"/>
            <a:pathLst>
              <a:path extrusionOk="0" h="482600" w="388619">
                <a:moveTo>
                  <a:pt x="388176" y="0"/>
                </a:moveTo>
                <a:lnTo>
                  <a:pt x="281090" y="0"/>
                </a:lnTo>
                <a:lnTo>
                  <a:pt x="281090" y="273331"/>
                </a:lnTo>
                <a:lnTo>
                  <a:pt x="275370" y="327965"/>
                </a:lnTo>
                <a:lnTo>
                  <a:pt x="258558" y="366414"/>
                </a:lnTo>
                <a:lnTo>
                  <a:pt x="231178" y="389143"/>
                </a:lnTo>
                <a:lnTo>
                  <a:pt x="193753" y="396616"/>
                </a:lnTo>
                <a:lnTo>
                  <a:pt x="157139" y="388845"/>
                </a:lnTo>
                <a:lnTo>
                  <a:pt x="130175" y="365621"/>
                </a:lnTo>
                <a:lnTo>
                  <a:pt x="113516" y="327072"/>
                </a:lnTo>
                <a:lnTo>
                  <a:pt x="107818" y="273331"/>
                </a:lnTo>
                <a:lnTo>
                  <a:pt x="107818" y="0"/>
                </a:lnTo>
                <a:lnTo>
                  <a:pt x="0" y="0"/>
                </a:lnTo>
                <a:lnTo>
                  <a:pt x="0" y="264892"/>
                </a:lnTo>
                <a:lnTo>
                  <a:pt x="4253" y="324651"/>
                </a:lnTo>
                <a:lnTo>
                  <a:pt x="16765" y="374300"/>
                </a:lnTo>
                <a:lnTo>
                  <a:pt x="37165" y="414172"/>
                </a:lnTo>
                <a:lnTo>
                  <a:pt x="65082" y="444602"/>
                </a:lnTo>
                <a:lnTo>
                  <a:pt x="100145" y="465925"/>
                </a:lnTo>
                <a:lnTo>
                  <a:pt x="141983" y="478473"/>
                </a:lnTo>
                <a:lnTo>
                  <a:pt x="190224" y="482582"/>
                </a:lnTo>
                <a:lnTo>
                  <a:pt x="240229" y="478290"/>
                </a:lnTo>
                <a:lnTo>
                  <a:pt x="283689" y="465335"/>
                </a:lnTo>
                <a:lnTo>
                  <a:pt x="320188" y="443592"/>
                </a:lnTo>
                <a:lnTo>
                  <a:pt x="349304" y="412939"/>
                </a:lnTo>
                <a:lnTo>
                  <a:pt x="370620" y="373254"/>
                </a:lnTo>
                <a:lnTo>
                  <a:pt x="383717" y="324414"/>
                </a:lnTo>
                <a:lnTo>
                  <a:pt x="388176" y="266295"/>
                </a:lnTo>
                <a:lnTo>
                  <a:pt x="388176"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nvGrpSpPr>
          <p:cNvPr id="73" name="Google Shape;73;p13"/>
          <p:cNvGrpSpPr/>
          <p:nvPr/>
        </p:nvGrpSpPr>
        <p:grpSpPr>
          <a:xfrm>
            <a:off x="19131280" y="10355374"/>
            <a:ext cx="445703" cy="598161"/>
            <a:chOff x="18406074" y="10234089"/>
            <a:chExt cx="445703" cy="598161"/>
          </a:xfrm>
        </p:grpSpPr>
        <p:sp>
          <p:nvSpPr>
            <p:cNvPr id="74" name="Google Shape;74;p13"/>
            <p:cNvSpPr/>
            <p:nvPr/>
          </p:nvSpPr>
          <p:spPr>
            <a:xfrm>
              <a:off x="18406074" y="10341395"/>
              <a:ext cx="376555" cy="490855"/>
            </a:xfrm>
            <a:custGeom>
              <a:rect b="b" l="l" r="r" t="t"/>
              <a:pathLst>
                <a:path extrusionOk="0" h="490854" w="376555">
                  <a:moveTo>
                    <a:pt x="259248" y="0"/>
                  </a:moveTo>
                  <a:lnTo>
                    <a:pt x="212510" y="3315"/>
                  </a:lnTo>
                  <a:lnTo>
                    <a:pt x="168577" y="13160"/>
                  </a:lnTo>
                  <a:lnTo>
                    <a:pt x="128168" y="29385"/>
                  </a:lnTo>
                  <a:lnTo>
                    <a:pt x="92002" y="51838"/>
                  </a:lnTo>
                  <a:lnTo>
                    <a:pt x="60799" y="80367"/>
                  </a:lnTo>
                  <a:lnTo>
                    <a:pt x="35278" y="114822"/>
                  </a:lnTo>
                  <a:lnTo>
                    <a:pt x="16158" y="155053"/>
                  </a:lnTo>
                  <a:lnTo>
                    <a:pt x="4159" y="200906"/>
                  </a:lnTo>
                  <a:lnTo>
                    <a:pt x="0" y="252233"/>
                  </a:lnTo>
                  <a:lnTo>
                    <a:pt x="3124" y="296015"/>
                  </a:lnTo>
                  <a:lnTo>
                    <a:pt x="12470" y="336820"/>
                  </a:lnTo>
                  <a:lnTo>
                    <a:pt x="27997" y="374067"/>
                  </a:lnTo>
                  <a:lnTo>
                    <a:pt x="49665" y="407177"/>
                  </a:lnTo>
                  <a:lnTo>
                    <a:pt x="77432" y="435568"/>
                  </a:lnTo>
                  <a:lnTo>
                    <a:pt x="111258" y="458660"/>
                  </a:lnTo>
                  <a:lnTo>
                    <a:pt x="151102" y="475874"/>
                  </a:lnTo>
                  <a:lnTo>
                    <a:pt x="196924" y="486627"/>
                  </a:lnTo>
                  <a:lnTo>
                    <a:pt x="248683" y="490341"/>
                  </a:lnTo>
                  <a:lnTo>
                    <a:pt x="289323" y="488424"/>
                  </a:lnTo>
                  <a:lnTo>
                    <a:pt x="323888" y="483469"/>
                  </a:lnTo>
                  <a:lnTo>
                    <a:pt x="351317" y="476664"/>
                  </a:lnTo>
                  <a:lnTo>
                    <a:pt x="370554" y="469200"/>
                  </a:lnTo>
                  <a:lnTo>
                    <a:pt x="354355" y="385380"/>
                  </a:lnTo>
                  <a:lnTo>
                    <a:pt x="336022" y="391357"/>
                  </a:lnTo>
                  <a:lnTo>
                    <a:pt x="313851" y="396278"/>
                  </a:lnTo>
                  <a:lnTo>
                    <a:pt x="289564" y="399616"/>
                  </a:lnTo>
                  <a:lnTo>
                    <a:pt x="264881" y="400846"/>
                  </a:lnTo>
                  <a:lnTo>
                    <a:pt x="212272" y="393858"/>
                  </a:lnTo>
                  <a:lnTo>
                    <a:pt x="169943" y="373685"/>
                  </a:lnTo>
                  <a:lnTo>
                    <a:pt x="138704" y="341508"/>
                  </a:lnTo>
                  <a:lnTo>
                    <a:pt x="119366" y="298511"/>
                  </a:lnTo>
                  <a:lnTo>
                    <a:pt x="112740" y="245877"/>
                  </a:lnTo>
                  <a:lnTo>
                    <a:pt x="120306" y="188964"/>
                  </a:lnTo>
                  <a:lnTo>
                    <a:pt x="141498" y="144930"/>
                  </a:lnTo>
                  <a:lnTo>
                    <a:pt x="174052" y="113642"/>
                  </a:lnTo>
                  <a:lnTo>
                    <a:pt x="215707" y="94967"/>
                  </a:lnTo>
                  <a:lnTo>
                    <a:pt x="264201" y="88772"/>
                  </a:lnTo>
                  <a:lnTo>
                    <a:pt x="291260" y="90238"/>
                  </a:lnTo>
                  <a:lnTo>
                    <a:pt x="315349" y="94150"/>
                  </a:lnTo>
                  <a:lnTo>
                    <a:pt x="336402" y="99775"/>
                  </a:lnTo>
                  <a:lnTo>
                    <a:pt x="354355" y="106384"/>
                  </a:lnTo>
                  <a:lnTo>
                    <a:pt x="376208" y="21161"/>
                  </a:lnTo>
                  <a:lnTo>
                    <a:pt x="357739" y="13689"/>
                  </a:lnTo>
                  <a:lnTo>
                    <a:pt x="331471" y="6878"/>
                  </a:lnTo>
                  <a:lnTo>
                    <a:pt x="298332" y="1917"/>
                  </a:lnTo>
                  <a:lnTo>
                    <a:pt x="259248"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75" name="Google Shape;75;p13"/>
            <p:cNvPicPr preferRelativeResize="0"/>
            <p:nvPr/>
          </p:nvPicPr>
          <p:blipFill rotWithShape="1">
            <a:blip r:embed="rId3">
              <a:alphaModFix/>
            </a:blip>
            <a:srcRect b="0" l="0" r="0" t="0"/>
            <a:stretch/>
          </p:blipFill>
          <p:spPr>
            <a:xfrm>
              <a:off x="18739823" y="10234089"/>
              <a:ext cx="111954" cy="111944"/>
            </a:xfrm>
            <a:prstGeom prst="rect">
              <a:avLst/>
            </a:prstGeom>
            <a:noFill/>
            <a:ln>
              <a:noFill/>
            </a:ln>
          </p:spPr>
        </p:pic>
      </p:grpSp>
      <p:pic>
        <p:nvPicPr>
          <p:cNvPr id="76" name="Google Shape;76;p13"/>
          <p:cNvPicPr preferRelativeResize="0"/>
          <p:nvPr/>
        </p:nvPicPr>
        <p:blipFill rotWithShape="1">
          <a:blip r:embed="rId4">
            <a:alphaModFix/>
          </a:blip>
          <a:srcRect b="0" l="0" r="0" t="0"/>
          <a:stretch/>
        </p:blipFill>
        <p:spPr>
          <a:xfrm>
            <a:off x="12325995" y="10351817"/>
            <a:ext cx="4224383" cy="833510"/>
          </a:xfrm>
          <a:prstGeom prst="rect">
            <a:avLst/>
          </a:prstGeom>
          <a:noFill/>
          <a:ln>
            <a:noFill/>
          </a:ln>
        </p:spPr>
      </p:pic>
      <p:sp>
        <p:nvSpPr>
          <p:cNvPr id="77" name="Google Shape;77;p13"/>
          <p:cNvSpPr txBox="1"/>
          <p:nvPr>
            <p:ph type="title"/>
          </p:nvPr>
        </p:nvSpPr>
        <p:spPr>
          <a:xfrm>
            <a:off x="1321990" y="8235994"/>
            <a:ext cx="6048240" cy="2324921"/>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sz="5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cxnSp>
        <p:nvCxnSpPr>
          <p:cNvPr id="78" name="Google Shape;78;p13"/>
          <p:cNvCxnSpPr/>
          <p:nvPr/>
        </p:nvCxnSpPr>
        <p:spPr>
          <a:xfrm>
            <a:off x="7842250" y="7864475"/>
            <a:ext cx="0" cy="2696441"/>
          </a:xfrm>
          <a:prstGeom prst="straightConnector1">
            <a:avLst/>
          </a:prstGeom>
          <a:noFill/>
          <a:ln cap="flat" cmpd="sng" w="76200">
            <a:solidFill>
              <a:schemeClr val="dk1"/>
            </a:solidFill>
            <a:prstDash val="solid"/>
            <a:round/>
            <a:headEnd len="sm" w="sm" type="none"/>
            <a:tailEnd len="sm" w="sm" type="none"/>
          </a:ln>
        </p:spPr>
      </p:cxnSp>
      <p:sp>
        <p:nvSpPr>
          <p:cNvPr id="79" name="Google Shape;79;p13"/>
          <p:cNvSpPr txBox="1"/>
          <p:nvPr>
            <p:ph idx="1" type="body"/>
          </p:nvPr>
        </p:nvSpPr>
        <p:spPr>
          <a:xfrm>
            <a:off x="8314271" y="8170445"/>
            <a:ext cx="11193563" cy="1903830"/>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SzPts val="1400"/>
              <a:buNone/>
              <a:defRPr>
                <a:latin typeface="Arial"/>
                <a:ea typeface="Arial"/>
                <a:cs typeface="Arial"/>
                <a:sym typeface="Arial"/>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80" name="Shape 80"/>
        <p:cNvGrpSpPr/>
        <p:nvPr/>
      </p:nvGrpSpPr>
      <p:grpSpPr>
        <a:xfrm>
          <a:off x="0" y="0"/>
          <a:ext cx="0" cy="0"/>
          <a:chOff x="0" y="0"/>
          <a:chExt cx="0" cy="0"/>
        </a:xfrm>
      </p:grpSpPr>
      <p:pic>
        <p:nvPicPr>
          <p:cNvPr id="81" name="Google Shape;81;p14"/>
          <p:cNvPicPr preferRelativeResize="0"/>
          <p:nvPr/>
        </p:nvPicPr>
        <p:blipFill rotWithShape="1">
          <a:blip r:embed="rId2">
            <a:alphaModFix/>
          </a:blip>
          <a:srcRect b="0" l="0" r="0" t="0"/>
          <a:stretch/>
        </p:blipFill>
        <p:spPr>
          <a:xfrm>
            <a:off x="0" y="-52196"/>
            <a:ext cx="20104100" cy="7520510"/>
          </a:xfrm>
          <a:prstGeom prst="rect">
            <a:avLst/>
          </a:prstGeom>
          <a:noFill/>
          <a:ln>
            <a:noFill/>
          </a:ln>
        </p:spPr>
      </p:pic>
      <p:sp>
        <p:nvSpPr>
          <p:cNvPr id="82" name="Google Shape;82;p14"/>
          <p:cNvSpPr/>
          <p:nvPr/>
        </p:nvSpPr>
        <p:spPr>
          <a:xfrm>
            <a:off x="16958625" y="10426287"/>
            <a:ext cx="1618615" cy="525145"/>
          </a:xfrm>
          <a:custGeom>
            <a:rect b="b" l="l" r="r" t="t"/>
            <a:pathLst>
              <a:path extrusionOk="0" h="525145" w="1618615">
                <a:moveTo>
                  <a:pt x="453097" y="247865"/>
                </a:moveTo>
                <a:lnTo>
                  <a:pt x="449186" y="196367"/>
                </a:lnTo>
                <a:lnTo>
                  <a:pt x="437921" y="151307"/>
                </a:lnTo>
                <a:lnTo>
                  <a:pt x="419925" y="112522"/>
                </a:lnTo>
                <a:lnTo>
                  <a:pt x="395884" y="79870"/>
                </a:lnTo>
                <a:lnTo>
                  <a:pt x="366445" y="53213"/>
                </a:lnTo>
                <a:lnTo>
                  <a:pt x="330708" y="31546"/>
                </a:lnTo>
                <a:lnTo>
                  <a:pt x="330708" y="251650"/>
                </a:lnTo>
                <a:lnTo>
                  <a:pt x="325094" y="307492"/>
                </a:lnTo>
                <a:lnTo>
                  <a:pt x="308851" y="352729"/>
                </a:lnTo>
                <a:lnTo>
                  <a:pt x="282892" y="387540"/>
                </a:lnTo>
                <a:lnTo>
                  <a:pt x="248132" y="412089"/>
                </a:lnTo>
                <a:lnTo>
                  <a:pt x="205486" y="426542"/>
                </a:lnTo>
                <a:lnTo>
                  <a:pt x="155841" y="431076"/>
                </a:lnTo>
                <a:lnTo>
                  <a:pt x="145161" y="431038"/>
                </a:lnTo>
                <a:lnTo>
                  <a:pt x="134264" y="430784"/>
                </a:lnTo>
                <a:lnTo>
                  <a:pt x="124079" y="430098"/>
                </a:lnTo>
                <a:lnTo>
                  <a:pt x="115519" y="428764"/>
                </a:lnTo>
                <a:lnTo>
                  <a:pt x="115519" y="93497"/>
                </a:lnTo>
                <a:lnTo>
                  <a:pt x="124383" y="91821"/>
                </a:lnTo>
                <a:lnTo>
                  <a:pt x="136080" y="90347"/>
                </a:lnTo>
                <a:lnTo>
                  <a:pt x="150622" y="89319"/>
                </a:lnTo>
                <a:lnTo>
                  <a:pt x="168008" y="88925"/>
                </a:lnTo>
                <a:lnTo>
                  <a:pt x="214909" y="93319"/>
                </a:lnTo>
                <a:lnTo>
                  <a:pt x="254800" y="106616"/>
                </a:lnTo>
                <a:lnTo>
                  <a:pt x="286994" y="128943"/>
                </a:lnTo>
                <a:lnTo>
                  <a:pt x="310832" y="160464"/>
                </a:lnTo>
                <a:lnTo>
                  <a:pt x="325628" y="201320"/>
                </a:lnTo>
                <a:lnTo>
                  <a:pt x="330708" y="251650"/>
                </a:lnTo>
                <a:lnTo>
                  <a:pt x="330708" y="31546"/>
                </a:lnTo>
                <a:lnTo>
                  <a:pt x="326796" y="29171"/>
                </a:lnTo>
                <a:lnTo>
                  <a:pt x="279666" y="12636"/>
                </a:lnTo>
                <a:lnTo>
                  <a:pt x="223278" y="3073"/>
                </a:lnTo>
                <a:lnTo>
                  <a:pt x="155841" y="0"/>
                </a:lnTo>
                <a:lnTo>
                  <a:pt x="113093" y="711"/>
                </a:lnTo>
                <a:lnTo>
                  <a:pt x="72212" y="2857"/>
                </a:lnTo>
                <a:lnTo>
                  <a:pt x="34175" y="6413"/>
                </a:lnTo>
                <a:lnTo>
                  <a:pt x="0" y="11417"/>
                </a:lnTo>
                <a:lnTo>
                  <a:pt x="0" y="513930"/>
                </a:lnTo>
                <a:lnTo>
                  <a:pt x="23964" y="516724"/>
                </a:lnTo>
                <a:lnTo>
                  <a:pt x="53784" y="519150"/>
                </a:lnTo>
                <a:lnTo>
                  <a:pt x="89585" y="520877"/>
                </a:lnTo>
                <a:lnTo>
                  <a:pt x="131495" y="521525"/>
                </a:lnTo>
                <a:lnTo>
                  <a:pt x="189534" y="518960"/>
                </a:lnTo>
                <a:lnTo>
                  <a:pt x="242811" y="511162"/>
                </a:lnTo>
                <a:lnTo>
                  <a:pt x="290804" y="498043"/>
                </a:lnTo>
                <a:lnTo>
                  <a:pt x="332955" y="479501"/>
                </a:lnTo>
                <a:lnTo>
                  <a:pt x="368719" y="455409"/>
                </a:lnTo>
                <a:lnTo>
                  <a:pt x="396163" y="427177"/>
                </a:lnTo>
                <a:lnTo>
                  <a:pt x="419430" y="392518"/>
                </a:lnTo>
                <a:lnTo>
                  <a:pt x="437400" y="351231"/>
                </a:lnTo>
                <a:lnTo>
                  <a:pt x="448983" y="303085"/>
                </a:lnTo>
                <a:lnTo>
                  <a:pt x="453097" y="247865"/>
                </a:lnTo>
                <a:close/>
              </a:path>
              <a:path extrusionOk="0" h="525145" w="1618615">
                <a:moveTo>
                  <a:pt x="849947" y="516191"/>
                </a:moveTo>
                <a:lnTo>
                  <a:pt x="848817" y="491236"/>
                </a:lnTo>
                <a:lnTo>
                  <a:pt x="847839" y="463080"/>
                </a:lnTo>
                <a:lnTo>
                  <a:pt x="847140" y="431634"/>
                </a:lnTo>
                <a:lnTo>
                  <a:pt x="846874" y="396836"/>
                </a:lnTo>
                <a:lnTo>
                  <a:pt x="846874" y="144449"/>
                </a:lnTo>
                <a:lnTo>
                  <a:pt x="731316" y="144449"/>
                </a:lnTo>
                <a:lnTo>
                  <a:pt x="731316" y="365671"/>
                </a:lnTo>
                <a:lnTo>
                  <a:pt x="731037" y="372808"/>
                </a:lnTo>
                <a:lnTo>
                  <a:pt x="707301" y="417766"/>
                </a:lnTo>
                <a:lnTo>
                  <a:pt x="668985" y="431076"/>
                </a:lnTo>
                <a:lnTo>
                  <a:pt x="642531" y="425119"/>
                </a:lnTo>
                <a:lnTo>
                  <a:pt x="624332" y="407974"/>
                </a:lnTo>
                <a:lnTo>
                  <a:pt x="613841" y="380707"/>
                </a:lnTo>
                <a:lnTo>
                  <a:pt x="610463" y="344398"/>
                </a:lnTo>
                <a:lnTo>
                  <a:pt x="610463" y="144449"/>
                </a:lnTo>
                <a:lnTo>
                  <a:pt x="494906" y="144449"/>
                </a:lnTo>
                <a:lnTo>
                  <a:pt x="494906" y="362623"/>
                </a:lnTo>
                <a:lnTo>
                  <a:pt x="501205" y="423557"/>
                </a:lnTo>
                <a:lnTo>
                  <a:pt x="519036" y="469226"/>
                </a:lnTo>
                <a:lnTo>
                  <a:pt x="546785" y="500634"/>
                </a:lnTo>
                <a:lnTo>
                  <a:pt x="582866" y="518756"/>
                </a:lnTo>
                <a:lnTo>
                  <a:pt x="625652" y="524573"/>
                </a:lnTo>
                <a:lnTo>
                  <a:pt x="670026" y="518274"/>
                </a:lnTo>
                <a:lnTo>
                  <a:pt x="703491" y="502716"/>
                </a:lnTo>
                <a:lnTo>
                  <a:pt x="727113" y="482879"/>
                </a:lnTo>
                <a:lnTo>
                  <a:pt x="741972" y="463753"/>
                </a:lnTo>
                <a:lnTo>
                  <a:pt x="744245" y="463753"/>
                </a:lnTo>
                <a:lnTo>
                  <a:pt x="749592" y="516191"/>
                </a:lnTo>
                <a:lnTo>
                  <a:pt x="849947" y="516191"/>
                </a:lnTo>
                <a:close/>
              </a:path>
              <a:path extrusionOk="0" h="525145" w="1618615">
                <a:moveTo>
                  <a:pt x="1277759" y="326885"/>
                </a:moveTo>
                <a:lnTo>
                  <a:pt x="1273225" y="280898"/>
                </a:lnTo>
                <a:lnTo>
                  <a:pt x="1260055" y="239864"/>
                </a:lnTo>
                <a:lnTo>
                  <a:pt x="1247533" y="218948"/>
                </a:lnTo>
                <a:lnTo>
                  <a:pt x="1238923" y="204558"/>
                </a:lnTo>
                <a:lnTo>
                  <a:pt x="1210513" y="175742"/>
                </a:lnTo>
                <a:lnTo>
                  <a:pt x="1175537" y="154216"/>
                </a:lnTo>
                <a:lnTo>
                  <a:pt x="1157643" y="148323"/>
                </a:lnTo>
                <a:lnTo>
                  <a:pt x="1157643" y="329958"/>
                </a:lnTo>
                <a:lnTo>
                  <a:pt x="1152537" y="375627"/>
                </a:lnTo>
                <a:lnTo>
                  <a:pt x="1137881" y="410908"/>
                </a:lnTo>
                <a:lnTo>
                  <a:pt x="1114679" y="433641"/>
                </a:lnTo>
                <a:lnTo>
                  <a:pt x="1083906" y="441693"/>
                </a:lnTo>
                <a:lnTo>
                  <a:pt x="1083157" y="441693"/>
                </a:lnTo>
                <a:lnTo>
                  <a:pt x="1050861" y="433222"/>
                </a:lnTo>
                <a:lnTo>
                  <a:pt x="1027264" y="409867"/>
                </a:lnTo>
                <a:lnTo>
                  <a:pt x="1012799" y="374675"/>
                </a:lnTo>
                <a:lnTo>
                  <a:pt x="1007884" y="330708"/>
                </a:lnTo>
                <a:lnTo>
                  <a:pt x="1012063" y="289839"/>
                </a:lnTo>
                <a:lnTo>
                  <a:pt x="1025372" y="254025"/>
                </a:lnTo>
                <a:lnTo>
                  <a:pt x="1048931" y="228612"/>
                </a:lnTo>
                <a:lnTo>
                  <a:pt x="1083906" y="218948"/>
                </a:lnTo>
                <a:lnTo>
                  <a:pt x="1117574" y="228612"/>
                </a:lnTo>
                <a:lnTo>
                  <a:pt x="1140447" y="253936"/>
                </a:lnTo>
                <a:lnTo>
                  <a:pt x="1153502" y="289521"/>
                </a:lnTo>
                <a:lnTo>
                  <a:pt x="1157643" y="329958"/>
                </a:lnTo>
                <a:lnTo>
                  <a:pt x="1157643" y="148323"/>
                </a:lnTo>
                <a:lnTo>
                  <a:pt x="1134618" y="140728"/>
                </a:lnTo>
                <a:lnTo>
                  <a:pt x="1088466" y="136067"/>
                </a:lnTo>
                <a:lnTo>
                  <a:pt x="1039609" y="140665"/>
                </a:lnTo>
                <a:lnTo>
                  <a:pt x="996442" y="154089"/>
                </a:lnTo>
                <a:lnTo>
                  <a:pt x="959637" y="175755"/>
                </a:lnTo>
                <a:lnTo>
                  <a:pt x="929855" y="205041"/>
                </a:lnTo>
                <a:lnTo>
                  <a:pt x="907770" y="241401"/>
                </a:lnTo>
                <a:lnTo>
                  <a:pt x="894016" y="284226"/>
                </a:lnTo>
                <a:lnTo>
                  <a:pt x="889292" y="332955"/>
                </a:lnTo>
                <a:lnTo>
                  <a:pt x="894245" y="381393"/>
                </a:lnTo>
                <a:lnTo>
                  <a:pt x="908405" y="423481"/>
                </a:lnTo>
                <a:lnTo>
                  <a:pt x="930757" y="458812"/>
                </a:lnTo>
                <a:lnTo>
                  <a:pt x="960272" y="486994"/>
                </a:lnTo>
                <a:lnTo>
                  <a:pt x="995946" y="507606"/>
                </a:lnTo>
                <a:lnTo>
                  <a:pt x="1036726" y="520268"/>
                </a:lnTo>
                <a:lnTo>
                  <a:pt x="1081608" y="524573"/>
                </a:lnTo>
                <a:lnTo>
                  <a:pt x="1082382" y="524573"/>
                </a:lnTo>
                <a:lnTo>
                  <a:pt x="1124318" y="520725"/>
                </a:lnTo>
                <a:lnTo>
                  <a:pt x="1164336" y="509054"/>
                </a:lnTo>
                <a:lnTo>
                  <a:pt x="1200772" y="489381"/>
                </a:lnTo>
                <a:lnTo>
                  <a:pt x="1231976" y="461518"/>
                </a:lnTo>
                <a:lnTo>
                  <a:pt x="1245285" y="441693"/>
                </a:lnTo>
                <a:lnTo>
                  <a:pt x="1256322" y="425259"/>
                </a:lnTo>
                <a:lnTo>
                  <a:pt x="1272120" y="380453"/>
                </a:lnTo>
                <a:lnTo>
                  <a:pt x="1277759" y="326885"/>
                </a:lnTo>
                <a:close/>
              </a:path>
              <a:path extrusionOk="0" h="525145" w="1618615">
                <a:moveTo>
                  <a:pt x="1618411" y="150533"/>
                </a:moveTo>
                <a:lnTo>
                  <a:pt x="1598650" y="144424"/>
                </a:lnTo>
                <a:lnTo>
                  <a:pt x="1576603" y="139865"/>
                </a:lnTo>
                <a:lnTo>
                  <a:pt x="1553413" y="137033"/>
                </a:lnTo>
                <a:lnTo>
                  <a:pt x="1530223" y="136055"/>
                </a:lnTo>
                <a:lnTo>
                  <a:pt x="1474876" y="141300"/>
                </a:lnTo>
                <a:lnTo>
                  <a:pt x="1427530" y="156235"/>
                </a:lnTo>
                <a:lnTo>
                  <a:pt x="1388376" y="179628"/>
                </a:lnTo>
                <a:lnTo>
                  <a:pt x="1357591" y="210299"/>
                </a:lnTo>
                <a:lnTo>
                  <a:pt x="1335366" y="247015"/>
                </a:lnTo>
                <a:lnTo>
                  <a:pt x="1321904" y="288569"/>
                </a:lnTo>
                <a:lnTo>
                  <a:pt x="1317371" y="333743"/>
                </a:lnTo>
                <a:lnTo>
                  <a:pt x="1321968" y="381190"/>
                </a:lnTo>
                <a:lnTo>
                  <a:pt x="1335392" y="422783"/>
                </a:lnTo>
                <a:lnTo>
                  <a:pt x="1357045" y="458012"/>
                </a:lnTo>
                <a:lnTo>
                  <a:pt x="1386344" y="486346"/>
                </a:lnTo>
                <a:lnTo>
                  <a:pt x="1422704" y="507225"/>
                </a:lnTo>
                <a:lnTo>
                  <a:pt x="1465541" y="520153"/>
                </a:lnTo>
                <a:lnTo>
                  <a:pt x="1514259" y="524573"/>
                </a:lnTo>
                <a:lnTo>
                  <a:pt x="1546148" y="523240"/>
                </a:lnTo>
                <a:lnTo>
                  <a:pt x="1599057" y="514007"/>
                </a:lnTo>
                <a:lnTo>
                  <a:pt x="1603971" y="421932"/>
                </a:lnTo>
                <a:lnTo>
                  <a:pt x="1590116" y="427050"/>
                </a:lnTo>
                <a:lnTo>
                  <a:pt x="1574609" y="430872"/>
                </a:lnTo>
                <a:lnTo>
                  <a:pt x="1557248" y="433273"/>
                </a:lnTo>
                <a:lnTo>
                  <a:pt x="1537817" y="434098"/>
                </a:lnTo>
                <a:lnTo>
                  <a:pt x="1498168" y="427329"/>
                </a:lnTo>
                <a:lnTo>
                  <a:pt x="1465795" y="407301"/>
                </a:lnTo>
                <a:lnTo>
                  <a:pt x="1443951" y="374446"/>
                </a:lnTo>
                <a:lnTo>
                  <a:pt x="1435938" y="329196"/>
                </a:lnTo>
                <a:lnTo>
                  <a:pt x="1442631" y="287261"/>
                </a:lnTo>
                <a:lnTo>
                  <a:pt x="1462659" y="254304"/>
                </a:lnTo>
                <a:lnTo>
                  <a:pt x="1494218" y="232752"/>
                </a:lnTo>
                <a:lnTo>
                  <a:pt x="1535557" y="225031"/>
                </a:lnTo>
                <a:lnTo>
                  <a:pt x="1556562" y="225958"/>
                </a:lnTo>
                <a:lnTo>
                  <a:pt x="1574152" y="228447"/>
                </a:lnTo>
                <a:lnTo>
                  <a:pt x="1588592" y="232092"/>
                </a:lnTo>
                <a:lnTo>
                  <a:pt x="1600174" y="236435"/>
                </a:lnTo>
                <a:lnTo>
                  <a:pt x="1618411" y="150533"/>
                </a:lnTo>
                <a:close/>
              </a:path>
            </a:pathLst>
          </a:custGeom>
          <a:solidFill>
            <a:srgbClr val="FEB62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3" name="Google Shape;83;p14"/>
          <p:cNvSpPr/>
          <p:nvPr/>
        </p:nvSpPr>
        <p:spPr>
          <a:xfrm>
            <a:off x="18689266" y="10470436"/>
            <a:ext cx="388620" cy="482600"/>
          </a:xfrm>
          <a:custGeom>
            <a:rect b="b" l="l" r="r" t="t"/>
            <a:pathLst>
              <a:path extrusionOk="0" h="482600" w="388619">
                <a:moveTo>
                  <a:pt x="388176" y="0"/>
                </a:moveTo>
                <a:lnTo>
                  <a:pt x="281090" y="0"/>
                </a:lnTo>
                <a:lnTo>
                  <a:pt x="281090" y="273331"/>
                </a:lnTo>
                <a:lnTo>
                  <a:pt x="275370" y="327965"/>
                </a:lnTo>
                <a:lnTo>
                  <a:pt x="258558" y="366414"/>
                </a:lnTo>
                <a:lnTo>
                  <a:pt x="231178" y="389143"/>
                </a:lnTo>
                <a:lnTo>
                  <a:pt x="193753" y="396616"/>
                </a:lnTo>
                <a:lnTo>
                  <a:pt x="157139" y="388845"/>
                </a:lnTo>
                <a:lnTo>
                  <a:pt x="130175" y="365621"/>
                </a:lnTo>
                <a:lnTo>
                  <a:pt x="113516" y="327072"/>
                </a:lnTo>
                <a:lnTo>
                  <a:pt x="107818" y="273331"/>
                </a:lnTo>
                <a:lnTo>
                  <a:pt x="107818" y="0"/>
                </a:lnTo>
                <a:lnTo>
                  <a:pt x="0" y="0"/>
                </a:lnTo>
                <a:lnTo>
                  <a:pt x="0" y="264892"/>
                </a:lnTo>
                <a:lnTo>
                  <a:pt x="4253" y="324651"/>
                </a:lnTo>
                <a:lnTo>
                  <a:pt x="16765" y="374300"/>
                </a:lnTo>
                <a:lnTo>
                  <a:pt x="37165" y="414172"/>
                </a:lnTo>
                <a:lnTo>
                  <a:pt x="65082" y="444602"/>
                </a:lnTo>
                <a:lnTo>
                  <a:pt x="100145" y="465925"/>
                </a:lnTo>
                <a:lnTo>
                  <a:pt x="141983" y="478473"/>
                </a:lnTo>
                <a:lnTo>
                  <a:pt x="190224" y="482582"/>
                </a:lnTo>
                <a:lnTo>
                  <a:pt x="240229" y="478290"/>
                </a:lnTo>
                <a:lnTo>
                  <a:pt x="283689" y="465335"/>
                </a:lnTo>
                <a:lnTo>
                  <a:pt x="320188" y="443592"/>
                </a:lnTo>
                <a:lnTo>
                  <a:pt x="349304" y="412939"/>
                </a:lnTo>
                <a:lnTo>
                  <a:pt x="370620" y="373254"/>
                </a:lnTo>
                <a:lnTo>
                  <a:pt x="383717" y="324414"/>
                </a:lnTo>
                <a:lnTo>
                  <a:pt x="388176" y="266295"/>
                </a:lnTo>
                <a:lnTo>
                  <a:pt x="388176"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nvGrpSpPr>
          <p:cNvPr id="84" name="Google Shape;84;p14"/>
          <p:cNvGrpSpPr/>
          <p:nvPr/>
        </p:nvGrpSpPr>
        <p:grpSpPr>
          <a:xfrm>
            <a:off x="19131280" y="10355374"/>
            <a:ext cx="445703" cy="598161"/>
            <a:chOff x="18406074" y="10234089"/>
            <a:chExt cx="445703" cy="598161"/>
          </a:xfrm>
        </p:grpSpPr>
        <p:sp>
          <p:nvSpPr>
            <p:cNvPr id="85" name="Google Shape;85;p14"/>
            <p:cNvSpPr/>
            <p:nvPr/>
          </p:nvSpPr>
          <p:spPr>
            <a:xfrm>
              <a:off x="18406074" y="10341395"/>
              <a:ext cx="376555" cy="490855"/>
            </a:xfrm>
            <a:custGeom>
              <a:rect b="b" l="l" r="r" t="t"/>
              <a:pathLst>
                <a:path extrusionOk="0" h="490854" w="376555">
                  <a:moveTo>
                    <a:pt x="259248" y="0"/>
                  </a:moveTo>
                  <a:lnTo>
                    <a:pt x="212510" y="3315"/>
                  </a:lnTo>
                  <a:lnTo>
                    <a:pt x="168577" y="13160"/>
                  </a:lnTo>
                  <a:lnTo>
                    <a:pt x="128168" y="29385"/>
                  </a:lnTo>
                  <a:lnTo>
                    <a:pt x="92002" y="51838"/>
                  </a:lnTo>
                  <a:lnTo>
                    <a:pt x="60799" y="80367"/>
                  </a:lnTo>
                  <a:lnTo>
                    <a:pt x="35278" y="114822"/>
                  </a:lnTo>
                  <a:lnTo>
                    <a:pt x="16158" y="155053"/>
                  </a:lnTo>
                  <a:lnTo>
                    <a:pt x="4159" y="200906"/>
                  </a:lnTo>
                  <a:lnTo>
                    <a:pt x="0" y="252233"/>
                  </a:lnTo>
                  <a:lnTo>
                    <a:pt x="3124" y="296015"/>
                  </a:lnTo>
                  <a:lnTo>
                    <a:pt x="12470" y="336820"/>
                  </a:lnTo>
                  <a:lnTo>
                    <a:pt x="27997" y="374067"/>
                  </a:lnTo>
                  <a:lnTo>
                    <a:pt x="49665" y="407177"/>
                  </a:lnTo>
                  <a:lnTo>
                    <a:pt x="77432" y="435568"/>
                  </a:lnTo>
                  <a:lnTo>
                    <a:pt x="111258" y="458660"/>
                  </a:lnTo>
                  <a:lnTo>
                    <a:pt x="151102" y="475874"/>
                  </a:lnTo>
                  <a:lnTo>
                    <a:pt x="196924" y="486627"/>
                  </a:lnTo>
                  <a:lnTo>
                    <a:pt x="248683" y="490341"/>
                  </a:lnTo>
                  <a:lnTo>
                    <a:pt x="289323" y="488424"/>
                  </a:lnTo>
                  <a:lnTo>
                    <a:pt x="323888" y="483469"/>
                  </a:lnTo>
                  <a:lnTo>
                    <a:pt x="351317" y="476664"/>
                  </a:lnTo>
                  <a:lnTo>
                    <a:pt x="370554" y="469200"/>
                  </a:lnTo>
                  <a:lnTo>
                    <a:pt x="354355" y="385380"/>
                  </a:lnTo>
                  <a:lnTo>
                    <a:pt x="336022" y="391357"/>
                  </a:lnTo>
                  <a:lnTo>
                    <a:pt x="313851" y="396278"/>
                  </a:lnTo>
                  <a:lnTo>
                    <a:pt x="289564" y="399616"/>
                  </a:lnTo>
                  <a:lnTo>
                    <a:pt x="264881" y="400846"/>
                  </a:lnTo>
                  <a:lnTo>
                    <a:pt x="212272" y="393858"/>
                  </a:lnTo>
                  <a:lnTo>
                    <a:pt x="169943" y="373685"/>
                  </a:lnTo>
                  <a:lnTo>
                    <a:pt x="138704" y="341508"/>
                  </a:lnTo>
                  <a:lnTo>
                    <a:pt x="119366" y="298511"/>
                  </a:lnTo>
                  <a:lnTo>
                    <a:pt x="112740" y="245877"/>
                  </a:lnTo>
                  <a:lnTo>
                    <a:pt x="120306" y="188964"/>
                  </a:lnTo>
                  <a:lnTo>
                    <a:pt x="141498" y="144930"/>
                  </a:lnTo>
                  <a:lnTo>
                    <a:pt x="174052" y="113642"/>
                  </a:lnTo>
                  <a:lnTo>
                    <a:pt x="215707" y="94967"/>
                  </a:lnTo>
                  <a:lnTo>
                    <a:pt x="264201" y="88772"/>
                  </a:lnTo>
                  <a:lnTo>
                    <a:pt x="291260" y="90238"/>
                  </a:lnTo>
                  <a:lnTo>
                    <a:pt x="315349" y="94150"/>
                  </a:lnTo>
                  <a:lnTo>
                    <a:pt x="336402" y="99775"/>
                  </a:lnTo>
                  <a:lnTo>
                    <a:pt x="354355" y="106384"/>
                  </a:lnTo>
                  <a:lnTo>
                    <a:pt x="376208" y="21161"/>
                  </a:lnTo>
                  <a:lnTo>
                    <a:pt x="357739" y="13689"/>
                  </a:lnTo>
                  <a:lnTo>
                    <a:pt x="331471" y="6878"/>
                  </a:lnTo>
                  <a:lnTo>
                    <a:pt x="298332" y="1917"/>
                  </a:lnTo>
                  <a:lnTo>
                    <a:pt x="259248"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86" name="Google Shape;86;p14"/>
            <p:cNvPicPr preferRelativeResize="0"/>
            <p:nvPr/>
          </p:nvPicPr>
          <p:blipFill rotWithShape="1">
            <a:blip r:embed="rId3">
              <a:alphaModFix/>
            </a:blip>
            <a:srcRect b="0" l="0" r="0" t="0"/>
            <a:stretch/>
          </p:blipFill>
          <p:spPr>
            <a:xfrm>
              <a:off x="18739823" y="10234089"/>
              <a:ext cx="111954" cy="111944"/>
            </a:xfrm>
            <a:prstGeom prst="rect">
              <a:avLst/>
            </a:prstGeom>
            <a:noFill/>
            <a:ln>
              <a:noFill/>
            </a:ln>
          </p:spPr>
        </p:pic>
      </p:grpSp>
      <p:pic>
        <p:nvPicPr>
          <p:cNvPr id="87" name="Google Shape;87;p14"/>
          <p:cNvPicPr preferRelativeResize="0"/>
          <p:nvPr/>
        </p:nvPicPr>
        <p:blipFill rotWithShape="1">
          <a:blip r:embed="rId4">
            <a:alphaModFix/>
          </a:blip>
          <a:srcRect b="0" l="0" r="0" t="0"/>
          <a:stretch/>
        </p:blipFill>
        <p:spPr>
          <a:xfrm>
            <a:off x="12325995" y="10351817"/>
            <a:ext cx="4224383" cy="833510"/>
          </a:xfrm>
          <a:prstGeom prst="rect">
            <a:avLst/>
          </a:prstGeom>
          <a:noFill/>
          <a:ln>
            <a:noFill/>
          </a:ln>
        </p:spPr>
      </p:pic>
      <p:sp>
        <p:nvSpPr>
          <p:cNvPr id="88" name="Google Shape;88;p14"/>
          <p:cNvSpPr txBox="1"/>
          <p:nvPr>
            <p:ph type="title"/>
          </p:nvPr>
        </p:nvSpPr>
        <p:spPr>
          <a:xfrm>
            <a:off x="1321990" y="8235994"/>
            <a:ext cx="6048240" cy="2324921"/>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sz="5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cxnSp>
        <p:nvCxnSpPr>
          <p:cNvPr id="89" name="Google Shape;89;p14"/>
          <p:cNvCxnSpPr/>
          <p:nvPr/>
        </p:nvCxnSpPr>
        <p:spPr>
          <a:xfrm>
            <a:off x="7842250" y="7864475"/>
            <a:ext cx="0" cy="2696441"/>
          </a:xfrm>
          <a:prstGeom prst="straightConnector1">
            <a:avLst/>
          </a:prstGeom>
          <a:noFill/>
          <a:ln cap="flat" cmpd="sng" w="76200">
            <a:solidFill>
              <a:schemeClr val="dk1"/>
            </a:solidFill>
            <a:prstDash val="solid"/>
            <a:round/>
            <a:headEnd len="sm" w="sm" type="none"/>
            <a:tailEnd len="sm" w="sm" type="none"/>
          </a:ln>
        </p:spPr>
      </p:cxnSp>
      <p:sp>
        <p:nvSpPr>
          <p:cNvPr id="90" name="Google Shape;90;p14"/>
          <p:cNvSpPr txBox="1"/>
          <p:nvPr>
            <p:ph idx="1" type="body"/>
          </p:nvPr>
        </p:nvSpPr>
        <p:spPr>
          <a:xfrm>
            <a:off x="8314271" y="8170445"/>
            <a:ext cx="11193563" cy="1903830"/>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SzPts val="1400"/>
              <a:buNone/>
              <a:defRPr>
                <a:latin typeface="Arial"/>
                <a:ea typeface="Arial"/>
                <a:cs typeface="Arial"/>
                <a:sym typeface="Arial"/>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Diseño personalizado">
  <p:cSld name="1_Diseño personalizado">
    <p:spTree>
      <p:nvGrpSpPr>
        <p:cNvPr id="91" name="Shape 91"/>
        <p:cNvGrpSpPr/>
        <p:nvPr/>
      </p:nvGrpSpPr>
      <p:grpSpPr>
        <a:xfrm>
          <a:off x="0" y="0"/>
          <a:ext cx="0" cy="0"/>
          <a:chOff x="0" y="0"/>
          <a:chExt cx="0" cy="0"/>
        </a:xfrm>
      </p:grpSpPr>
      <p:pic>
        <p:nvPicPr>
          <p:cNvPr id="92" name="Google Shape;92;p15"/>
          <p:cNvPicPr preferRelativeResize="0"/>
          <p:nvPr/>
        </p:nvPicPr>
        <p:blipFill rotWithShape="1">
          <a:blip r:embed="rId2">
            <a:alphaModFix/>
          </a:blip>
          <a:srcRect b="0" l="0" r="0" t="0"/>
          <a:stretch/>
        </p:blipFill>
        <p:spPr>
          <a:xfrm>
            <a:off x="-1" y="-22225"/>
            <a:ext cx="20112123" cy="7534688"/>
          </a:xfrm>
          <a:prstGeom prst="rect">
            <a:avLst/>
          </a:prstGeom>
          <a:noFill/>
          <a:ln>
            <a:noFill/>
          </a:ln>
        </p:spPr>
      </p:pic>
      <p:sp>
        <p:nvSpPr>
          <p:cNvPr id="93" name="Google Shape;93;p15"/>
          <p:cNvSpPr/>
          <p:nvPr/>
        </p:nvSpPr>
        <p:spPr>
          <a:xfrm>
            <a:off x="16958625" y="10426287"/>
            <a:ext cx="1618615" cy="525145"/>
          </a:xfrm>
          <a:custGeom>
            <a:rect b="b" l="l" r="r" t="t"/>
            <a:pathLst>
              <a:path extrusionOk="0" h="525145" w="1618615">
                <a:moveTo>
                  <a:pt x="453097" y="247865"/>
                </a:moveTo>
                <a:lnTo>
                  <a:pt x="449186" y="196367"/>
                </a:lnTo>
                <a:lnTo>
                  <a:pt x="437921" y="151307"/>
                </a:lnTo>
                <a:lnTo>
                  <a:pt x="419925" y="112522"/>
                </a:lnTo>
                <a:lnTo>
                  <a:pt x="395884" y="79870"/>
                </a:lnTo>
                <a:lnTo>
                  <a:pt x="366445" y="53213"/>
                </a:lnTo>
                <a:lnTo>
                  <a:pt x="330708" y="31546"/>
                </a:lnTo>
                <a:lnTo>
                  <a:pt x="330708" y="251650"/>
                </a:lnTo>
                <a:lnTo>
                  <a:pt x="325094" y="307492"/>
                </a:lnTo>
                <a:lnTo>
                  <a:pt x="308851" y="352729"/>
                </a:lnTo>
                <a:lnTo>
                  <a:pt x="282892" y="387540"/>
                </a:lnTo>
                <a:lnTo>
                  <a:pt x="248132" y="412089"/>
                </a:lnTo>
                <a:lnTo>
                  <a:pt x="205486" y="426542"/>
                </a:lnTo>
                <a:lnTo>
                  <a:pt x="155841" y="431076"/>
                </a:lnTo>
                <a:lnTo>
                  <a:pt x="145161" y="431038"/>
                </a:lnTo>
                <a:lnTo>
                  <a:pt x="134264" y="430784"/>
                </a:lnTo>
                <a:lnTo>
                  <a:pt x="124079" y="430098"/>
                </a:lnTo>
                <a:lnTo>
                  <a:pt x="115519" y="428764"/>
                </a:lnTo>
                <a:lnTo>
                  <a:pt x="115519" y="93497"/>
                </a:lnTo>
                <a:lnTo>
                  <a:pt x="124383" y="91821"/>
                </a:lnTo>
                <a:lnTo>
                  <a:pt x="136080" y="90347"/>
                </a:lnTo>
                <a:lnTo>
                  <a:pt x="150622" y="89319"/>
                </a:lnTo>
                <a:lnTo>
                  <a:pt x="168008" y="88925"/>
                </a:lnTo>
                <a:lnTo>
                  <a:pt x="214909" y="93319"/>
                </a:lnTo>
                <a:lnTo>
                  <a:pt x="254800" y="106616"/>
                </a:lnTo>
                <a:lnTo>
                  <a:pt x="286994" y="128943"/>
                </a:lnTo>
                <a:lnTo>
                  <a:pt x="310832" y="160464"/>
                </a:lnTo>
                <a:lnTo>
                  <a:pt x="325628" y="201320"/>
                </a:lnTo>
                <a:lnTo>
                  <a:pt x="330708" y="251650"/>
                </a:lnTo>
                <a:lnTo>
                  <a:pt x="330708" y="31546"/>
                </a:lnTo>
                <a:lnTo>
                  <a:pt x="326796" y="29171"/>
                </a:lnTo>
                <a:lnTo>
                  <a:pt x="279666" y="12636"/>
                </a:lnTo>
                <a:lnTo>
                  <a:pt x="223278" y="3073"/>
                </a:lnTo>
                <a:lnTo>
                  <a:pt x="155841" y="0"/>
                </a:lnTo>
                <a:lnTo>
                  <a:pt x="113093" y="711"/>
                </a:lnTo>
                <a:lnTo>
                  <a:pt x="72212" y="2857"/>
                </a:lnTo>
                <a:lnTo>
                  <a:pt x="34175" y="6413"/>
                </a:lnTo>
                <a:lnTo>
                  <a:pt x="0" y="11417"/>
                </a:lnTo>
                <a:lnTo>
                  <a:pt x="0" y="513930"/>
                </a:lnTo>
                <a:lnTo>
                  <a:pt x="23964" y="516724"/>
                </a:lnTo>
                <a:lnTo>
                  <a:pt x="53784" y="519150"/>
                </a:lnTo>
                <a:lnTo>
                  <a:pt x="89585" y="520877"/>
                </a:lnTo>
                <a:lnTo>
                  <a:pt x="131495" y="521525"/>
                </a:lnTo>
                <a:lnTo>
                  <a:pt x="189534" y="518960"/>
                </a:lnTo>
                <a:lnTo>
                  <a:pt x="242811" y="511162"/>
                </a:lnTo>
                <a:lnTo>
                  <a:pt x="290804" y="498043"/>
                </a:lnTo>
                <a:lnTo>
                  <a:pt x="332955" y="479501"/>
                </a:lnTo>
                <a:lnTo>
                  <a:pt x="368719" y="455409"/>
                </a:lnTo>
                <a:lnTo>
                  <a:pt x="396163" y="427177"/>
                </a:lnTo>
                <a:lnTo>
                  <a:pt x="419430" y="392518"/>
                </a:lnTo>
                <a:lnTo>
                  <a:pt x="437400" y="351231"/>
                </a:lnTo>
                <a:lnTo>
                  <a:pt x="448983" y="303085"/>
                </a:lnTo>
                <a:lnTo>
                  <a:pt x="453097" y="247865"/>
                </a:lnTo>
                <a:close/>
              </a:path>
              <a:path extrusionOk="0" h="525145" w="1618615">
                <a:moveTo>
                  <a:pt x="849947" y="516191"/>
                </a:moveTo>
                <a:lnTo>
                  <a:pt x="848817" y="491236"/>
                </a:lnTo>
                <a:lnTo>
                  <a:pt x="847839" y="463080"/>
                </a:lnTo>
                <a:lnTo>
                  <a:pt x="847140" y="431634"/>
                </a:lnTo>
                <a:lnTo>
                  <a:pt x="846874" y="396836"/>
                </a:lnTo>
                <a:lnTo>
                  <a:pt x="846874" y="144449"/>
                </a:lnTo>
                <a:lnTo>
                  <a:pt x="731316" y="144449"/>
                </a:lnTo>
                <a:lnTo>
                  <a:pt x="731316" y="365671"/>
                </a:lnTo>
                <a:lnTo>
                  <a:pt x="731037" y="372808"/>
                </a:lnTo>
                <a:lnTo>
                  <a:pt x="707301" y="417766"/>
                </a:lnTo>
                <a:lnTo>
                  <a:pt x="668985" y="431076"/>
                </a:lnTo>
                <a:lnTo>
                  <a:pt x="642531" y="425119"/>
                </a:lnTo>
                <a:lnTo>
                  <a:pt x="624332" y="407974"/>
                </a:lnTo>
                <a:lnTo>
                  <a:pt x="613841" y="380707"/>
                </a:lnTo>
                <a:lnTo>
                  <a:pt x="610463" y="344398"/>
                </a:lnTo>
                <a:lnTo>
                  <a:pt x="610463" y="144449"/>
                </a:lnTo>
                <a:lnTo>
                  <a:pt x="494906" y="144449"/>
                </a:lnTo>
                <a:lnTo>
                  <a:pt x="494906" y="362623"/>
                </a:lnTo>
                <a:lnTo>
                  <a:pt x="501205" y="423557"/>
                </a:lnTo>
                <a:lnTo>
                  <a:pt x="519036" y="469226"/>
                </a:lnTo>
                <a:lnTo>
                  <a:pt x="546785" y="500634"/>
                </a:lnTo>
                <a:lnTo>
                  <a:pt x="582866" y="518756"/>
                </a:lnTo>
                <a:lnTo>
                  <a:pt x="625652" y="524573"/>
                </a:lnTo>
                <a:lnTo>
                  <a:pt x="670026" y="518274"/>
                </a:lnTo>
                <a:lnTo>
                  <a:pt x="703491" y="502716"/>
                </a:lnTo>
                <a:lnTo>
                  <a:pt x="727113" y="482879"/>
                </a:lnTo>
                <a:lnTo>
                  <a:pt x="741972" y="463753"/>
                </a:lnTo>
                <a:lnTo>
                  <a:pt x="744245" y="463753"/>
                </a:lnTo>
                <a:lnTo>
                  <a:pt x="749592" y="516191"/>
                </a:lnTo>
                <a:lnTo>
                  <a:pt x="849947" y="516191"/>
                </a:lnTo>
                <a:close/>
              </a:path>
              <a:path extrusionOk="0" h="525145" w="1618615">
                <a:moveTo>
                  <a:pt x="1277759" y="326885"/>
                </a:moveTo>
                <a:lnTo>
                  <a:pt x="1273225" y="280898"/>
                </a:lnTo>
                <a:lnTo>
                  <a:pt x="1260055" y="239864"/>
                </a:lnTo>
                <a:lnTo>
                  <a:pt x="1247533" y="218948"/>
                </a:lnTo>
                <a:lnTo>
                  <a:pt x="1238923" y="204558"/>
                </a:lnTo>
                <a:lnTo>
                  <a:pt x="1210513" y="175742"/>
                </a:lnTo>
                <a:lnTo>
                  <a:pt x="1175537" y="154216"/>
                </a:lnTo>
                <a:lnTo>
                  <a:pt x="1157643" y="148323"/>
                </a:lnTo>
                <a:lnTo>
                  <a:pt x="1157643" y="329958"/>
                </a:lnTo>
                <a:lnTo>
                  <a:pt x="1152537" y="375627"/>
                </a:lnTo>
                <a:lnTo>
                  <a:pt x="1137881" y="410908"/>
                </a:lnTo>
                <a:lnTo>
                  <a:pt x="1114679" y="433641"/>
                </a:lnTo>
                <a:lnTo>
                  <a:pt x="1083906" y="441693"/>
                </a:lnTo>
                <a:lnTo>
                  <a:pt x="1083157" y="441693"/>
                </a:lnTo>
                <a:lnTo>
                  <a:pt x="1050861" y="433222"/>
                </a:lnTo>
                <a:lnTo>
                  <a:pt x="1027264" y="409867"/>
                </a:lnTo>
                <a:lnTo>
                  <a:pt x="1012799" y="374675"/>
                </a:lnTo>
                <a:lnTo>
                  <a:pt x="1007884" y="330708"/>
                </a:lnTo>
                <a:lnTo>
                  <a:pt x="1012063" y="289839"/>
                </a:lnTo>
                <a:lnTo>
                  <a:pt x="1025372" y="254025"/>
                </a:lnTo>
                <a:lnTo>
                  <a:pt x="1048931" y="228612"/>
                </a:lnTo>
                <a:lnTo>
                  <a:pt x="1083906" y="218948"/>
                </a:lnTo>
                <a:lnTo>
                  <a:pt x="1117574" y="228612"/>
                </a:lnTo>
                <a:lnTo>
                  <a:pt x="1140447" y="253936"/>
                </a:lnTo>
                <a:lnTo>
                  <a:pt x="1153502" y="289521"/>
                </a:lnTo>
                <a:lnTo>
                  <a:pt x="1157643" y="329958"/>
                </a:lnTo>
                <a:lnTo>
                  <a:pt x="1157643" y="148323"/>
                </a:lnTo>
                <a:lnTo>
                  <a:pt x="1134618" y="140728"/>
                </a:lnTo>
                <a:lnTo>
                  <a:pt x="1088466" y="136067"/>
                </a:lnTo>
                <a:lnTo>
                  <a:pt x="1039609" y="140665"/>
                </a:lnTo>
                <a:lnTo>
                  <a:pt x="996442" y="154089"/>
                </a:lnTo>
                <a:lnTo>
                  <a:pt x="959637" y="175755"/>
                </a:lnTo>
                <a:lnTo>
                  <a:pt x="929855" y="205041"/>
                </a:lnTo>
                <a:lnTo>
                  <a:pt x="907770" y="241401"/>
                </a:lnTo>
                <a:lnTo>
                  <a:pt x="894016" y="284226"/>
                </a:lnTo>
                <a:lnTo>
                  <a:pt x="889292" y="332955"/>
                </a:lnTo>
                <a:lnTo>
                  <a:pt x="894245" y="381393"/>
                </a:lnTo>
                <a:lnTo>
                  <a:pt x="908405" y="423481"/>
                </a:lnTo>
                <a:lnTo>
                  <a:pt x="930757" y="458812"/>
                </a:lnTo>
                <a:lnTo>
                  <a:pt x="960272" y="486994"/>
                </a:lnTo>
                <a:lnTo>
                  <a:pt x="995946" y="507606"/>
                </a:lnTo>
                <a:lnTo>
                  <a:pt x="1036726" y="520268"/>
                </a:lnTo>
                <a:lnTo>
                  <a:pt x="1081608" y="524573"/>
                </a:lnTo>
                <a:lnTo>
                  <a:pt x="1082382" y="524573"/>
                </a:lnTo>
                <a:lnTo>
                  <a:pt x="1124318" y="520725"/>
                </a:lnTo>
                <a:lnTo>
                  <a:pt x="1164336" y="509054"/>
                </a:lnTo>
                <a:lnTo>
                  <a:pt x="1200772" y="489381"/>
                </a:lnTo>
                <a:lnTo>
                  <a:pt x="1231976" y="461518"/>
                </a:lnTo>
                <a:lnTo>
                  <a:pt x="1245285" y="441693"/>
                </a:lnTo>
                <a:lnTo>
                  <a:pt x="1256322" y="425259"/>
                </a:lnTo>
                <a:lnTo>
                  <a:pt x="1272120" y="380453"/>
                </a:lnTo>
                <a:lnTo>
                  <a:pt x="1277759" y="326885"/>
                </a:lnTo>
                <a:close/>
              </a:path>
              <a:path extrusionOk="0" h="525145" w="1618615">
                <a:moveTo>
                  <a:pt x="1618411" y="150533"/>
                </a:moveTo>
                <a:lnTo>
                  <a:pt x="1598650" y="144424"/>
                </a:lnTo>
                <a:lnTo>
                  <a:pt x="1576603" y="139865"/>
                </a:lnTo>
                <a:lnTo>
                  <a:pt x="1553413" y="137033"/>
                </a:lnTo>
                <a:lnTo>
                  <a:pt x="1530223" y="136055"/>
                </a:lnTo>
                <a:lnTo>
                  <a:pt x="1474876" y="141300"/>
                </a:lnTo>
                <a:lnTo>
                  <a:pt x="1427530" y="156235"/>
                </a:lnTo>
                <a:lnTo>
                  <a:pt x="1388376" y="179628"/>
                </a:lnTo>
                <a:lnTo>
                  <a:pt x="1357591" y="210299"/>
                </a:lnTo>
                <a:lnTo>
                  <a:pt x="1335366" y="247015"/>
                </a:lnTo>
                <a:lnTo>
                  <a:pt x="1321904" y="288569"/>
                </a:lnTo>
                <a:lnTo>
                  <a:pt x="1317371" y="333743"/>
                </a:lnTo>
                <a:lnTo>
                  <a:pt x="1321968" y="381190"/>
                </a:lnTo>
                <a:lnTo>
                  <a:pt x="1335392" y="422783"/>
                </a:lnTo>
                <a:lnTo>
                  <a:pt x="1357045" y="458012"/>
                </a:lnTo>
                <a:lnTo>
                  <a:pt x="1386344" y="486346"/>
                </a:lnTo>
                <a:lnTo>
                  <a:pt x="1422704" y="507225"/>
                </a:lnTo>
                <a:lnTo>
                  <a:pt x="1465541" y="520153"/>
                </a:lnTo>
                <a:lnTo>
                  <a:pt x="1514259" y="524573"/>
                </a:lnTo>
                <a:lnTo>
                  <a:pt x="1546148" y="523240"/>
                </a:lnTo>
                <a:lnTo>
                  <a:pt x="1599057" y="514007"/>
                </a:lnTo>
                <a:lnTo>
                  <a:pt x="1603971" y="421932"/>
                </a:lnTo>
                <a:lnTo>
                  <a:pt x="1590116" y="427050"/>
                </a:lnTo>
                <a:lnTo>
                  <a:pt x="1574609" y="430872"/>
                </a:lnTo>
                <a:lnTo>
                  <a:pt x="1557248" y="433273"/>
                </a:lnTo>
                <a:lnTo>
                  <a:pt x="1537817" y="434098"/>
                </a:lnTo>
                <a:lnTo>
                  <a:pt x="1498168" y="427329"/>
                </a:lnTo>
                <a:lnTo>
                  <a:pt x="1465795" y="407301"/>
                </a:lnTo>
                <a:lnTo>
                  <a:pt x="1443951" y="374446"/>
                </a:lnTo>
                <a:lnTo>
                  <a:pt x="1435938" y="329196"/>
                </a:lnTo>
                <a:lnTo>
                  <a:pt x="1442631" y="287261"/>
                </a:lnTo>
                <a:lnTo>
                  <a:pt x="1462659" y="254304"/>
                </a:lnTo>
                <a:lnTo>
                  <a:pt x="1494218" y="232752"/>
                </a:lnTo>
                <a:lnTo>
                  <a:pt x="1535557" y="225031"/>
                </a:lnTo>
                <a:lnTo>
                  <a:pt x="1556562" y="225958"/>
                </a:lnTo>
                <a:lnTo>
                  <a:pt x="1574152" y="228447"/>
                </a:lnTo>
                <a:lnTo>
                  <a:pt x="1588592" y="232092"/>
                </a:lnTo>
                <a:lnTo>
                  <a:pt x="1600174" y="236435"/>
                </a:lnTo>
                <a:lnTo>
                  <a:pt x="1618411" y="150533"/>
                </a:lnTo>
                <a:close/>
              </a:path>
            </a:pathLst>
          </a:custGeom>
          <a:solidFill>
            <a:srgbClr val="FEB62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4" name="Google Shape;94;p15"/>
          <p:cNvSpPr/>
          <p:nvPr/>
        </p:nvSpPr>
        <p:spPr>
          <a:xfrm>
            <a:off x="18689266" y="10470436"/>
            <a:ext cx="388620" cy="482600"/>
          </a:xfrm>
          <a:custGeom>
            <a:rect b="b" l="l" r="r" t="t"/>
            <a:pathLst>
              <a:path extrusionOk="0" h="482600" w="388619">
                <a:moveTo>
                  <a:pt x="388176" y="0"/>
                </a:moveTo>
                <a:lnTo>
                  <a:pt x="281090" y="0"/>
                </a:lnTo>
                <a:lnTo>
                  <a:pt x="281090" y="273331"/>
                </a:lnTo>
                <a:lnTo>
                  <a:pt x="275370" y="327965"/>
                </a:lnTo>
                <a:lnTo>
                  <a:pt x="258558" y="366414"/>
                </a:lnTo>
                <a:lnTo>
                  <a:pt x="231178" y="389143"/>
                </a:lnTo>
                <a:lnTo>
                  <a:pt x="193753" y="396616"/>
                </a:lnTo>
                <a:lnTo>
                  <a:pt x="157139" y="388845"/>
                </a:lnTo>
                <a:lnTo>
                  <a:pt x="130175" y="365621"/>
                </a:lnTo>
                <a:lnTo>
                  <a:pt x="113516" y="327072"/>
                </a:lnTo>
                <a:lnTo>
                  <a:pt x="107818" y="273331"/>
                </a:lnTo>
                <a:lnTo>
                  <a:pt x="107818" y="0"/>
                </a:lnTo>
                <a:lnTo>
                  <a:pt x="0" y="0"/>
                </a:lnTo>
                <a:lnTo>
                  <a:pt x="0" y="264892"/>
                </a:lnTo>
                <a:lnTo>
                  <a:pt x="4253" y="324651"/>
                </a:lnTo>
                <a:lnTo>
                  <a:pt x="16765" y="374300"/>
                </a:lnTo>
                <a:lnTo>
                  <a:pt x="37165" y="414172"/>
                </a:lnTo>
                <a:lnTo>
                  <a:pt x="65082" y="444602"/>
                </a:lnTo>
                <a:lnTo>
                  <a:pt x="100145" y="465925"/>
                </a:lnTo>
                <a:lnTo>
                  <a:pt x="141983" y="478473"/>
                </a:lnTo>
                <a:lnTo>
                  <a:pt x="190224" y="482582"/>
                </a:lnTo>
                <a:lnTo>
                  <a:pt x="240229" y="478290"/>
                </a:lnTo>
                <a:lnTo>
                  <a:pt x="283689" y="465335"/>
                </a:lnTo>
                <a:lnTo>
                  <a:pt x="320188" y="443592"/>
                </a:lnTo>
                <a:lnTo>
                  <a:pt x="349304" y="412939"/>
                </a:lnTo>
                <a:lnTo>
                  <a:pt x="370620" y="373254"/>
                </a:lnTo>
                <a:lnTo>
                  <a:pt x="383717" y="324414"/>
                </a:lnTo>
                <a:lnTo>
                  <a:pt x="388176" y="266295"/>
                </a:lnTo>
                <a:lnTo>
                  <a:pt x="388176"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nvGrpSpPr>
          <p:cNvPr id="95" name="Google Shape;95;p15"/>
          <p:cNvGrpSpPr/>
          <p:nvPr/>
        </p:nvGrpSpPr>
        <p:grpSpPr>
          <a:xfrm>
            <a:off x="19131280" y="10355374"/>
            <a:ext cx="445703" cy="598161"/>
            <a:chOff x="18406074" y="10234089"/>
            <a:chExt cx="445703" cy="598161"/>
          </a:xfrm>
        </p:grpSpPr>
        <p:sp>
          <p:nvSpPr>
            <p:cNvPr id="96" name="Google Shape;96;p15"/>
            <p:cNvSpPr/>
            <p:nvPr/>
          </p:nvSpPr>
          <p:spPr>
            <a:xfrm>
              <a:off x="18406074" y="10341395"/>
              <a:ext cx="376555" cy="490855"/>
            </a:xfrm>
            <a:custGeom>
              <a:rect b="b" l="l" r="r" t="t"/>
              <a:pathLst>
                <a:path extrusionOk="0" h="490854" w="376555">
                  <a:moveTo>
                    <a:pt x="259248" y="0"/>
                  </a:moveTo>
                  <a:lnTo>
                    <a:pt x="212510" y="3315"/>
                  </a:lnTo>
                  <a:lnTo>
                    <a:pt x="168577" y="13160"/>
                  </a:lnTo>
                  <a:lnTo>
                    <a:pt x="128168" y="29385"/>
                  </a:lnTo>
                  <a:lnTo>
                    <a:pt x="92002" y="51838"/>
                  </a:lnTo>
                  <a:lnTo>
                    <a:pt x="60799" y="80367"/>
                  </a:lnTo>
                  <a:lnTo>
                    <a:pt x="35278" y="114822"/>
                  </a:lnTo>
                  <a:lnTo>
                    <a:pt x="16158" y="155053"/>
                  </a:lnTo>
                  <a:lnTo>
                    <a:pt x="4159" y="200906"/>
                  </a:lnTo>
                  <a:lnTo>
                    <a:pt x="0" y="252233"/>
                  </a:lnTo>
                  <a:lnTo>
                    <a:pt x="3124" y="296015"/>
                  </a:lnTo>
                  <a:lnTo>
                    <a:pt x="12470" y="336820"/>
                  </a:lnTo>
                  <a:lnTo>
                    <a:pt x="27997" y="374067"/>
                  </a:lnTo>
                  <a:lnTo>
                    <a:pt x="49665" y="407177"/>
                  </a:lnTo>
                  <a:lnTo>
                    <a:pt x="77432" y="435568"/>
                  </a:lnTo>
                  <a:lnTo>
                    <a:pt x="111258" y="458660"/>
                  </a:lnTo>
                  <a:lnTo>
                    <a:pt x="151102" y="475874"/>
                  </a:lnTo>
                  <a:lnTo>
                    <a:pt x="196924" y="486627"/>
                  </a:lnTo>
                  <a:lnTo>
                    <a:pt x="248683" y="490341"/>
                  </a:lnTo>
                  <a:lnTo>
                    <a:pt x="289323" y="488424"/>
                  </a:lnTo>
                  <a:lnTo>
                    <a:pt x="323888" y="483469"/>
                  </a:lnTo>
                  <a:lnTo>
                    <a:pt x="351317" y="476664"/>
                  </a:lnTo>
                  <a:lnTo>
                    <a:pt x="370554" y="469200"/>
                  </a:lnTo>
                  <a:lnTo>
                    <a:pt x="354355" y="385380"/>
                  </a:lnTo>
                  <a:lnTo>
                    <a:pt x="336022" y="391357"/>
                  </a:lnTo>
                  <a:lnTo>
                    <a:pt x="313851" y="396278"/>
                  </a:lnTo>
                  <a:lnTo>
                    <a:pt x="289564" y="399616"/>
                  </a:lnTo>
                  <a:lnTo>
                    <a:pt x="264881" y="400846"/>
                  </a:lnTo>
                  <a:lnTo>
                    <a:pt x="212272" y="393858"/>
                  </a:lnTo>
                  <a:lnTo>
                    <a:pt x="169943" y="373685"/>
                  </a:lnTo>
                  <a:lnTo>
                    <a:pt x="138704" y="341508"/>
                  </a:lnTo>
                  <a:lnTo>
                    <a:pt x="119366" y="298511"/>
                  </a:lnTo>
                  <a:lnTo>
                    <a:pt x="112740" y="245877"/>
                  </a:lnTo>
                  <a:lnTo>
                    <a:pt x="120306" y="188964"/>
                  </a:lnTo>
                  <a:lnTo>
                    <a:pt x="141498" y="144930"/>
                  </a:lnTo>
                  <a:lnTo>
                    <a:pt x="174052" y="113642"/>
                  </a:lnTo>
                  <a:lnTo>
                    <a:pt x="215707" y="94967"/>
                  </a:lnTo>
                  <a:lnTo>
                    <a:pt x="264201" y="88772"/>
                  </a:lnTo>
                  <a:lnTo>
                    <a:pt x="291260" y="90238"/>
                  </a:lnTo>
                  <a:lnTo>
                    <a:pt x="315349" y="94150"/>
                  </a:lnTo>
                  <a:lnTo>
                    <a:pt x="336402" y="99775"/>
                  </a:lnTo>
                  <a:lnTo>
                    <a:pt x="354355" y="106384"/>
                  </a:lnTo>
                  <a:lnTo>
                    <a:pt x="376208" y="21161"/>
                  </a:lnTo>
                  <a:lnTo>
                    <a:pt x="357739" y="13689"/>
                  </a:lnTo>
                  <a:lnTo>
                    <a:pt x="331471" y="6878"/>
                  </a:lnTo>
                  <a:lnTo>
                    <a:pt x="298332" y="1917"/>
                  </a:lnTo>
                  <a:lnTo>
                    <a:pt x="259248"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97" name="Google Shape;97;p15"/>
            <p:cNvPicPr preferRelativeResize="0"/>
            <p:nvPr/>
          </p:nvPicPr>
          <p:blipFill rotWithShape="1">
            <a:blip r:embed="rId3">
              <a:alphaModFix/>
            </a:blip>
            <a:srcRect b="0" l="0" r="0" t="0"/>
            <a:stretch/>
          </p:blipFill>
          <p:spPr>
            <a:xfrm>
              <a:off x="18739823" y="10234089"/>
              <a:ext cx="111954" cy="111944"/>
            </a:xfrm>
            <a:prstGeom prst="rect">
              <a:avLst/>
            </a:prstGeom>
            <a:noFill/>
            <a:ln>
              <a:noFill/>
            </a:ln>
          </p:spPr>
        </p:pic>
      </p:grpSp>
      <p:pic>
        <p:nvPicPr>
          <p:cNvPr id="98" name="Google Shape;98;p15"/>
          <p:cNvPicPr preferRelativeResize="0"/>
          <p:nvPr/>
        </p:nvPicPr>
        <p:blipFill rotWithShape="1">
          <a:blip r:embed="rId4">
            <a:alphaModFix/>
          </a:blip>
          <a:srcRect b="0" l="0" r="0" t="0"/>
          <a:stretch/>
        </p:blipFill>
        <p:spPr>
          <a:xfrm>
            <a:off x="12325995" y="10351817"/>
            <a:ext cx="4224383" cy="833510"/>
          </a:xfrm>
          <a:prstGeom prst="rect">
            <a:avLst/>
          </a:prstGeom>
          <a:noFill/>
          <a:ln>
            <a:noFill/>
          </a:ln>
        </p:spPr>
      </p:pic>
      <p:sp>
        <p:nvSpPr>
          <p:cNvPr id="99" name="Google Shape;99;p15"/>
          <p:cNvSpPr txBox="1"/>
          <p:nvPr>
            <p:ph type="title"/>
          </p:nvPr>
        </p:nvSpPr>
        <p:spPr>
          <a:xfrm>
            <a:off x="1321990" y="8235994"/>
            <a:ext cx="6048240" cy="2324921"/>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sz="5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cxnSp>
        <p:nvCxnSpPr>
          <p:cNvPr id="100" name="Google Shape;100;p15"/>
          <p:cNvCxnSpPr/>
          <p:nvPr/>
        </p:nvCxnSpPr>
        <p:spPr>
          <a:xfrm>
            <a:off x="7842250" y="7864475"/>
            <a:ext cx="0" cy="2696441"/>
          </a:xfrm>
          <a:prstGeom prst="straightConnector1">
            <a:avLst/>
          </a:prstGeom>
          <a:noFill/>
          <a:ln cap="flat" cmpd="sng" w="76200">
            <a:solidFill>
              <a:schemeClr val="dk1"/>
            </a:solidFill>
            <a:prstDash val="solid"/>
            <a:round/>
            <a:headEnd len="sm" w="sm" type="none"/>
            <a:tailEnd len="sm" w="sm" type="none"/>
          </a:ln>
        </p:spPr>
      </p:cxnSp>
      <p:sp>
        <p:nvSpPr>
          <p:cNvPr id="101" name="Google Shape;101;p15"/>
          <p:cNvSpPr txBox="1"/>
          <p:nvPr>
            <p:ph idx="1" type="body"/>
          </p:nvPr>
        </p:nvSpPr>
        <p:spPr>
          <a:xfrm>
            <a:off x="8314271" y="8170445"/>
            <a:ext cx="11193563" cy="1903830"/>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SzPts val="1400"/>
              <a:buNone/>
              <a:defRPr>
                <a:latin typeface="Arial"/>
                <a:ea typeface="Arial"/>
                <a:cs typeface="Arial"/>
                <a:sym typeface="Arial"/>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8"/>
          <p:cNvSpPr txBox="1"/>
          <p:nvPr>
            <p:ph type="title"/>
          </p:nvPr>
        </p:nvSpPr>
        <p:spPr>
          <a:xfrm>
            <a:off x="880393" y="2411901"/>
            <a:ext cx="3956050" cy="1331595"/>
          </a:xfrm>
          <a:prstGeom prst="rect">
            <a:avLst/>
          </a:prstGeom>
          <a:noFill/>
          <a:ln>
            <a:noFill/>
          </a:ln>
        </p:spPr>
        <p:txBody>
          <a:bodyPr anchorCtr="0" anchor="t" bIns="0" lIns="0" spcFirstLastPara="1" rIns="0" wrap="square" tIns="0">
            <a:spAutoFit/>
          </a:bodyPr>
          <a:lstStyle>
            <a:lvl1pPr lvl="0" marR="0" rtl="0" algn="l">
              <a:lnSpc>
                <a:spcPct val="100000"/>
              </a:lnSpc>
              <a:spcBef>
                <a:spcPts val="0"/>
              </a:spcBef>
              <a:spcAft>
                <a:spcPts val="0"/>
              </a:spcAft>
              <a:buClr>
                <a:srgbClr val="000000"/>
              </a:buClr>
              <a:buSzPts val="1400"/>
              <a:buFont typeface="Arial"/>
              <a:buNone/>
              <a:defRPr b="1" i="0" sz="855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8"/>
          <p:cNvSpPr txBox="1"/>
          <p:nvPr>
            <p:ph idx="1" type="body"/>
          </p:nvPr>
        </p:nvSpPr>
        <p:spPr>
          <a:xfrm>
            <a:off x="1005205" y="2601150"/>
            <a:ext cx="18093690" cy="7464171"/>
          </a:xfrm>
          <a:prstGeom prst="rect">
            <a:avLst/>
          </a:prstGeom>
          <a:noFill/>
          <a:ln>
            <a:noFill/>
          </a:ln>
        </p:spPr>
        <p:txBody>
          <a:bodyPr anchorCtr="0" anchor="t" bIns="0" lIns="0" spcFirstLastPara="1" rIns="0" wrap="square" tIns="0">
            <a:spAutoFit/>
          </a:bodyPr>
          <a:lstStyle>
            <a:lvl1pPr indent="-228600" lvl="0" marL="457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9pPr>
          </a:lstStyle>
          <a:p/>
        </p:txBody>
      </p:sp>
      <p:sp>
        <p:nvSpPr>
          <p:cNvPr id="8" name="Google Shape;8;p8"/>
          <p:cNvSpPr txBox="1"/>
          <p:nvPr>
            <p:ph idx="11" type="ftr"/>
          </p:nvPr>
        </p:nvSpPr>
        <p:spPr>
          <a:xfrm>
            <a:off x="6835394" y="10517696"/>
            <a:ext cx="6433312" cy="565467"/>
          </a:xfrm>
          <a:prstGeom prst="rect">
            <a:avLst/>
          </a:prstGeom>
          <a:noFill/>
          <a:ln>
            <a:noFill/>
          </a:ln>
        </p:spPr>
        <p:txBody>
          <a:bodyPr anchorCtr="0" anchor="t" bIns="0" lIns="0" spcFirstLastPara="1" rIns="0" wrap="square" tIns="0">
            <a:spAutoFit/>
          </a:bodyPr>
          <a:lstStyle>
            <a:lvl1pPr lvl="0" marR="0" rtl="0" algn="ctr">
              <a:lnSpc>
                <a:spcPct val="100000"/>
              </a:lnSpc>
              <a:spcBef>
                <a:spcPts val="0"/>
              </a:spcBef>
              <a:spcAft>
                <a:spcPts val="0"/>
              </a:spcAft>
              <a:buClr>
                <a:srgbClr val="000000"/>
              </a:buClr>
              <a:buSzPts val="1400"/>
              <a:buFont typeface="Arial"/>
              <a:buNone/>
              <a:defRPr b="0" i="0" sz="18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 name="Google Shape;9;p8"/>
          <p:cNvSpPr txBox="1"/>
          <p:nvPr>
            <p:ph idx="10" type="dt"/>
          </p:nvPr>
        </p:nvSpPr>
        <p:spPr>
          <a:xfrm>
            <a:off x="1005205" y="10517696"/>
            <a:ext cx="4623943" cy="565467"/>
          </a:xfrm>
          <a:prstGeom prst="rect">
            <a:avLst/>
          </a:prstGeom>
          <a:noFill/>
          <a:ln>
            <a:noFill/>
          </a:ln>
        </p:spPr>
        <p:txBody>
          <a:bodyPr anchorCtr="0" anchor="t" bIns="0" lIns="0" spcFirstLastPara="1" rIns="0" wrap="square" tIns="0">
            <a:sp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 name="Google Shape;10;p8"/>
          <p:cNvSpPr txBox="1"/>
          <p:nvPr>
            <p:ph idx="12" type="sldNum"/>
          </p:nvPr>
        </p:nvSpPr>
        <p:spPr>
          <a:xfrm>
            <a:off x="14474953" y="10517696"/>
            <a:ext cx="4623943" cy="565467"/>
          </a:xfrm>
          <a:prstGeom prst="rect">
            <a:avLst/>
          </a:prstGeom>
          <a:noFill/>
          <a:ln>
            <a:noFill/>
          </a:ln>
        </p:spPr>
        <p:txBody>
          <a:bodyPr anchorCtr="0" anchor="t" bIns="0" lIns="0" spcFirstLastPara="1" rIns="0" wrap="square" tIns="0">
            <a:spAutoFit/>
          </a:bodyPr>
          <a:lstStyle>
            <a:lvl1pPr indent="0" lvl="0"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CL"/>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 Id="rId3" Type="http://schemas.openxmlformats.org/officeDocument/2006/relationships/image" Target="../media/image1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 Id="rId3" Type="http://schemas.openxmlformats.org/officeDocument/2006/relationships/hyperlink" Target="https://negokai.com/categoria/diseno"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 Id="rId3" Type="http://schemas.openxmlformats.org/officeDocument/2006/relationships/image" Target="../media/image16.png"/><Relationship Id="rId4" Type="http://schemas.openxmlformats.org/officeDocument/2006/relationships/image" Target="../media/image2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 Id="rId3" Type="http://schemas.openxmlformats.org/officeDocument/2006/relationships/image" Target="../media/image2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 Id="rId3" Type="http://schemas.openxmlformats.org/officeDocument/2006/relationships/image" Target="../media/image17.png"/><Relationship Id="rId4" Type="http://schemas.openxmlformats.org/officeDocument/2006/relationships/image" Target="../media/image2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 Id="rId3" Type="http://schemas.openxmlformats.org/officeDocument/2006/relationships/image" Target="../media/image2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 Id="rId3" Type="http://schemas.openxmlformats.org/officeDocument/2006/relationships/image" Target="../media/image2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 Id="rId3" Type="http://schemas.openxmlformats.org/officeDocument/2006/relationships/image" Target="../media/image2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 Id="rId3" Type="http://schemas.openxmlformats.org/officeDocument/2006/relationships/hyperlink" Target="http://www.youtube.com/watch?v=I2N7Vl6IOVc" TargetMode="External"/><Relationship Id="rId4" Type="http://schemas.openxmlformats.org/officeDocument/2006/relationships/image" Target="../media/image14.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 Id="rId3" Type="http://schemas.openxmlformats.org/officeDocument/2006/relationships/image" Target="../media/image18.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 Id="rId3" Type="http://schemas.openxmlformats.org/officeDocument/2006/relationships/image" Target="../media/image18.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 Id="rId3" Type="http://schemas.openxmlformats.org/officeDocument/2006/relationships/image" Target="../media/image18.png"/><Relationship Id="rId4" Type="http://schemas.openxmlformats.org/officeDocument/2006/relationships/image" Target="../media/image25.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 Id="rId3" Type="http://schemas.openxmlformats.org/officeDocument/2006/relationships/image" Target="../media/image18.png"/><Relationship Id="rId4" Type="http://schemas.openxmlformats.org/officeDocument/2006/relationships/image" Target="../media/image19.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 Id="rId3" Type="http://schemas.openxmlformats.org/officeDocument/2006/relationships/image" Target="../media/image18.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 Id="rId3" Type="http://schemas.openxmlformats.org/officeDocument/2006/relationships/image" Target="../media/image18.png"/><Relationship Id="rId4" Type="http://schemas.openxmlformats.org/officeDocument/2006/relationships/image" Target="../media/image15.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 Id="rId3" Type="http://schemas.openxmlformats.org/officeDocument/2006/relationships/image" Target="../media/image18.png"/><Relationship Id="rId4" Type="http://schemas.openxmlformats.org/officeDocument/2006/relationships/image" Target="../media/image24.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 Id="rId3" Type="http://schemas.openxmlformats.org/officeDocument/2006/relationships/image" Target="../media/image18.png"/><Relationship Id="rId4" Type="http://schemas.openxmlformats.org/officeDocument/2006/relationships/hyperlink" Target="http://www.youtube.com/watch?v=kxpilpL6mR8" TargetMode="External"/><Relationship Id="rId5" Type="http://schemas.openxmlformats.org/officeDocument/2006/relationships/image" Target="../media/image23.jp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1.xml"/><Relationship Id="rId3" Type="http://schemas.openxmlformats.org/officeDocument/2006/relationships/image" Target="../media/image22.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2.xml"/><Relationship Id="rId3" Type="http://schemas.openxmlformats.org/officeDocument/2006/relationships/image" Target="../media/image2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1"/>
          <p:cNvSpPr txBox="1"/>
          <p:nvPr>
            <p:ph idx="1" type="body"/>
          </p:nvPr>
        </p:nvSpPr>
        <p:spPr>
          <a:xfrm>
            <a:off x="5138402" y="6401309"/>
            <a:ext cx="10649100" cy="498600"/>
          </a:xfrm>
          <a:prstGeom prst="rect">
            <a:avLst/>
          </a:prstGeom>
          <a:noFill/>
          <a:ln>
            <a:noFill/>
          </a:ln>
        </p:spPr>
        <p:txBody>
          <a:bodyPr anchorCtr="0" anchor="t" bIns="0" lIns="0" spcFirstLastPara="1" rIns="0" wrap="square" tIns="0">
            <a:spAutoFit/>
          </a:bodyPr>
          <a:lstStyle/>
          <a:p>
            <a:pPr indent="0" lvl="0" marL="0" rtl="0" algn="ctr">
              <a:lnSpc>
                <a:spcPct val="90000"/>
              </a:lnSpc>
              <a:spcBef>
                <a:spcPts val="1000"/>
              </a:spcBef>
              <a:spcAft>
                <a:spcPts val="0"/>
              </a:spcAft>
              <a:buClr>
                <a:schemeClr val="dk1"/>
              </a:buClr>
              <a:buSzPts val="2800"/>
              <a:buFont typeface="Arial"/>
              <a:buNone/>
            </a:pPr>
            <a:r>
              <a:rPr lang="es-CL" sz="3600">
                <a:solidFill>
                  <a:schemeClr val="lt1"/>
                </a:solidFill>
                <a:latin typeface="Calibri"/>
                <a:ea typeface="Calibri"/>
                <a:cs typeface="Calibri"/>
                <a:sym typeface="Calibri"/>
              </a:rPr>
              <a:t>SIY6121</a:t>
            </a:r>
            <a:endParaRPr/>
          </a:p>
        </p:txBody>
      </p:sp>
      <p:sp>
        <p:nvSpPr>
          <p:cNvPr id="107" name="Google Shape;107;p1"/>
          <p:cNvSpPr txBox="1"/>
          <p:nvPr>
            <p:ph idx="2" type="body"/>
          </p:nvPr>
        </p:nvSpPr>
        <p:spPr>
          <a:xfrm>
            <a:off x="4718050" y="3493839"/>
            <a:ext cx="11430000" cy="2770500"/>
          </a:xfrm>
          <a:prstGeom prst="rect">
            <a:avLst/>
          </a:prstGeom>
          <a:noFill/>
          <a:ln>
            <a:noFill/>
          </a:ln>
        </p:spPr>
        <p:txBody>
          <a:bodyPr anchorCtr="0" anchor="t" bIns="0" lIns="0" spcFirstLastPara="1" rIns="0" wrap="square" tIns="0">
            <a:spAutoFit/>
          </a:bodyPr>
          <a:lstStyle/>
          <a:p>
            <a:pPr indent="0" lvl="0" marL="0" rtl="0" algn="ctr">
              <a:lnSpc>
                <a:spcPct val="100000"/>
              </a:lnSpc>
              <a:spcBef>
                <a:spcPts val="0"/>
              </a:spcBef>
              <a:spcAft>
                <a:spcPts val="0"/>
              </a:spcAft>
              <a:buSzPts val="1400"/>
              <a:buNone/>
            </a:pPr>
            <a:r>
              <a:rPr lang="es-CL"/>
              <a:t>1.4.1 </a:t>
            </a:r>
            <a:r>
              <a:rPr lang="es-CL"/>
              <a:t>Herramientas para la creación de un modelo explicativo del prototipo</a:t>
            </a:r>
            <a:endParaRPr/>
          </a:p>
        </p:txBody>
      </p:sp>
      <p:sp>
        <p:nvSpPr>
          <p:cNvPr id="108" name="Google Shape;108;p1"/>
          <p:cNvSpPr txBox="1"/>
          <p:nvPr>
            <p:ph idx="3" type="body"/>
          </p:nvPr>
        </p:nvSpPr>
        <p:spPr>
          <a:xfrm>
            <a:off x="5092767" y="7676832"/>
            <a:ext cx="10695000" cy="492600"/>
          </a:xfrm>
          <a:prstGeom prst="rect">
            <a:avLst/>
          </a:prstGeom>
          <a:noFill/>
          <a:ln>
            <a:noFill/>
          </a:ln>
        </p:spPr>
        <p:txBody>
          <a:bodyPr anchorCtr="0" anchor="t" bIns="0" lIns="0" spcFirstLastPara="1" rIns="0" wrap="square" tIns="0">
            <a:spAutoFit/>
          </a:bodyPr>
          <a:lstStyle/>
          <a:p>
            <a:pPr indent="0" lvl="0" marL="0" rtl="0" algn="ctr">
              <a:lnSpc>
                <a:spcPct val="100000"/>
              </a:lnSpc>
              <a:spcBef>
                <a:spcPts val="0"/>
              </a:spcBef>
              <a:spcAft>
                <a:spcPts val="0"/>
              </a:spcAft>
              <a:buSzPts val="1400"/>
              <a:buNone/>
            </a:pPr>
            <a:r>
              <a:rPr lang="es-CL"/>
              <a:t>Profesor</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g133e68395f5_0_451"/>
          <p:cNvSpPr txBox="1"/>
          <p:nvPr>
            <p:ph type="title"/>
          </p:nvPr>
        </p:nvSpPr>
        <p:spPr>
          <a:xfrm>
            <a:off x="1321990" y="8235994"/>
            <a:ext cx="6048300" cy="16623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1400"/>
              <a:buNone/>
            </a:pPr>
            <a:r>
              <a:rPr lang="es-CL"/>
              <a:t>Que es un mockup</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6"/>
          <p:cNvSpPr txBox="1"/>
          <p:nvPr>
            <p:ph idx="1" type="body"/>
          </p:nvPr>
        </p:nvSpPr>
        <p:spPr>
          <a:xfrm>
            <a:off x="574040" y="1106011"/>
            <a:ext cx="4343400" cy="7389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1400"/>
              <a:buNone/>
            </a:pPr>
            <a:r>
              <a:rPr lang="es-CL"/>
              <a:t>Mockup</a:t>
            </a:r>
            <a:endParaRPr/>
          </a:p>
        </p:txBody>
      </p:sp>
      <p:sp>
        <p:nvSpPr>
          <p:cNvPr id="119" name="Google Shape;119;p6"/>
          <p:cNvSpPr txBox="1"/>
          <p:nvPr>
            <p:ph idx="2" type="body"/>
          </p:nvPr>
        </p:nvSpPr>
        <p:spPr>
          <a:xfrm>
            <a:off x="574675" y="2378075"/>
            <a:ext cx="7240800" cy="8712000"/>
          </a:xfrm>
          <a:prstGeom prst="rect">
            <a:avLst/>
          </a:prstGeom>
          <a:noFill/>
          <a:ln>
            <a:noFill/>
          </a:ln>
        </p:spPr>
        <p:txBody>
          <a:bodyPr anchorCtr="0" anchor="t" bIns="0" lIns="0" spcFirstLastPara="1" rIns="0" wrap="square" tIns="0">
            <a:spAutoFit/>
          </a:bodyPr>
          <a:lstStyle/>
          <a:p>
            <a:pPr indent="0" lvl="0" marL="0" rtl="0" algn="ctr">
              <a:lnSpc>
                <a:spcPct val="100000"/>
              </a:lnSpc>
              <a:spcBef>
                <a:spcPts val="0"/>
              </a:spcBef>
              <a:spcAft>
                <a:spcPts val="0"/>
              </a:spcAft>
              <a:buClr>
                <a:schemeClr val="dk1"/>
              </a:buClr>
              <a:buSzPts val="1100"/>
              <a:buFont typeface="Arial"/>
              <a:buNone/>
            </a:pPr>
            <a:r>
              <a:rPr lang="es-CL" sz="2900"/>
              <a:t>Cualquiera que haya estado involucrado en el proceso de diseño de un sitio web o una aplicación es consciente del valor de crear una maqueta.</a:t>
            </a:r>
            <a:endParaRPr sz="2900"/>
          </a:p>
          <a:p>
            <a:pPr indent="0" lvl="0" marL="0" rtl="0" algn="ctr">
              <a:lnSpc>
                <a:spcPct val="100000"/>
              </a:lnSpc>
              <a:spcBef>
                <a:spcPts val="0"/>
              </a:spcBef>
              <a:spcAft>
                <a:spcPts val="0"/>
              </a:spcAft>
              <a:buClr>
                <a:schemeClr val="dk1"/>
              </a:buClr>
              <a:buSzPts val="1100"/>
              <a:buFont typeface="Arial"/>
              <a:buNone/>
            </a:pPr>
            <a:r>
              <a:t/>
            </a:r>
            <a:endParaRPr sz="2900"/>
          </a:p>
          <a:p>
            <a:pPr indent="0" lvl="0" marL="0" rtl="0" algn="ctr">
              <a:lnSpc>
                <a:spcPct val="100000"/>
              </a:lnSpc>
              <a:spcBef>
                <a:spcPts val="0"/>
              </a:spcBef>
              <a:spcAft>
                <a:spcPts val="0"/>
              </a:spcAft>
              <a:buClr>
                <a:schemeClr val="dk1"/>
              </a:buClr>
              <a:buSzPts val="1100"/>
              <a:buFont typeface="Arial"/>
              <a:buNone/>
            </a:pPr>
            <a:r>
              <a:rPr lang="es-CL" sz="2900"/>
              <a:t>Aún así, el flujo de trabajo del diseño web puede ser desalentador para cualquiera que no sea un diseñador o gerente de producto capacitado. Para aumentar la confusión, varios pasos en el proceso de diseño a menudo se confunden entre sí o están mal etiquetados.</a:t>
            </a:r>
            <a:endParaRPr sz="2900"/>
          </a:p>
          <a:p>
            <a:pPr indent="0" lvl="0" marL="0" rtl="0" algn="ctr">
              <a:lnSpc>
                <a:spcPct val="100000"/>
              </a:lnSpc>
              <a:spcBef>
                <a:spcPts val="0"/>
              </a:spcBef>
              <a:spcAft>
                <a:spcPts val="0"/>
              </a:spcAft>
              <a:buClr>
                <a:schemeClr val="dk1"/>
              </a:buClr>
              <a:buSzPts val="1100"/>
              <a:buFont typeface="Arial"/>
              <a:buNone/>
            </a:pPr>
            <a:r>
              <a:t/>
            </a:r>
            <a:endParaRPr sz="2900"/>
          </a:p>
          <a:p>
            <a:pPr indent="0" lvl="0" marL="0" rtl="0" algn="ctr">
              <a:lnSpc>
                <a:spcPct val="100000"/>
              </a:lnSpc>
              <a:spcBef>
                <a:spcPts val="0"/>
              </a:spcBef>
              <a:spcAft>
                <a:spcPts val="0"/>
              </a:spcAft>
              <a:buSzPts val="1400"/>
              <a:buNone/>
            </a:pPr>
            <a:r>
              <a:rPr b="1" lang="es-CL" sz="3400"/>
              <a:t>El principal</a:t>
            </a:r>
            <a:r>
              <a:rPr b="1" lang="es-CL" sz="3400"/>
              <a:t> objetivo será comprender exactamente qué es una maqueta</a:t>
            </a:r>
            <a:r>
              <a:rPr lang="es-CL" sz="2900"/>
              <a:t>, dónde encaja en el proceso de diseño, cómo se usa y quién necesita comprender más que los conceptos básicos de una maqueta.</a:t>
            </a:r>
            <a:endParaRPr sz="2900"/>
          </a:p>
        </p:txBody>
      </p:sp>
      <p:pic>
        <p:nvPicPr>
          <p:cNvPr id="120" name="Google Shape;120;p6"/>
          <p:cNvPicPr preferRelativeResize="0"/>
          <p:nvPr/>
        </p:nvPicPr>
        <p:blipFill>
          <a:blip r:embed="rId3">
            <a:alphaModFix/>
          </a:blip>
          <a:stretch>
            <a:fillRect/>
          </a:stretch>
        </p:blipFill>
        <p:spPr>
          <a:xfrm>
            <a:off x="9228200" y="2686050"/>
            <a:ext cx="10121850" cy="504817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g13337c500ff_0_15"/>
          <p:cNvSpPr txBox="1"/>
          <p:nvPr>
            <p:ph idx="1" type="body"/>
          </p:nvPr>
        </p:nvSpPr>
        <p:spPr>
          <a:xfrm>
            <a:off x="574040" y="1106011"/>
            <a:ext cx="4343400" cy="7389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1400"/>
              <a:buNone/>
            </a:pPr>
            <a:r>
              <a:rPr lang="es-CL"/>
              <a:t>Que es?</a:t>
            </a:r>
            <a:endParaRPr/>
          </a:p>
        </p:txBody>
      </p:sp>
      <p:sp>
        <p:nvSpPr>
          <p:cNvPr id="126" name="Google Shape;126;g13337c500ff_0_15"/>
          <p:cNvSpPr txBox="1"/>
          <p:nvPr>
            <p:ph idx="2" type="body"/>
          </p:nvPr>
        </p:nvSpPr>
        <p:spPr>
          <a:xfrm>
            <a:off x="574675" y="2835275"/>
            <a:ext cx="18432600" cy="6942000"/>
          </a:xfrm>
          <a:prstGeom prst="rect">
            <a:avLst/>
          </a:prstGeom>
          <a:noFill/>
          <a:ln>
            <a:noFill/>
          </a:ln>
        </p:spPr>
        <p:txBody>
          <a:bodyPr anchorCtr="0" anchor="t" bIns="0" lIns="0" spcFirstLastPara="1" rIns="0" wrap="square" tIns="0">
            <a:spAutoFit/>
          </a:bodyPr>
          <a:lstStyle/>
          <a:p>
            <a:pPr indent="0" lvl="0" marL="0" rtl="0" algn="ctr">
              <a:lnSpc>
                <a:spcPct val="100000"/>
              </a:lnSpc>
              <a:spcBef>
                <a:spcPts val="0"/>
              </a:spcBef>
              <a:spcAft>
                <a:spcPts val="0"/>
              </a:spcAft>
              <a:buSzPts val="1100"/>
              <a:buNone/>
            </a:pPr>
            <a:r>
              <a:rPr lang="es-CL" sz="2900"/>
              <a:t>Una maqueta es un diseño estático de una página web o aplicación que presenta muchos de sus elementos de diseño finales pero no es funcional. Una maqueta no está tan pulida como una página en vivo y, por lo general, incluye algunos datos de marcador de posición.</a:t>
            </a:r>
            <a:endParaRPr sz="2900"/>
          </a:p>
          <a:p>
            <a:pPr indent="0" lvl="0" marL="0" rtl="0" algn="ctr">
              <a:lnSpc>
                <a:spcPct val="100000"/>
              </a:lnSpc>
              <a:spcBef>
                <a:spcPts val="0"/>
              </a:spcBef>
              <a:spcAft>
                <a:spcPts val="0"/>
              </a:spcAft>
              <a:buSzPts val="1100"/>
              <a:buNone/>
            </a:pPr>
            <a:r>
              <a:t/>
            </a:r>
            <a:endParaRPr sz="2900"/>
          </a:p>
          <a:p>
            <a:pPr indent="0" lvl="0" marL="0" rtl="0" algn="ctr">
              <a:lnSpc>
                <a:spcPct val="100000"/>
              </a:lnSpc>
              <a:spcBef>
                <a:spcPts val="0"/>
              </a:spcBef>
              <a:spcAft>
                <a:spcPts val="0"/>
              </a:spcAft>
              <a:buSzPts val="1100"/>
              <a:buNone/>
            </a:pPr>
            <a:r>
              <a:rPr b="1" lang="es-CL" sz="3500"/>
              <a:t>Es útil desglosar cada parte de esa definición.</a:t>
            </a:r>
            <a:endParaRPr b="1" sz="3500"/>
          </a:p>
          <a:p>
            <a:pPr indent="0" lvl="0" marL="0" rtl="0" algn="ctr">
              <a:lnSpc>
                <a:spcPct val="100000"/>
              </a:lnSpc>
              <a:spcBef>
                <a:spcPts val="0"/>
              </a:spcBef>
              <a:spcAft>
                <a:spcPts val="0"/>
              </a:spcAft>
              <a:buSzPts val="1100"/>
              <a:buNone/>
            </a:pPr>
            <a:r>
              <a:t/>
            </a:r>
            <a:endParaRPr sz="2900"/>
          </a:p>
          <a:p>
            <a:pPr indent="0" lvl="0" marL="0" rtl="0" algn="ctr">
              <a:lnSpc>
                <a:spcPct val="100000"/>
              </a:lnSpc>
              <a:spcBef>
                <a:spcPts val="0"/>
              </a:spcBef>
              <a:spcAft>
                <a:spcPts val="0"/>
              </a:spcAft>
              <a:buSzPts val="1100"/>
              <a:buNone/>
            </a:pPr>
            <a:r>
              <a:rPr lang="es-CL" sz="2900"/>
              <a:t>Como un "diseño estático", una maqueta no tiene la funcionalidad de un sitio web en vivo. Aunque una maqueta incluiría un botón CTA de color, por ejemplo, no abriría un formulario al hacer clic en él, a diferencia de un sitio web (o el prototipo de un sitio web; más sobre eso más adelante). Una maqueta puede mostrar una imagen de portada en la parte superior de la página, pero no tendrá un carrusel activo como un sitio web.</a:t>
            </a:r>
            <a:endParaRPr sz="2900"/>
          </a:p>
          <a:p>
            <a:pPr indent="0" lvl="0" marL="0" rtl="0" algn="ctr">
              <a:lnSpc>
                <a:spcPct val="100000"/>
              </a:lnSpc>
              <a:spcBef>
                <a:spcPts val="0"/>
              </a:spcBef>
              <a:spcAft>
                <a:spcPts val="0"/>
              </a:spcAft>
              <a:buSzPts val="1100"/>
              <a:buNone/>
            </a:pPr>
            <a:r>
              <a:t/>
            </a:r>
            <a:endParaRPr sz="2900"/>
          </a:p>
          <a:p>
            <a:pPr indent="0" lvl="0" marL="0" rtl="0" algn="ctr">
              <a:lnSpc>
                <a:spcPct val="100000"/>
              </a:lnSpc>
              <a:spcBef>
                <a:spcPts val="0"/>
              </a:spcBef>
              <a:spcAft>
                <a:spcPts val="0"/>
              </a:spcAft>
              <a:buSzPts val="1100"/>
              <a:buNone/>
            </a:pPr>
            <a:r>
              <a:rPr b="1" lang="es-CL" sz="3900"/>
              <a:t>Una maqueta no es la primera etapa del desarrollo de un sitio web,</a:t>
            </a:r>
            <a:r>
              <a:rPr lang="es-CL" sz="2900"/>
              <a:t> por lo que está en camino de convertirse en un producto terminado, pero aún tiene mucho camino por recorrer. Una maqueta puede incluir una copia de marcador de posición (piense en "lorem ipsum") o imágenes, pero está destinado a dar una idea bastante clara de cómo se verá la página, aunque no cómo actuará.</a:t>
            </a:r>
            <a:endParaRPr sz="29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g13337c500ff_0_22"/>
          <p:cNvSpPr txBox="1"/>
          <p:nvPr>
            <p:ph idx="1" type="body"/>
          </p:nvPr>
        </p:nvSpPr>
        <p:spPr>
          <a:xfrm>
            <a:off x="574040" y="1106011"/>
            <a:ext cx="4343400" cy="7389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1400"/>
              <a:buNone/>
            </a:pPr>
            <a:r>
              <a:rPr lang="es-CL"/>
              <a:t>Objetivos</a:t>
            </a:r>
            <a:endParaRPr/>
          </a:p>
        </p:txBody>
      </p:sp>
      <p:sp>
        <p:nvSpPr>
          <p:cNvPr id="132" name="Google Shape;132;g13337c500ff_0_22"/>
          <p:cNvSpPr txBox="1"/>
          <p:nvPr>
            <p:ph idx="2" type="body"/>
          </p:nvPr>
        </p:nvSpPr>
        <p:spPr>
          <a:xfrm>
            <a:off x="574675" y="2835275"/>
            <a:ext cx="18432600" cy="6403200"/>
          </a:xfrm>
          <a:prstGeom prst="rect">
            <a:avLst/>
          </a:prstGeom>
          <a:noFill/>
          <a:ln>
            <a:noFill/>
          </a:ln>
        </p:spPr>
        <p:txBody>
          <a:bodyPr anchorCtr="0" anchor="t" bIns="0" lIns="0" spcFirstLastPara="1" rIns="0" wrap="square" tIns="0">
            <a:spAutoFit/>
          </a:bodyPr>
          <a:lstStyle/>
          <a:p>
            <a:pPr indent="0" lvl="0" marL="0" rtl="0" algn="just">
              <a:lnSpc>
                <a:spcPct val="100000"/>
              </a:lnSpc>
              <a:spcBef>
                <a:spcPts val="0"/>
              </a:spcBef>
              <a:spcAft>
                <a:spcPts val="0"/>
              </a:spcAft>
              <a:buSzPts val="1100"/>
              <a:buNone/>
            </a:pPr>
            <a:r>
              <a:rPr b="1" i="1" lang="es-CL" sz="3400"/>
              <a:t>Las maquetas brindan a las partes interesadas en la página la capacidad de ver cómo se verá esa página mientras hacen sugerencias para cambios en el diseño</a:t>
            </a:r>
            <a:r>
              <a:rPr lang="es-CL" sz="2900"/>
              <a:t>, el color, las imágenes, los estilos y más. Si se pregunta cómo se vería una página usando un color secundario, puede probar cómo se verá haciendo una segunda versión de la maqueta. De manera similar, si desea realizar un cambio, como agregar un encabezado mientras centra una imagen, su maqueta puede permitir que el equipo vea cómo podría verse ese cambio potencial.</a:t>
            </a:r>
            <a:endParaRPr sz="2900"/>
          </a:p>
          <a:p>
            <a:pPr indent="0" lvl="0" marL="0" rtl="0" algn="just">
              <a:lnSpc>
                <a:spcPct val="100000"/>
              </a:lnSpc>
              <a:spcBef>
                <a:spcPts val="0"/>
              </a:spcBef>
              <a:spcAft>
                <a:spcPts val="0"/>
              </a:spcAft>
              <a:buSzPts val="1100"/>
              <a:buNone/>
            </a:pPr>
            <a:r>
              <a:t/>
            </a:r>
            <a:endParaRPr sz="2900"/>
          </a:p>
          <a:p>
            <a:pPr indent="0" lvl="0" marL="0" rtl="0" algn="just">
              <a:lnSpc>
                <a:spcPct val="100000"/>
              </a:lnSpc>
              <a:spcBef>
                <a:spcPts val="0"/>
              </a:spcBef>
              <a:spcAft>
                <a:spcPts val="0"/>
              </a:spcAft>
              <a:buSzPts val="1100"/>
              <a:buNone/>
            </a:pPr>
            <a:r>
              <a:rPr b="1" lang="es-CL" sz="2900"/>
              <a:t>FASES DEL DISEÑO:</a:t>
            </a:r>
            <a:endParaRPr b="1" sz="2900"/>
          </a:p>
          <a:p>
            <a:pPr indent="0" lvl="0" marL="0" rtl="0" algn="just">
              <a:lnSpc>
                <a:spcPct val="100000"/>
              </a:lnSpc>
              <a:spcBef>
                <a:spcPts val="0"/>
              </a:spcBef>
              <a:spcAft>
                <a:spcPts val="0"/>
              </a:spcAft>
              <a:buSzPts val="1100"/>
              <a:buNone/>
            </a:pPr>
            <a:r>
              <a:t/>
            </a:r>
            <a:endParaRPr sz="2900"/>
          </a:p>
          <a:p>
            <a:pPr indent="-412750" lvl="0" marL="457200" rtl="0" algn="just">
              <a:lnSpc>
                <a:spcPct val="100000"/>
              </a:lnSpc>
              <a:spcBef>
                <a:spcPts val="0"/>
              </a:spcBef>
              <a:spcAft>
                <a:spcPts val="0"/>
              </a:spcAft>
              <a:buSzPts val="2900"/>
              <a:buChar char="●"/>
            </a:pPr>
            <a:r>
              <a:rPr lang="es-CL" sz="2900"/>
              <a:t>Ideación</a:t>
            </a:r>
            <a:endParaRPr sz="2900"/>
          </a:p>
          <a:p>
            <a:pPr indent="-412750" lvl="0" marL="457200" rtl="0" algn="just">
              <a:lnSpc>
                <a:spcPct val="100000"/>
              </a:lnSpc>
              <a:spcBef>
                <a:spcPts val="0"/>
              </a:spcBef>
              <a:spcAft>
                <a:spcPts val="0"/>
              </a:spcAft>
              <a:buSzPts val="2900"/>
              <a:buChar char="●"/>
            </a:pPr>
            <a:r>
              <a:rPr lang="es-CL" sz="2900"/>
              <a:t>Estructura alámbrica (basado en líneas monocromático)</a:t>
            </a:r>
            <a:endParaRPr sz="2900"/>
          </a:p>
          <a:p>
            <a:pPr indent="-412750" lvl="0" marL="457200" rtl="0" algn="just">
              <a:lnSpc>
                <a:spcPct val="100000"/>
              </a:lnSpc>
              <a:spcBef>
                <a:spcPts val="0"/>
              </a:spcBef>
              <a:spcAft>
                <a:spcPts val="0"/>
              </a:spcAft>
              <a:buSzPts val="2900"/>
              <a:buChar char="●"/>
            </a:pPr>
            <a:r>
              <a:rPr lang="es-CL" sz="2900">
                <a:highlight>
                  <a:srgbClr val="00FF00"/>
                </a:highlight>
              </a:rPr>
              <a:t>Mockups</a:t>
            </a:r>
            <a:endParaRPr sz="2900">
              <a:highlight>
                <a:srgbClr val="00FF00"/>
              </a:highlight>
            </a:endParaRPr>
          </a:p>
          <a:p>
            <a:pPr indent="-412750" lvl="0" marL="457200" rtl="0" algn="just">
              <a:lnSpc>
                <a:spcPct val="100000"/>
              </a:lnSpc>
              <a:spcBef>
                <a:spcPts val="0"/>
              </a:spcBef>
              <a:spcAft>
                <a:spcPts val="0"/>
              </a:spcAft>
              <a:buSzPts val="2900"/>
              <a:buChar char="●"/>
            </a:pPr>
            <a:r>
              <a:rPr lang="es-CL" sz="2900"/>
              <a:t>Prototipos</a:t>
            </a:r>
            <a:endParaRPr sz="2900"/>
          </a:p>
          <a:p>
            <a:pPr indent="-412750" lvl="0" marL="457200" rtl="0" algn="just">
              <a:lnSpc>
                <a:spcPct val="100000"/>
              </a:lnSpc>
              <a:spcBef>
                <a:spcPts val="0"/>
              </a:spcBef>
              <a:spcAft>
                <a:spcPts val="0"/>
              </a:spcAft>
              <a:buSzPts val="2900"/>
              <a:buChar char="●"/>
            </a:pPr>
            <a:r>
              <a:rPr lang="es-CL" sz="2900"/>
              <a:t>Producción</a:t>
            </a:r>
            <a:endParaRPr sz="29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g13337c500ff_0_30"/>
          <p:cNvSpPr txBox="1"/>
          <p:nvPr>
            <p:ph idx="1" type="body"/>
          </p:nvPr>
        </p:nvSpPr>
        <p:spPr>
          <a:xfrm>
            <a:off x="574040" y="1106011"/>
            <a:ext cx="4343400" cy="7389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1400"/>
              <a:buNone/>
            </a:pPr>
            <a:r>
              <a:rPr lang="es-CL"/>
              <a:t>Mockups</a:t>
            </a:r>
            <a:endParaRPr/>
          </a:p>
        </p:txBody>
      </p:sp>
      <p:sp>
        <p:nvSpPr>
          <p:cNvPr id="138" name="Google Shape;138;g13337c500ff_0_30"/>
          <p:cNvSpPr txBox="1"/>
          <p:nvPr>
            <p:ph idx="2" type="body"/>
          </p:nvPr>
        </p:nvSpPr>
        <p:spPr>
          <a:xfrm>
            <a:off x="574675" y="2835275"/>
            <a:ext cx="18432600" cy="446400"/>
          </a:xfrm>
          <a:prstGeom prst="rect">
            <a:avLst/>
          </a:prstGeom>
          <a:noFill/>
          <a:ln>
            <a:noFill/>
          </a:ln>
        </p:spPr>
        <p:txBody>
          <a:bodyPr anchorCtr="0" anchor="t" bIns="0" lIns="0" spcFirstLastPara="1" rIns="0" wrap="square" tIns="0">
            <a:spAutoFit/>
          </a:bodyPr>
          <a:lstStyle/>
          <a:p>
            <a:pPr indent="0" lvl="0" marL="0" rtl="0" algn="just">
              <a:lnSpc>
                <a:spcPct val="100000"/>
              </a:lnSpc>
              <a:spcBef>
                <a:spcPts val="0"/>
              </a:spcBef>
              <a:spcAft>
                <a:spcPts val="0"/>
              </a:spcAft>
              <a:buSzPts val="1100"/>
              <a:buNone/>
            </a:pPr>
            <a:r>
              <a:rPr b="1" i="1" lang="es-CL" sz="2900"/>
              <a:t>Cual es la diferencia entre un mockups y un prototipo?</a:t>
            </a:r>
            <a:endParaRPr b="1" i="1" sz="2900"/>
          </a:p>
        </p:txBody>
      </p:sp>
      <p:sp>
        <p:nvSpPr>
          <p:cNvPr id="139" name="Google Shape;139;g13337c500ff_0_30"/>
          <p:cNvSpPr txBox="1"/>
          <p:nvPr/>
        </p:nvSpPr>
        <p:spPr>
          <a:xfrm>
            <a:off x="429000" y="3460550"/>
            <a:ext cx="19149600" cy="72036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lang="es-CL" sz="2900">
                <a:solidFill>
                  <a:schemeClr val="dk1"/>
                </a:solidFill>
              </a:rPr>
              <a:t>Las maquetas vienen antes que los prototipos, que son simulaciones de lo que será una página en vivo. Mientras que </a:t>
            </a:r>
            <a:r>
              <a:rPr b="1" lang="es-CL" sz="3500">
                <a:solidFill>
                  <a:schemeClr val="dk1"/>
                </a:solidFill>
              </a:rPr>
              <a:t>una maqueta es una imagen estática</a:t>
            </a:r>
            <a:r>
              <a:rPr lang="es-CL" sz="2900">
                <a:solidFill>
                  <a:schemeClr val="dk1"/>
                </a:solidFill>
              </a:rPr>
              <a:t>, un prototipo ofrece la mayor parte de la funcionalidad de un sitio web en vivo, mostrando a las partes interesadas algo </a:t>
            </a:r>
            <a:r>
              <a:rPr b="1" lang="es-CL" sz="3700">
                <a:solidFill>
                  <a:schemeClr val="dk1"/>
                </a:solidFill>
              </a:rPr>
              <a:t>muy parecido a la experiencia real del usuario</a:t>
            </a:r>
            <a:r>
              <a:rPr lang="es-CL" sz="2900">
                <a:solidFill>
                  <a:schemeClr val="dk1"/>
                </a:solidFill>
              </a:rPr>
              <a:t>.</a:t>
            </a:r>
            <a:endParaRPr sz="2900">
              <a:solidFill>
                <a:schemeClr val="dk1"/>
              </a:solidFill>
            </a:endParaRPr>
          </a:p>
          <a:p>
            <a:pPr indent="0" lvl="0" marL="0" rtl="0" algn="just">
              <a:spcBef>
                <a:spcPts val="0"/>
              </a:spcBef>
              <a:spcAft>
                <a:spcPts val="0"/>
              </a:spcAft>
              <a:buNone/>
            </a:pPr>
            <a:r>
              <a:t/>
            </a:r>
            <a:endParaRPr sz="2900">
              <a:solidFill>
                <a:schemeClr val="dk1"/>
              </a:solidFill>
            </a:endParaRPr>
          </a:p>
          <a:p>
            <a:pPr indent="0" lvl="0" marL="0" rtl="0" algn="just">
              <a:spcBef>
                <a:spcPts val="0"/>
              </a:spcBef>
              <a:spcAft>
                <a:spcPts val="0"/>
              </a:spcAft>
              <a:buNone/>
            </a:pPr>
            <a:r>
              <a:rPr lang="es-CL" sz="2900">
                <a:solidFill>
                  <a:schemeClr val="dk1"/>
                </a:solidFill>
              </a:rPr>
              <a:t>Volviendo a la comparación arquitectónica, si una maqueta es una imagen configurada en una pantalla de computadora o un eisel, entonces </a:t>
            </a:r>
            <a:r>
              <a:rPr b="1" lang="es-CL" sz="3700">
                <a:solidFill>
                  <a:schemeClr val="dk1"/>
                </a:solidFill>
              </a:rPr>
              <a:t>un prototipo es un programa de realidad virtual tridimensional</a:t>
            </a:r>
            <a:r>
              <a:rPr lang="es-CL" sz="2900">
                <a:solidFill>
                  <a:schemeClr val="dk1"/>
                </a:solidFill>
              </a:rPr>
              <a:t> que te permite caminar por la casa. La imagen le permite ver la forma en que los colores funcionan juntos o el diseño de una sola habitación; el programa de computadora le permitiría simular caminar de una habitación a la siguiente para experimentar el plano de planta abierto o ver qué tan apretado se siente un pasillo.</a:t>
            </a:r>
            <a:endParaRPr sz="2900">
              <a:solidFill>
                <a:schemeClr val="dk1"/>
              </a:solidFill>
            </a:endParaRPr>
          </a:p>
          <a:p>
            <a:pPr indent="0" lvl="0" marL="0" rtl="0" algn="just">
              <a:spcBef>
                <a:spcPts val="0"/>
              </a:spcBef>
              <a:spcAft>
                <a:spcPts val="0"/>
              </a:spcAft>
              <a:buNone/>
            </a:pPr>
            <a:r>
              <a:t/>
            </a:r>
            <a:endParaRPr sz="2900">
              <a:solidFill>
                <a:schemeClr val="dk1"/>
              </a:solidFill>
            </a:endParaRPr>
          </a:p>
          <a:p>
            <a:pPr indent="0" lvl="0" marL="0" rtl="0" algn="just">
              <a:spcBef>
                <a:spcPts val="0"/>
              </a:spcBef>
              <a:spcAft>
                <a:spcPts val="0"/>
              </a:spcAft>
              <a:buNone/>
            </a:pPr>
            <a:r>
              <a:rPr lang="es-CL" sz="2900">
                <a:solidFill>
                  <a:schemeClr val="dk1"/>
                </a:solidFill>
              </a:rPr>
              <a:t>De la misma manera, </a:t>
            </a:r>
            <a:r>
              <a:rPr b="1" lang="es-CL" sz="3500">
                <a:solidFill>
                  <a:schemeClr val="dk1"/>
                </a:solidFill>
              </a:rPr>
              <a:t>un prototipo permite que las partes interesadas se pongan en el lugar de un usuario real</a:t>
            </a:r>
            <a:r>
              <a:rPr lang="es-CL" sz="2900">
                <a:solidFill>
                  <a:schemeClr val="dk1"/>
                </a:solidFill>
              </a:rPr>
              <a:t> y les brinda una experiencia lo más cercana posible a la real antes de publicar una página.</a:t>
            </a:r>
            <a:endParaRPr sz="2900">
              <a:solidFill>
                <a:schemeClr val="dk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g13337c500ff_0_1"/>
          <p:cNvSpPr txBox="1"/>
          <p:nvPr>
            <p:ph type="title"/>
          </p:nvPr>
        </p:nvSpPr>
        <p:spPr>
          <a:xfrm>
            <a:off x="1321990" y="8235994"/>
            <a:ext cx="6048300" cy="24936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1400"/>
              <a:buNone/>
            </a:pPr>
            <a:r>
              <a:rPr lang="es-CL"/>
              <a:t>Herramientas para la creación de una maqueta</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g13337c500ff_4_0"/>
          <p:cNvSpPr txBox="1"/>
          <p:nvPr>
            <p:ph idx="1" type="body"/>
          </p:nvPr>
        </p:nvSpPr>
        <p:spPr>
          <a:xfrm>
            <a:off x="574040" y="1106011"/>
            <a:ext cx="4343400" cy="7389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1400"/>
              <a:buNone/>
            </a:pPr>
            <a:r>
              <a:rPr lang="es-CL"/>
              <a:t>Mockups</a:t>
            </a:r>
            <a:endParaRPr/>
          </a:p>
        </p:txBody>
      </p:sp>
      <p:sp>
        <p:nvSpPr>
          <p:cNvPr id="150" name="Google Shape;150;g13337c500ff_4_0"/>
          <p:cNvSpPr txBox="1"/>
          <p:nvPr>
            <p:ph idx="2" type="body"/>
          </p:nvPr>
        </p:nvSpPr>
        <p:spPr>
          <a:xfrm>
            <a:off x="574675" y="2835275"/>
            <a:ext cx="18432600" cy="569400"/>
          </a:xfrm>
          <a:prstGeom prst="rect">
            <a:avLst/>
          </a:prstGeom>
          <a:noFill/>
          <a:ln>
            <a:noFill/>
          </a:ln>
        </p:spPr>
        <p:txBody>
          <a:bodyPr anchorCtr="0" anchor="t" bIns="0" lIns="0" spcFirstLastPara="1" rIns="0" wrap="square" tIns="0">
            <a:spAutoFit/>
          </a:bodyPr>
          <a:lstStyle/>
          <a:p>
            <a:pPr indent="0" lvl="0" marL="0" rtl="0" algn="just">
              <a:lnSpc>
                <a:spcPct val="100000"/>
              </a:lnSpc>
              <a:spcBef>
                <a:spcPts val="0"/>
              </a:spcBef>
              <a:spcAft>
                <a:spcPts val="0"/>
              </a:spcAft>
              <a:buSzPts val="1100"/>
              <a:buNone/>
            </a:pPr>
            <a:r>
              <a:rPr b="1" i="1" lang="es-CL" sz="3700"/>
              <a:t>Herramientas .-</a:t>
            </a:r>
            <a:endParaRPr b="1" i="1" sz="3700"/>
          </a:p>
        </p:txBody>
      </p:sp>
      <p:sp>
        <p:nvSpPr>
          <p:cNvPr id="151" name="Google Shape;151;g13337c500ff_4_0"/>
          <p:cNvSpPr txBox="1"/>
          <p:nvPr/>
        </p:nvSpPr>
        <p:spPr>
          <a:xfrm>
            <a:off x="429000" y="4146350"/>
            <a:ext cx="19149600" cy="3355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s-CL" sz="3200">
                <a:solidFill>
                  <a:schemeClr val="dk1"/>
                </a:solidFill>
              </a:rPr>
              <a:t> Gracias a los mockups, los profesionales del </a:t>
            </a:r>
            <a:r>
              <a:rPr lang="es-CL" sz="3200">
                <a:solidFill>
                  <a:schemeClr val="dk1"/>
                </a:solidFill>
                <a:uFill>
                  <a:noFill/>
                </a:uFill>
                <a:hlinkClick r:id="rId3">
                  <a:extLst>
                    <a:ext uri="{A12FA001-AC4F-418D-AE19-62706E023703}">
                      <ahyp:hlinkClr val="tx"/>
                    </a:ext>
                  </a:extLst>
                </a:hlinkClick>
              </a:rPr>
              <a:t>diseño gráfico</a:t>
            </a:r>
            <a:r>
              <a:rPr lang="es-CL" sz="3200">
                <a:solidFill>
                  <a:schemeClr val="dk1"/>
                </a:solidFill>
              </a:rPr>
              <a:t> pueden presentar los trabajos sin costes de impresión y montaje. Permiten ofrecerle al cliente una muestra sobre cómo lucirá el diseño de un proyecto gráfico en una gran variedad de formatos, e incluso sobre diferentes soportes. Y no solo el diseñador ahorra gastos, también el cliente puede ahorrar con ellos. Si quieres sacarles el máximo partido, se deben conocer las mejores herramientas de mockup para proyectos digitales.</a:t>
            </a:r>
            <a:endParaRPr>
              <a:solidFill>
                <a:srgbClr val="4C5267"/>
              </a:solidFill>
            </a:endParaRPr>
          </a:p>
          <a:p>
            <a:pPr indent="0" lvl="0" marL="0" rtl="0" algn="ctr">
              <a:spcBef>
                <a:spcPts val="0"/>
              </a:spcBef>
              <a:spcAft>
                <a:spcPts val="0"/>
              </a:spcAft>
              <a:buClr>
                <a:schemeClr val="dk1"/>
              </a:buClr>
              <a:buSzPts val="1100"/>
              <a:buFont typeface="Arial"/>
              <a:buNone/>
            </a:pPr>
            <a:r>
              <a:t/>
            </a:r>
            <a:endParaRPr>
              <a:solidFill>
                <a:schemeClr val="dk1"/>
              </a:solidFill>
            </a:endParaRPr>
          </a:p>
          <a:p>
            <a:pPr indent="0" lvl="0" marL="0" rtl="0" algn="ctr">
              <a:spcBef>
                <a:spcPts val="0"/>
              </a:spcBef>
              <a:spcAft>
                <a:spcPts val="0"/>
              </a:spcAft>
              <a:buNone/>
            </a:pPr>
            <a:r>
              <a:rPr lang="es-CL" sz="3200">
                <a:solidFill>
                  <a:schemeClr val="dk1"/>
                </a:solidFill>
              </a:rPr>
              <a:t>.</a:t>
            </a:r>
            <a:endParaRPr sz="3200">
              <a:solidFill>
                <a:schemeClr val="dk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g13337c500ff_4_7"/>
          <p:cNvSpPr txBox="1"/>
          <p:nvPr>
            <p:ph idx="1" type="body"/>
          </p:nvPr>
        </p:nvSpPr>
        <p:spPr>
          <a:xfrm>
            <a:off x="574040" y="1106011"/>
            <a:ext cx="4343400" cy="7389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1400"/>
              <a:buNone/>
            </a:pPr>
            <a:r>
              <a:rPr lang="es-CL"/>
              <a:t>Mockups</a:t>
            </a:r>
            <a:endParaRPr/>
          </a:p>
        </p:txBody>
      </p:sp>
      <p:sp>
        <p:nvSpPr>
          <p:cNvPr id="157" name="Google Shape;157;g13337c500ff_4_7"/>
          <p:cNvSpPr txBox="1"/>
          <p:nvPr>
            <p:ph idx="2" type="body"/>
          </p:nvPr>
        </p:nvSpPr>
        <p:spPr>
          <a:xfrm>
            <a:off x="574675" y="2835275"/>
            <a:ext cx="18432600" cy="569400"/>
          </a:xfrm>
          <a:prstGeom prst="rect">
            <a:avLst/>
          </a:prstGeom>
          <a:noFill/>
          <a:ln>
            <a:noFill/>
          </a:ln>
        </p:spPr>
        <p:txBody>
          <a:bodyPr anchorCtr="0" anchor="t" bIns="0" lIns="0" spcFirstLastPara="1" rIns="0" wrap="square" tIns="0">
            <a:spAutoFit/>
          </a:bodyPr>
          <a:lstStyle/>
          <a:p>
            <a:pPr indent="0" lvl="0" marL="0" rtl="0" algn="just">
              <a:lnSpc>
                <a:spcPct val="100000"/>
              </a:lnSpc>
              <a:spcBef>
                <a:spcPts val="0"/>
              </a:spcBef>
              <a:spcAft>
                <a:spcPts val="0"/>
              </a:spcAft>
              <a:buSzPts val="1100"/>
              <a:buNone/>
            </a:pPr>
            <a:r>
              <a:rPr b="1" i="1" lang="es-CL" sz="3700"/>
              <a:t>Herramientas .-</a:t>
            </a:r>
            <a:endParaRPr b="1" i="1" sz="3700"/>
          </a:p>
        </p:txBody>
      </p:sp>
      <p:sp>
        <p:nvSpPr>
          <p:cNvPr id="158" name="Google Shape;158;g13337c500ff_4_7"/>
          <p:cNvSpPr txBox="1"/>
          <p:nvPr/>
        </p:nvSpPr>
        <p:spPr>
          <a:xfrm>
            <a:off x="429000" y="4146350"/>
            <a:ext cx="19149600" cy="5507700"/>
          </a:xfrm>
          <a:prstGeom prst="rect">
            <a:avLst/>
          </a:prstGeom>
          <a:noFill/>
          <a:ln>
            <a:noFill/>
          </a:ln>
        </p:spPr>
        <p:txBody>
          <a:bodyPr anchorCtr="0" anchor="t" bIns="91425" lIns="91425" spcFirstLastPara="1" rIns="91425" wrap="square" tIns="91425">
            <a:spAutoFit/>
          </a:bodyPr>
          <a:lstStyle/>
          <a:p>
            <a:pPr indent="0" lvl="0" marL="0" rtl="0" algn="l">
              <a:lnSpc>
                <a:spcPct val="120000"/>
              </a:lnSpc>
              <a:spcBef>
                <a:spcPts val="0"/>
              </a:spcBef>
              <a:spcAft>
                <a:spcPts val="0"/>
              </a:spcAft>
              <a:buClr>
                <a:schemeClr val="dk1"/>
              </a:buClr>
              <a:buSzPts val="1100"/>
              <a:buFont typeface="Arial"/>
              <a:buNone/>
            </a:pPr>
            <a:r>
              <a:rPr b="1" lang="es-CL" sz="3200">
                <a:solidFill>
                  <a:srgbClr val="4C5267"/>
                </a:solidFill>
              </a:rPr>
              <a:t>Adobe Xd</a:t>
            </a:r>
            <a:endParaRPr b="1" sz="3200">
              <a:solidFill>
                <a:srgbClr val="4C5267"/>
              </a:solidFill>
            </a:endParaRPr>
          </a:p>
          <a:p>
            <a:pPr indent="0" lvl="0" marL="0" rtl="0" algn="ctr">
              <a:lnSpc>
                <a:spcPct val="115000"/>
              </a:lnSpc>
              <a:spcBef>
                <a:spcPts val="1100"/>
              </a:spcBef>
              <a:spcAft>
                <a:spcPts val="0"/>
              </a:spcAft>
              <a:buClr>
                <a:schemeClr val="dk1"/>
              </a:buClr>
              <a:buSzPts val="1100"/>
              <a:buFont typeface="Arial"/>
              <a:buNone/>
            </a:pPr>
            <a:r>
              <a:rPr lang="es-CL" sz="3200">
                <a:solidFill>
                  <a:srgbClr val="4C5267"/>
                </a:solidFill>
              </a:rPr>
              <a:t>Cualquier archivo de Creative Cloud Files es susceptible de ser almacenado en Adobe Xd, lo que permite la sincronización automática de datos. </a:t>
            </a:r>
            <a:r>
              <a:rPr b="1" lang="es-CL" sz="3700">
                <a:solidFill>
                  <a:srgbClr val="4C5267"/>
                </a:solidFill>
              </a:rPr>
              <a:t>Tiene almacenamiento en la nube</a:t>
            </a:r>
            <a:r>
              <a:rPr lang="es-CL" sz="3200">
                <a:solidFill>
                  <a:srgbClr val="4C5267"/>
                </a:solidFill>
              </a:rPr>
              <a:t>, de modo que no podemos perder el progreso del proyecto, y podemos sincronizar los archivos con Photoshop o Illustrator o importar archivos a Adobe xd. Para ello, puedes emplear también herramientas de la gestión de proyectos que son de prácticas para ver la evolución del mismo.</a:t>
            </a:r>
            <a:endParaRPr sz="3200">
              <a:solidFill>
                <a:srgbClr val="4C5267"/>
              </a:solidFill>
            </a:endParaRPr>
          </a:p>
          <a:p>
            <a:pPr indent="0" lvl="0" marL="0" rtl="0" algn="ctr">
              <a:spcBef>
                <a:spcPts val="1500"/>
              </a:spcBef>
              <a:spcAft>
                <a:spcPts val="0"/>
              </a:spcAft>
              <a:buNone/>
            </a:pPr>
            <a:r>
              <a:t/>
            </a:r>
            <a:endParaRPr sz="3200">
              <a:solidFill>
                <a:schemeClr val="dk1"/>
              </a:solidFill>
            </a:endParaRPr>
          </a:p>
          <a:p>
            <a:pPr indent="0" lvl="0" marL="0" rtl="0" algn="ctr">
              <a:spcBef>
                <a:spcPts val="0"/>
              </a:spcBef>
              <a:spcAft>
                <a:spcPts val="0"/>
              </a:spcAft>
              <a:buNone/>
            </a:pPr>
            <a:r>
              <a:t/>
            </a:r>
            <a:endParaRPr sz="3200">
              <a:solidFill>
                <a:schemeClr val="dk1"/>
              </a:solidFill>
            </a:endParaRPr>
          </a:p>
          <a:p>
            <a:pPr indent="0" lvl="0" marL="0" rtl="0" algn="ctr">
              <a:spcBef>
                <a:spcPts val="0"/>
              </a:spcBef>
              <a:spcAft>
                <a:spcPts val="0"/>
              </a:spcAft>
              <a:buNone/>
            </a:pPr>
            <a:r>
              <a:rPr lang="es-CL" sz="3200">
                <a:solidFill>
                  <a:schemeClr val="dk1"/>
                </a:solidFill>
              </a:rPr>
              <a:t>.</a:t>
            </a:r>
            <a:endParaRPr sz="3200">
              <a:solidFill>
                <a:schemeClr val="dk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g13337c500ff_4_21"/>
          <p:cNvSpPr txBox="1"/>
          <p:nvPr>
            <p:ph idx="1" type="body"/>
          </p:nvPr>
        </p:nvSpPr>
        <p:spPr>
          <a:xfrm>
            <a:off x="574040" y="1106011"/>
            <a:ext cx="4343400" cy="7389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1400"/>
              <a:buNone/>
            </a:pPr>
            <a:r>
              <a:rPr lang="es-CL"/>
              <a:t>Mockups</a:t>
            </a:r>
            <a:endParaRPr/>
          </a:p>
        </p:txBody>
      </p:sp>
      <p:sp>
        <p:nvSpPr>
          <p:cNvPr id="164" name="Google Shape;164;g13337c500ff_4_21"/>
          <p:cNvSpPr txBox="1"/>
          <p:nvPr>
            <p:ph idx="2" type="body"/>
          </p:nvPr>
        </p:nvSpPr>
        <p:spPr>
          <a:xfrm>
            <a:off x="574675" y="2835275"/>
            <a:ext cx="18432600" cy="569400"/>
          </a:xfrm>
          <a:prstGeom prst="rect">
            <a:avLst/>
          </a:prstGeom>
          <a:noFill/>
          <a:ln>
            <a:noFill/>
          </a:ln>
        </p:spPr>
        <p:txBody>
          <a:bodyPr anchorCtr="0" anchor="t" bIns="0" lIns="0" spcFirstLastPara="1" rIns="0" wrap="square" tIns="0">
            <a:spAutoFit/>
          </a:bodyPr>
          <a:lstStyle/>
          <a:p>
            <a:pPr indent="0" lvl="0" marL="0" rtl="0" algn="just">
              <a:lnSpc>
                <a:spcPct val="100000"/>
              </a:lnSpc>
              <a:spcBef>
                <a:spcPts val="0"/>
              </a:spcBef>
              <a:spcAft>
                <a:spcPts val="0"/>
              </a:spcAft>
              <a:buSzPts val="1100"/>
              <a:buNone/>
            </a:pPr>
            <a:r>
              <a:rPr b="1" i="1" lang="es-CL" sz="3700"/>
              <a:t>Herramientas .-</a:t>
            </a:r>
            <a:endParaRPr b="1" i="1" sz="3700"/>
          </a:p>
        </p:txBody>
      </p:sp>
      <p:sp>
        <p:nvSpPr>
          <p:cNvPr id="165" name="Google Shape;165;g13337c500ff_4_21"/>
          <p:cNvSpPr txBox="1"/>
          <p:nvPr/>
        </p:nvSpPr>
        <p:spPr>
          <a:xfrm>
            <a:off x="429000" y="4146350"/>
            <a:ext cx="19149600" cy="2394600"/>
          </a:xfrm>
          <a:prstGeom prst="rect">
            <a:avLst/>
          </a:prstGeom>
          <a:noFill/>
          <a:ln>
            <a:noFill/>
          </a:ln>
        </p:spPr>
        <p:txBody>
          <a:bodyPr anchorCtr="0" anchor="t" bIns="91425" lIns="91425" spcFirstLastPara="1" rIns="91425" wrap="square" tIns="91425">
            <a:spAutoFit/>
          </a:bodyPr>
          <a:lstStyle/>
          <a:p>
            <a:pPr indent="0" lvl="0" marL="0" rtl="0" algn="l">
              <a:lnSpc>
                <a:spcPct val="120000"/>
              </a:lnSpc>
              <a:spcBef>
                <a:spcPts val="0"/>
              </a:spcBef>
              <a:spcAft>
                <a:spcPts val="0"/>
              </a:spcAft>
              <a:buNone/>
            </a:pPr>
            <a:r>
              <a:rPr b="1" lang="es-CL" sz="3200">
                <a:solidFill>
                  <a:srgbClr val="4C5267"/>
                </a:solidFill>
              </a:rPr>
              <a:t>Adobe Xd</a:t>
            </a:r>
            <a:endParaRPr b="1" sz="3200">
              <a:solidFill>
                <a:srgbClr val="4C5267"/>
              </a:solidFill>
            </a:endParaRPr>
          </a:p>
          <a:p>
            <a:pPr indent="0" lvl="0" marL="0" rtl="0" algn="ctr">
              <a:spcBef>
                <a:spcPts val="1100"/>
              </a:spcBef>
              <a:spcAft>
                <a:spcPts val="0"/>
              </a:spcAft>
              <a:buNone/>
            </a:pPr>
            <a:r>
              <a:t/>
            </a:r>
            <a:endParaRPr sz="3200">
              <a:solidFill>
                <a:schemeClr val="dk1"/>
              </a:solidFill>
            </a:endParaRPr>
          </a:p>
          <a:p>
            <a:pPr indent="0" lvl="0" marL="0" rtl="0" algn="ctr">
              <a:spcBef>
                <a:spcPts val="0"/>
              </a:spcBef>
              <a:spcAft>
                <a:spcPts val="0"/>
              </a:spcAft>
              <a:buNone/>
            </a:pPr>
            <a:r>
              <a:t/>
            </a:r>
            <a:endParaRPr sz="3200">
              <a:solidFill>
                <a:schemeClr val="dk1"/>
              </a:solidFill>
            </a:endParaRPr>
          </a:p>
          <a:p>
            <a:pPr indent="0" lvl="0" marL="0" rtl="0" algn="ctr">
              <a:spcBef>
                <a:spcPts val="0"/>
              </a:spcBef>
              <a:spcAft>
                <a:spcPts val="0"/>
              </a:spcAft>
              <a:buNone/>
            </a:pPr>
            <a:r>
              <a:rPr lang="es-CL" sz="3200">
                <a:solidFill>
                  <a:schemeClr val="dk1"/>
                </a:solidFill>
              </a:rPr>
              <a:t>.</a:t>
            </a:r>
            <a:endParaRPr sz="3200">
              <a:solidFill>
                <a:schemeClr val="dk1"/>
              </a:solidFill>
            </a:endParaRPr>
          </a:p>
        </p:txBody>
      </p:sp>
      <p:pic>
        <p:nvPicPr>
          <p:cNvPr id="166" name="Google Shape;166;g13337c500ff_4_21"/>
          <p:cNvPicPr preferRelativeResize="0"/>
          <p:nvPr/>
        </p:nvPicPr>
        <p:blipFill>
          <a:blip r:embed="rId3">
            <a:alphaModFix/>
          </a:blip>
          <a:stretch>
            <a:fillRect/>
          </a:stretch>
        </p:blipFill>
        <p:spPr>
          <a:xfrm>
            <a:off x="4084588" y="3928850"/>
            <a:ext cx="4693238" cy="4463600"/>
          </a:xfrm>
          <a:prstGeom prst="rect">
            <a:avLst/>
          </a:prstGeom>
          <a:noFill/>
          <a:ln>
            <a:noFill/>
          </a:ln>
        </p:spPr>
      </p:pic>
      <p:pic>
        <p:nvPicPr>
          <p:cNvPr id="167" name="Google Shape;167;g13337c500ff_4_21"/>
          <p:cNvPicPr preferRelativeResize="0"/>
          <p:nvPr/>
        </p:nvPicPr>
        <p:blipFill>
          <a:blip r:embed="rId4">
            <a:alphaModFix/>
          </a:blip>
          <a:stretch>
            <a:fillRect/>
          </a:stretch>
        </p:blipFill>
        <p:spPr>
          <a:xfrm>
            <a:off x="9398146" y="3183675"/>
            <a:ext cx="9168901" cy="62320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g13337c500ff_4_14"/>
          <p:cNvSpPr txBox="1"/>
          <p:nvPr>
            <p:ph idx="1" type="body"/>
          </p:nvPr>
        </p:nvSpPr>
        <p:spPr>
          <a:xfrm>
            <a:off x="574040" y="1106011"/>
            <a:ext cx="4343400" cy="7389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1400"/>
              <a:buNone/>
            </a:pPr>
            <a:r>
              <a:rPr lang="es-CL"/>
              <a:t>Mockups</a:t>
            </a:r>
            <a:endParaRPr/>
          </a:p>
        </p:txBody>
      </p:sp>
      <p:sp>
        <p:nvSpPr>
          <p:cNvPr id="173" name="Google Shape;173;g13337c500ff_4_14"/>
          <p:cNvSpPr txBox="1"/>
          <p:nvPr>
            <p:ph idx="2" type="body"/>
          </p:nvPr>
        </p:nvSpPr>
        <p:spPr>
          <a:xfrm>
            <a:off x="574675" y="2835275"/>
            <a:ext cx="18432600" cy="569400"/>
          </a:xfrm>
          <a:prstGeom prst="rect">
            <a:avLst/>
          </a:prstGeom>
          <a:noFill/>
          <a:ln>
            <a:noFill/>
          </a:ln>
        </p:spPr>
        <p:txBody>
          <a:bodyPr anchorCtr="0" anchor="t" bIns="0" lIns="0" spcFirstLastPara="1" rIns="0" wrap="square" tIns="0">
            <a:spAutoFit/>
          </a:bodyPr>
          <a:lstStyle/>
          <a:p>
            <a:pPr indent="0" lvl="0" marL="0" rtl="0" algn="just">
              <a:lnSpc>
                <a:spcPct val="100000"/>
              </a:lnSpc>
              <a:spcBef>
                <a:spcPts val="0"/>
              </a:spcBef>
              <a:spcAft>
                <a:spcPts val="0"/>
              </a:spcAft>
              <a:buSzPts val="1100"/>
              <a:buNone/>
            </a:pPr>
            <a:r>
              <a:rPr b="1" i="1" lang="es-CL" sz="3700"/>
              <a:t>Herramientas .-</a:t>
            </a:r>
            <a:endParaRPr b="1" i="1" sz="3700"/>
          </a:p>
        </p:txBody>
      </p:sp>
      <p:sp>
        <p:nvSpPr>
          <p:cNvPr id="174" name="Google Shape;174;g13337c500ff_4_14"/>
          <p:cNvSpPr txBox="1"/>
          <p:nvPr/>
        </p:nvSpPr>
        <p:spPr>
          <a:xfrm>
            <a:off x="429000" y="4146350"/>
            <a:ext cx="19149600" cy="4685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s-CL" sz="3800">
                <a:solidFill>
                  <a:srgbClr val="4C5267"/>
                </a:solidFill>
              </a:rPr>
              <a:t>Lucidchart</a:t>
            </a:r>
            <a:endParaRPr b="1" sz="3800">
              <a:solidFill>
                <a:srgbClr val="4C5267"/>
              </a:solidFill>
            </a:endParaRPr>
          </a:p>
          <a:p>
            <a:pPr indent="0" lvl="0" marL="0" rtl="0" algn="ctr">
              <a:lnSpc>
                <a:spcPct val="115000"/>
              </a:lnSpc>
              <a:spcBef>
                <a:spcPts val="1500"/>
              </a:spcBef>
              <a:spcAft>
                <a:spcPts val="0"/>
              </a:spcAft>
              <a:buNone/>
            </a:pPr>
            <a:r>
              <a:rPr lang="es-CL" sz="3200">
                <a:solidFill>
                  <a:srgbClr val="4C5267"/>
                </a:solidFill>
              </a:rPr>
              <a:t>Crear un mockup con Lucidchart es tan fácil como arrastrar y soltar elementos. De este modo, el diseñador puede pasar de una hoja en blanco al producto final rápidamente. El proyecto se puede compartir con otros usuarios fácilmente.</a:t>
            </a:r>
            <a:endParaRPr sz="3200">
              <a:solidFill>
                <a:srgbClr val="4C5267"/>
              </a:solidFill>
            </a:endParaRPr>
          </a:p>
          <a:p>
            <a:pPr indent="0" lvl="0" marL="0" rtl="0" algn="ctr">
              <a:lnSpc>
                <a:spcPct val="115000"/>
              </a:lnSpc>
              <a:spcBef>
                <a:spcPts val="1500"/>
              </a:spcBef>
              <a:spcAft>
                <a:spcPts val="0"/>
              </a:spcAft>
              <a:buNone/>
            </a:pPr>
            <a:r>
              <a:t/>
            </a:r>
            <a:endParaRPr sz="3200">
              <a:solidFill>
                <a:srgbClr val="4C5267"/>
              </a:solidFill>
            </a:endParaRPr>
          </a:p>
          <a:p>
            <a:pPr indent="0" lvl="0" marL="0" rtl="0" algn="ctr">
              <a:spcBef>
                <a:spcPts val="1500"/>
              </a:spcBef>
              <a:spcAft>
                <a:spcPts val="0"/>
              </a:spcAft>
              <a:buNone/>
            </a:pPr>
            <a:r>
              <a:t/>
            </a:r>
            <a:endParaRPr sz="3200">
              <a:solidFill>
                <a:schemeClr val="dk1"/>
              </a:solidFill>
            </a:endParaRPr>
          </a:p>
          <a:p>
            <a:pPr indent="0" lvl="0" marL="0" rtl="0" algn="ctr">
              <a:spcBef>
                <a:spcPts val="0"/>
              </a:spcBef>
              <a:spcAft>
                <a:spcPts val="0"/>
              </a:spcAft>
              <a:buNone/>
            </a:pPr>
            <a:r>
              <a:rPr lang="es-CL" sz="3200">
                <a:solidFill>
                  <a:schemeClr val="dk1"/>
                </a:solidFill>
              </a:rPr>
              <a:t>.</a:t>
            </a:r>
            <a:endParaRPr sz="3200">
              <a:solidFill>
                <a:schemeClr val="dk1"/>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g13337c500ff_4_29"/>
          <p:cNvSpPr txBox="1"/>
          <p:nvPr>
            <p:ph idx="1" type="body"/>
          </p:nvPr>
        </p:nvSpPr>
        <p:spPr>
          <a:xfrm>
            <a:off x="574040" y="1106011"/>
            <a:ext cx="4343400" cy="7389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1400"/>
              <a:buNone/>
            </a:pPr>
            <a:r>
              <a:rPr lang="es-CL"/>
              <a:t>Mockups</a:t>
            </a:r>
            <a:endParaRPr/>
          </a:p>
        </p:txBody>
      </p:sp>
      <p:sp>
        <p:nvSpPr>
          <p:cNvPr id="180" name="Google Shape;180;g13337c500ff_4_29"/>
          <p:cNvSpPr txBox="1"/>
          <p:nvPr>
            <p:ph idx="2" type="body"/>
          </p:nvPr>
        </p:nvSpPr>
        <p:spPr>
          <a:xfrm>
            <a:off x="574675" y="2835275"/>
            <a:ext cx="18432600" cy="569400"/>
          </a:xfrm>
          <a:prstGeom prst="rect">
            <a:avLst/>
          </a:prstGeom>
          <a:noFill/>
          <a:ln>
            <a:noFill/>
          </a:ln>
        </p:spPr>
        <p:txBody>
          <a:bodyPr anchorCtr="0" anchor="t" bIns="0" lIns="0" spcFirstLastPara="1" rIns="0" wrap="square" tIns="0">
            <a:spAutoFit/>
          </a:bodyPr>
          <a:lstStyle/>
          <a:p>
            <a:pPr indent="0" lvl="0" marL="0" rtl="0" algn="just">
              <a:lnSpc>
                <a:spcPct val="100000"/>
              </a:lnSpc>
              <a:spcBef>
                <a:spcPts val="0"/>
              </a:spcBef>
              <a:spcAft>
                <a:spcPts val="0"/>
              </a:spcAft>
              <a:buSzPts val="1100"/>
              <a:buNone/>
            </a:pPr>
            <a:r>
              <a:rPr b="1" i="1" lang="es-CL" sz="3700"/>
              <a:t>Herramientas .-</a:t>
            </a:r>
            <a:endParaRPr b="1" i="1" sz="3700"/>
          </a:p>
        </p:txBody>
      </p:sp>
      <p:sp>
        <p:nvSpPr>
          <p:cNvPr id="181" name="Google Shape;181;g13337c500ff_4_29"/>
          <p:cNvSpPr txBox="1"/>
          <p:nvPr/>
        </p:nvSpPr>
        <p:spPr>
          <a:xfrm>
            <a:off x="429000" y="4146350"/>
            <a:ext cx="19149600" cy="2034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s-CL" sz="3800">
                <a:solidFill>
                  <a:srgbClr val="4C5267"/>
                </a:solidFill>
              </a:rPr>
              <a:t>Lucidchart</a:t>
            </a:r>
            <a:endParaRPr b="1" sz="3800">
              <a:solidFill>
                <a:srgbClr val="4C5267"/>
              </a:solidFill>
            </a:endParaRPr>
          </a:p>
          <a:p>
            <a:pPr indent="0" lvl="0" marL="0" rtl="0" algn="ctr">
              <a:spcBef>
                <a:spcPts val="1500"/>
              </a:spcBef>
              <a:spcAft>
                <a:spcPts val="0"/>
              </a:spcAft>
              <a:buNone/>
            </a:pPr>
            <a:r>
              <a:t/>
            </a:r>
            <a:endParaRPr sz="3200">
              <a:solidFill>
                <a:schemeClr val="dk1"/>
              </a:solidFill>
            </a:endParaRPr>
          </a:p>
          <a:p>
            <a:pPr indent="0" lvl="0" marL="0" rtl="0" algn="ctr">
              <a:spcBef>
                <a:spcPts val="0"/>
              </a:spcBef>
              <a:spcAft>
                <a:spcPts val="0"/>
              </a:spcAft>
              <a:buNone/>
            </a:pPr>
            <a:r>
              <a:rPr lang="es-CL" sz="3200">
                <a:solidFill>
                  <a:schemeClr val="dk1"/>
                </a:solidFill>
              </a:rPr>
              <a:t>.</a:t>
            </a:r>
            <a:endParaRPr sz="3200">
              <a:solidFill>
                <a:schemeClr val="dk1"/>
              </a:solidFill>
            </a:endParaRPr>
          </a:p>
        </p:txBody>
      </p:sp>
      <p:pic>
        <p:nvPicPr>
          <p:cNvPr id="182" name="Google Shape;182;g13337c500ff_4_29"/>
          <p:cNvPicPr preferRelativeResize="0"/>
          <p:nvPr/>
        </p:nvPicPr>
        <p:blipFill>
          <a:blip r:embed="rId3">
            <a:alphaModFix/>
          </a:blip>
          <a:stretch>
            <a:fillRect/>
          </a:stretch>
        </p:blipFill>
        <p:spPr>
          <a:xfrm>
            <a:off x="5089025" y="2752150"/>
            <a:ext cx="11829226" cy="7368801"/>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g13337c500ff_4_36"/>
          <p:cNvSpPr txBox="1"/>
          <p:nvPr>
            <p:ph idx="1" type="body"/>
          </p:nvPr>
        </p:nvSpPr>
        <p:spPr>
          <a:xfrm>
            <a:off x="574040" y="1106011"/>
            <a:ext cx="4343400" cy="7389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1400"/>
              <a:buNone/>
            </a:pPr>
            <a:r>
              <a:rPr lang="es-CL"/>
              <a:t>Mockups</a:t>
            </a:r>
            <a:endParaRPr/>
          </a:p>
        </p:txBody>
      </p:sp>
      <p:sp>
        <p:nvSpPr>
          <p:cNvPr id="188" name="Google Shape;188;g13337c500ff_4_36"/>
          <p:cNvSpPr txBox="1"/>
          <p:nvPr>
            <p:ph idx="2" type="body"/>
          </p:nvPr>
        </p:nvSpPr>
        <p:spPr>
          <a:xfrm>
            <a:off x="574675" y="2835275"/>
            <a:ext cx="18432600" cy="569400"/>
          </a:xfrm>
          <a:prstGeom prst="rect">
            <a:avLst/>
          </a:prstGeom>
          <a:noFill/>
          <a:ln>
            <a:noFill/>
          </a:ln>
        </p:spPr>
        <p:txBody>
          <a:bodyPr anchorCtr="0" anchor="t" bIns="0" lIns="0" spcFirstLastPara="1" rIns="0" wrap="square" tIns="0">
            <a:spAutoFit/>
          </a:bodyPr>
          <a:lstStyle/>
          <a:p>
            <a:pPr indent="0" lvl="0" marL="0" rtl="0" algn="just">
              <a:lnSpc>
                <a:spcPct val="100000"/>
              </a:lnSpc>
              <a:spcBef>
                <a:spcPts val="0"/>
              </a:spcBef>
              <a:spcAft>
                <a:spcPts val="0"/>
              </a:spcAft>
              <a:buSzPts val="1100"/>
              <a:buNone/>
            </a:pPr>
            <a:r>
              <a:rPr b="1" i="1" lang="es-CL" sz="3700"/>
              <a:t>Herramientas .-</a:t>
            </a:r>
            <a:endParaRPr b="1" i="1" sz="3700"/>
          </a:p>
        </p:txBody>
      </p:sp>
      <p:sp>
        <p:nvSpPr>
          <p:cNvPr id="189" name="Google Shape;189;g13337c500ff_4_36"/>
          <p:cNvSpPr txBox="1"/>
          <p:nvPr/>
        </p:nvSpPr>
        <p:spPr>
          <a:xfrm>
            <a:off x="429000" y="4146350"/>
            <a:ext cx="19149600" cy="5566800"/>
          </a:xfrm>
          <a:prstGeom prst="rect">
            <a:avLst/>
          </a:prstGeom>
          <a:noFill/>
          <a:ln>
            <a:noFill/>
          </a:ln>
        </p:spPr>
        <p:txBody>
          <a:bodyPr anchorCtr="0" anchor="t" bIns="91425" lIns="91425" spcFirstLastPara="1" rIns="91425" wrap="square" tIns="91425">
            <a:spAutoFit/>
          </a:bodyPr>
          <a:lstStyle/>
          <a:p>
            <a:pPr indent="0" lvl="0" marL="0" rtl="0" algn="l">
              <a:lnSpc>
                <a:spcPct val="120000"/>
              </a:lnSpc>
              <a:spcBef>
                <a:spcPts val="0"/>
              </a:spcBef>
              <a:spcAft>
                <a:spcPts val="0"/>
              </a:spcAft>
              <a:buNone/>
            </a:pPr>
            <a:r>
              <a:rPr b="1" lang="es-CL" sz="3900">
                <a:solidFill>
                  <a:srgbClr val="4C5267"/>
                </a:solidFill>
              </a:rPr>
              <a:t>Mockplus</a:t>
            </a:r>
            <a:endParaRPr b="1" sz="3900">
              <a:solidFill>
                <a:srgbClr val="4C5267"/>
              </a:solidFill>
            </a:endParaRPr>
          </a:p>
          <a:p>
            <a:pPr indent="0" lvl="0" marL="0" rtl="0" algn="ctr">
              <a:lnSpc>
                <a:spcPct val="115000"/>
              </a:lnSpc>
              <a:spcBef>
                <a:spcPts val="1100"/>
              </a:spcBef>
              <a:spcAft>
                <a:spcPts val="0"/>
              </a:spcAft>
              <a:buNone/>
            </a:pPr>
            <a:r>
              <a:rPr lang="es-CL" sz="3200">
                <a:solidFill>
                  <a:srgbClr val="4C5267"/>
                </a:solidFill>
              </a:rPr>
              <a:t>Una solución gratis y poderosa. En dos minutos puedes crear la maqueta de una página web, tanto en la versión de escritorio o de aplicaciones móviles. </a:t>
            </a:r>
            <a:r>
              <a:rPr b="1" lang="es-CL" sz="4100">
                <a:solidFill>
                  <a:srgbClr val="4C5267"/>
                </a:solidFill>
              </a:rPr>
              <a:t>Muy interesante para los diseñadores web</a:t>
            </a:r>
            <a:r>
              <a:rPr lang="es-CL" sz="3200">
                <a:solidFill>
                  <a:srgbClr val="4C5267"/>
                </a:solidFill>
              </a:rPr>
              <a:t> que crean sitios escalables, pues nos permite saber si el resultado se verá bien en las pantallas de todos los dispositivos.</a:t>
            </a:r>
            <a:endParaRPr sz="3200">
              <a:solidFill>
                <a:srgbClr val="4C5267"/>
              </a:solidFill>
            </a:endParaRPr>
          </a:p>
          <a:p>
            <a:pPr indent="0" lvl="0" marL="0" rtl="0" algn="ctr">
              <a:lnSpc>
                <a:spcPct val="115000"/>
              </a:lnSpc>
              <a:spcBef>
                <a:spcPts val="1500"/>
              </a:spcBef>
              <a:spcAft>
                <a:spcPts val="0"/>
              </a:spcAft>
              <a:buNone/>
            </a:pPr>
            <a:r>
              <a:t/>
            </a:r>
            <a:endParaRPr b="1" sz="3200">
              <a:solidFill>
                <a:srgbClr val="4C5267"/>
              </a:solidFill>
            </a:endParaRPr>
          </a:p>
          <a:p>
            <a:pPr indent="0" lvl="0" marL="0" rtl="0" algn="ctr">
              <a:spcBef>
                <a:spcPts val="1500"/>
              </a:spcBef>
              <a:spcAft>
                <a:spcPts val="0"/>
              </a:spcAft>
              <a:buNone/>
            </a:pPr>
            <a:r>
              <a:t/>
            </a:r>
            <a:endParaRPr sz="3200">
              <a:solidFill>
                <a:schemeClr val="dk1"/>
              </a:solidFill>
            </a:endParaRPr>
          </a:p>
          <a:p>
            <a:pPr indent="0" lvl="0" marL="0" rtl="0" algn="ctr">
              <a:spcBef>
                <a:spcPts val="0"/>
              </a:spcBef>
              <a:spcAft>
                <a:spcPts val="0"/>
              </a:spcAft>
              <a:buNone/>
            </a:pPr>
            <a:r>
              <a:rPr lang="es-CL" sz="3200">
                <a:solidFill>
                  <a:schemeClr val="dk1"/>
                </a:solidFill>
              </a:rPr>
              <a:t>.</a:t>
            </a:r>
            <a:endParaRPr sz="3200">
              <a:solidFill>
                <a:schemeClr val="dk1"/>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g13337c500ff_4_43"/>
          <p:cNvSpPr txBox="1"/>
          <p:nvPr>
            <p:ph idx="1" type="body"/>
          </p:nvPr>
        </p:nvSpPr>
        <p:spPr>
          <a:xfrm>
            <a:off x="574040" y="1106011"/>
            <a:ext cx="4343400" cy="7389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1400"/>
              <a:buNone/>
            </a:pPr>
            <a:r>
              <a:rPr lang="es-CL"/>
              <a:t>Mockups</a:t>
            </a:r>
            <a:endParaRPr/>
          </a:p>
        </p:txBody>
      </p:sp>
      <p:sp>
        <p:nvSpPr>
          <p:cNvPr id="195" name="Google Shape;195;g13337c500ff_4_43"/>
          <p:cNvSpPr txBox="1"/>
          <p:nvPr>
            <p:ph idx="2" type="body"/>
          </p:nvPr>
        </p:nvSpPr>
        <p:spPr>
          <a:xfrm>
            <a:off x="574675" y="2835275"/>
            <a:ext cx="18432600" cy="569400"/>
          </a:xfrm>
          <a:prstGeom prst="rect">
            <a:avLst/>
          </a:prstGeom>
          <a:noFill/>
          <a:ln>
            <a:noFill/>
          </a:ln>
        </p:spPr>
        <p:txBody>
          <a:bodyPr anchorCtr="0" anchor="t" bIns="0" lIns="0" spcFirstLastPara="1" rIns="0" wrap="square" tIns="0">
            <a:spAutoFit/>
          </a:bodyPr>
          <a:lstStyle/>
          <a:p>
            <a:pPr indent="0" lvl="0" marL="0" rtl="0" algn="just">
              <a:lnSpc>
                <a:spcPct val="100000"/>
              </a:lnSpc>
              <a:spcBef>
                <a:spcPts val="0"/>
              </a:spcBef>
              <a:spcAft>
                <a:spcPts val="0"/>
              </a:spcAft>
              <a:buSzPts val="1100"/>
              <a:buNone/>
            </a:pPr>
            <a:r>
              <a:rPr b="1" i="1" lang="es-CL" sz="3700"/>
              <a:t>Herramientas .-</a:t>
            </a:r>
            <a:endParaRPr b="1" i="1" sz="3700"/>
          </a:p>
        </p:txBody>
      </p:sp>
      <p:sp>
        <p:nvSpPr>
          <p:cNvPr id="196" name="Google Shape;196;g13337c500ff_4_43"/>
          <p:cNvSpPr txBox="1"/>
          <p:nvPr/>
        </p:nvSpPr>
        <p:spPr>
          <a:xfrm>
            <a:off x="429000" y="4146350"/>
            <a:ext cx="19149600" cy="2790000"/>
          </a:xfrm>
          <a:prstGeom prst="rect">
            <a:avLst/>
          </a:prstGeom>
          <a:noFill/>
          <a:ln>
            <a:noFill/>
          </a:ln>
        </p:spPr>
        <p:txBody>
          <a:bodyPr anchorCtr="0" anchor="t" bIns="91425" lIns="91425" spcFirstLastPara="1" rIns="91425" wrap="square" tIns="91425">
            <a:spAutoFit/>
          </a:bodyPr>
          <a:lstStyle/>
          <a:p>
            <a:pPr indent="0" lvl="0" marL="0" rtl="0" algn="l">
              <a:lnSpc>
                <a:spcPct val="120000"/>
              </a:lnSpc>
              <a:spcBef>
                <a:spcPts val="0"/>
              </a:spcBef>
              <a:spcAft>
                <a:spcPts val="0"/>
              </a:spcAft>
              <a:buNone/>
            </a:pPr>
            <a:r>
              <a:rPr b="1" lang="es-CL" sz="3900">
                <a:solidFill>
                  <a:srgbClr val="4C5267"/>
                </a:solidFill>
              </a:rPr>
              <a:t>Mockplus</a:t>
            </a:r>
            <a:endParaRPr b="1" sz="3900">
              <a:solidFill>
                <a:srgbClr val="4C5267"/>
              </a:solidFill>
            </a:endParaRPr>
          </a:p>
          <a:p>
            <a:pPr indent="0" lvl="0" marL="0" rtl="0" algn="ctr">
              <a:lnSpc>
                <a:spcPct val="115000"/>
              </a:lnSpc>
              <a:spcBef>
                <a:spcPts val="1100"/>
              </a:spcBef>
              <a:spcAft>
                <a:spcPts val="0"/>
              </a:spcAft>
              <a:buNone/>
            </a:pPr>
            <a:r>
              <a:t/>
            </a:r>
            <a:endParaRPr b="1" sz="3200">
              <a:solidFill>
                <a:srgbClr val="4C5267"/>
              </a:solidFill>
            </a:endParaRPr>
          </a:p>
          <a:p>
            <a:pPr indent="0" lvl="0" marL="0" rtl="0" algn="ctr">
              <a:spcBef>
                <a:spcPts val="1500"/>
              </a:spcBef>
              <a:spcAft>
                <a:spcPts val="0"/>
              </a:spcAft>
              <a:buNone/>
            </a:pPr>
            <a:r>
              <a:t/>
            </a:r>
            <a:endParaRPr sz="3200">
              <a:solidFill>
                <a:schemeClr val="dk1"/>
              </a:solidFill>
            </a:endParaRPr>
          </a:p>
          <a:p>
            <a:pPr indent="0" lvl="0" marL="0" rtl="0" algn="ctr">
              <a:spcBef>
                <a:spcPts val="0"/>
              </a:spcBef>
              <a:spcAft>
                <a:spcPts val="0"/>
              </a:spcAft>
              <a:buNone/>
            </a:pPr>
            <a:r>
              <a:rPr lang="es-CL" sz="3200">
                <a:solidFill>
                  <a:schemeClr val="dk1"/>
                </a:solidFill>
              </a:rPr>
              <a:t>.</a:t>
            </a:r>
            <a:endParaRPr sz="3200">
              <a:solidFill>
                <a:schemeClr val="dk1"/>
              </a:solidFill>
            </a:endParaRPr>
          </a:p>
        </p:txBody>
      </p:sp>
      <p:pic>
        <p:nvPicPr>
          <p:cNvPr id="197" name="Google Shape;197;g13337c500ff_4_43"/>
          <p:cNvPicPr preferRelativeResize="0"/>
          <p:nvPr/>
        </p:nvPicPr>
        <p:blipFill>
          <a:blip r:embed="rId3">
            <a:alphaModFix/>
          </a:blip>
          <a:stretch>
            <a:fillRect/>
          </a:stretch>
        </p:blipFill>
        <p:spPr>
          <a:xfrm>
            <a:off x="4917450" y="2537900"/>
            <a:ext cx="4662887" cy="4068200"/>
          </a:xfrm>
          <a:prstGeom prst="rect">
            <a:avLst/>
          </a:prstGeom>
          <a:noFill/>
          <a:ln>
            <a:noFill/>
          </a:ln>
        </p:spPr>
      </p:pic>
      <p:pic>
        <p:nvPicPr>
          <p:cNvPr id="198" name="Google Shape;198;g13337c500ff_4_43"/>
          <p:cNvPicPr preferRelativeResize="0"/>
          <p:nvPr/>
        </p:nvPicPr>
        <p:blipFill>
          <a:blip r:embed="rId4">
            <a:alphaModFix/>
          </a:blip>
          <a:stretch>
            <a:fillRect/>
          </a:stretch>
        </p:blipFill>
        <p:spPr>
          <a:xfrm>
            <a:off x="10612345" y="4279175"/>
            <a:ext cx="7957423" cy="5656001"/>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g13337c500ff_4_51"/>
          <p:cNvSpPr txBox="1"/>
          <p:nvPr>
            <p:ph idx="1" type="body"/>
          </p:nvPr>
        </p:nvSpPr>
        <p:spPr>
          <a:xfrm>
            <a:off x="574040" y="1106011"/>
            <a:ext cx="4343400" cy="7389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1400"/>
              <a:buNone/>
            </a:pPr>
            <a:r>
              <a:rPr lang="es-CL"/>
              <a:t>Mockups</a:t>
            </a:r>
            <a:endParaRPr/>
          </a:p>
        </p:txBody>
      </p:sp>
      <p:sp>
        <p:nvSpPr>
          <p:cNvPr id="204" name="Google Shape;204;g13337c500ff_4_51"/>
          <p:cNvSpPr txBox="1"/>
          <p:nvPr>
            <p:ph idx="2" type="body"/>
          </p:nvPr>
        </p:nvSpPr>
        <p:spPr>
          <a:xfrm>
            <a:off x="574675" y="2835275"/>
            <a:ext cx="18432600" cy="569400"/>
          </a:xfrm>
          <a:prstGeom prst="rect">
            <a:avLst/>
          </a:prstGeom>
          <a:noFill/>
          <a:ln>
            <a:noFill/>
          </a:ln>
        </p:spPr>
        <p:txBody>
          <a:bodyPr anchorCtr="0" anchor="t" bIns="0" lIns="0" spcFirstLastPara="1" rIns="0" wrap="square" tIns="0">
            <a:spAutoFit/>
          </a:bodyPr>
          <a:lstStyle/>
          <a:p>
            <a:pPr indent="0" lvl="0" marL="0" rtl="0" algn="just">
              <a:lnSpc>
                <a:spcPct val="100000"/>
              </a:lnSpc>
              <a:spcBef>
                <a:spcPts val="0"/>
              </a:spcBef>
              <a:spcAft>
                <a:spcPts val="0"/>
              </a:spcAft>
              <a:buSzPts val="1100"/>
              <a:buNone/>
            </a:pPr>
            <a:r>
              <a:rPr b="1" i="1" lang="es-CL" sz="3700"/>
              <a:t>Herramientas .-</a:t>
            </a:r>
            <a:endParaRPr b="1" i="1" sz="3700"/>
          </a:p>
        </p:txBody>
      </p:sp>
      <p:sp>
        <p:nvSpPr>
          <p:cNvPr id="205" name="Google Shape;205;g13337c500ff_4_51"/>
          <p:cNvSpPr txBox="1"/>
          <p:nvPr/>
        </p:nvSpPr>
        <p:spPr>
          <a:xfrm>
            <a:off x="429000" y="4146350"/>
            <a:ext cx="19149600" cy="5566800"/>
          </a:xfrm>
          <a:prstGeom prst="rect">
            <a:avLst/>
          </a:prstGeom>
          <a:noFill/>
          <a:ln>
            <a:noFill/>
          </a:ln>
        </p:spPr>
        <p:txBody>
          <a:bodyPr anchorCtr="0" anchor="t" bIns="91425" lIns="91425" spcFirstLastPara="1" rIns="91425" wrap="square" tIns="91425">
            <a:spAutoFit/>
          </a:bodyPr>
          <a:lstStyle/>
          <a:p>
            <a:pPr indent="0" lvl="0" marL="0" rtl="0" algn="l">
              <a:lnSpc>
                <a:spcPct val="120000"/>
              </a:lnSpc>
              <a:spcBef>
                <a:spcPts val="0"/>
              </a:spcBef>
              <a:spcAft>
                <a:spcPts val="0"/>
              </a:spcAft>
              <a:buNone/>
            </a:pPr>
            <a:r>
              <a:rPr b="1" lang="es-CL" sz="3900">
                <a:solidFill>
                  <a:srgbClr val="4C5267"/>
                </a:solidFill>
              </a:rPr>
              <a:t>Mockplus</a:t>
            </a:r>
            <a:endParaRPr b="1" sz="3900">
              <a:solidFill>
                <a:srgbClr val="4C5267"/>
              </a:solidFill>
            </a:endParaRPr>
          </a:p>
          <a:p>
            <a:pPr indent="0" lvl="0" marL="0" rtl="0" algn="ctr">
              <a:lnSpc>
                <a:spcPct val="115000"/>
              </a:lnSpc>
              <a:spcBef>
                <a:spcPts val="1100"/>
              </a:spcBef>
              <a:spcAft>
                <a:spcPts val="0"/>
              </a:spcAft>
              <a:buNone/>
            </a:pPr>
            <a:r>
              <a:rPr lang="es-CL" sz="3200">
                <a:solidFill>
                  <a:srgbClr val="4C5267"/>
                </a:solidFill>
              </a:rPr>
              <a:t>Una solución gratis y poderosa. En dos minutos puedes crear la maqueta de una página web, tanto en la versión de escritorio o de aplicaciones móviles. </a:t>
            </a:r>
            <a:r>
              <a:rPr b="1" lang="es-CL" sz="4100">
                <a:solidFill>
                  <a:srgbClr val="4C5267"/>
                </a:solidFill>
              </a:rPr>
              <a:t>Muy interesante para los diseñadores web</a:t>
            </a:r>
            <a:r>
              <a:rPr lang="es-CL" sz="3200">
                <a:solidFill>
                  <a:srgbClr val="4C5267"/>
                </a:solidFill>
              </a:rPr>
              <a:t> que crean sitios escalables, pues nos permite saber si el resultado se verá bien en las pantallas de todos los dispositivos.</a:t>
            </a:r>
            <a:endParaRPr sz="3200">
              <a:solidFill>
                <a:srgbClr val="4C5267"/>
              </a:solidFill>
            </a:endParaRPr>
          </a:p>
          <a:p>
            <a:pPr indent="0" lvl="0" marL="0" rtl="0" algn="ctr">
              <a:lnSpc>
                <a:spcPct val="115000"/>
              </a:lnSpc>
              <a:spcBef>
                <a:spcPts val="1500"/>
              </a:spcBef>
              <a:spcAft>
                <a:spcPts val="0"/>
              </a:spcAft>
              <a:buNone/>
            </a:pPr>
            <a:r>
              <a:t/>
            </a:r>
            <a:endParaRPr b="1" sz="3200">
              <a:solidFill>
                <a:srgbClr val="4C5267"/>
              </a:solidFill>
            </a:endParaRPr>
          </a:p>
          <a:p>
            <a:pPr indent="0" lvl="0" marL="0" rtl="0" algn="ctr">
              <a:spcBef>
                <a:spcPts val="1500"/>
              </a:spcBef>
              <a:spcAft>
                <a:spcPts val="0"/>
              </a:spcAft>
              <a:buNone/>
            </a:pPr>
            <a:r>
              <a:t/>
            </a:r>
            <a:endParaRPr sz="3200">
              <a:solidFill>
                <a:schemeClr val="dk1"/>
              </a:solidFill>
            </a:endParaRPr>
          </a:p>
          <a:p>
            <a:pPr indent="0" lvl="0" marL="0" rtl="0" algn="ctr">
              <a:spcBef>
                <a:spcPts val="0"/>
              </a:spcBef>
              <a:spcAft>
                <a:spcPts val="0"/>
              </a:spcAft>
              <a:buNone/>
            </a:pPr>
            <a:r>
              <a:rPr lang="es-CL" sz="3200">
                <a:solidFill>
                  <a:schemeClr val="dk1"/>
                </a:solidFill>
              </a:rPr>
              <a:t>.</a:t>
            </a:r>
            <a:endParaRPr sz="3200">
              <a:solidFill>
                <a:schemeClr val="dk1"/>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4"/>
          <p:cNvSpPr txBox="1"/>
          <p:nvPr>
            <p:ph type="title"/>
          </p:nvPr>
        </p:nvSpPr>
        <p:spPr>
          <a:xfrm>
            <a:off x="1321990" y="8235994"/>
            <a:ext cx="6048300" cy="16623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1400"/>
              <a:buNone/>
            </a:pPr>
            <a:r>
              <a:rPr lang="es-CL"/>
              <a:t>Maquetas</a:t>
            </a:r>
            <a:endParaRPr/>
          </a:p>
          <a:p>
            <a:pPr indent="0" lvl="0" marL="0" rtl="0" algn="l">
              <a:lnSpc>
                <a:spcPct val="100000"/>
              </a:lnSpc>
              <a:spcBef>
                <a:spcPts val="0"/>
              </a:spcBef>
              <a:spcAft>
                <a:spcPts val="0"/>
              </a:spcAft>
              <a:buSzPts val="1400"/>
              <a:buNone/>
            </a:pPr>
            <a:r>
              <a:rPr lang="es-CL"/>
              <a:t>Wireframe</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g13337c500ff_0_6"/>
          <p:cNvSpPr txBox="1"/>
          <p:nvPr>
            <p:ph idx="1" type="body"/>
          </p:nvPr>
        </p:nvSpPr>
        <p:spPr>
          <a:xfrm>
            <a:off x="574040" y="1106011"/>
            <a:ext cx="4343400" cy="7389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1400"/>
              <a:buNone/>
            </a:pPr>
            <a:r>
              <a:rPr lang="es-CL"/>
              <a:t>WireFrame</a:t>
            </a:r>
            <a:endParaRPr/>
          </a:p>
        </p:txBody>
      </p:sp>
      <p:sp>
        <p:nvSpPr>
          <p:cNvPr id="216" name="Google Shape;216;g13337c500ff_0_6"/>
          <p:cNvSpPr txBox="1"/>
          <p:nvPr>
            <p:ph idx="2" type="body"/>
          </p:nvPr>
        </p:nvSpPr>
        <p:spPr>
          <a:xfrm>
            <a:off x="574675" y="2911475"/>
            <a:ext cx="7240800" cy="8850000"/>
          </a:xfrm>
          <a:prstGeom prst="rect">
            <a:avLst/>
          </a:prstGeom>
          <a:noFill/>
          <a:ln>
            <a:noFill/>
          </a:ln>
        </p:spPr>
        <p:txBody>
          <a:bodyPr anchorCtr="0" anchor="t" bIns="0" lIns="0" spcFirstLastPara="1" rIns="0" wrap="square" tIns="0">
            <a:spAutoFit/>
          </a:bodyPr>
          <a:lstStyle/>
          <a:p>
            <a:pPr indent="0" lvl="0" marL="0" rtl="0" algn="ctr">
              <a:lnSpc>
                <a:spcPct val="115000"/>
              </a:lnSpc>
              <a:spcBef>
                <a:spcPts val="0"/>
              </a:spcBef>
              <a:spcAft>
                <a:spcPts val="0"/>
              </a:spcAft>
              <a:buClr>
                <a:schemeClr val="dk1"/>
              </a:buClr>
              <a:buSzPts val="1100"/>
              <a:buFont typeface="Arial"/>
              <a:buNone/>
            </a:pPr>
            <a:r>
              <a:rPr lang="es-CL" sz="2900">
                <a:solidFill>
                  <a:srgbClr val="4C5267"/>
                </a:solidFill>
              </a:rPr>
              <a:t>Cuando se emplea el concepto de wireframe o prototipo se hace referencia a un </a:t>
            </a:r>
            <a:r>
              <a:rPr b="1" lang="es-CL" sz="3300">
                <a:solidFill>
                  <a:srgbClr val="4C5267"/>
                </a:solidFill>
              </a:rPr>
              <a:t>boceto donde se presenta de forma visual, sencilla y esquemática</a:t>
            </a:r>
            <a:r>
              <a:rPr lang="es-CL" sz="2900">
                <a:solidFill>
                  <a:srgbClr val="4C5267"/>
                </a:solidFill>
              </a:rPr>
              <a:t> la estructura de una página Web o ecommerce. Básicamente un Wireframe UX es una herramienta que define la </a:t>
            </a:r>
            <a:r>
              <a:rPr b="1" lang="es-CL" sz="3500">
                <a:solidFill>
                  <a:srgbClr val="4C5267"/>
                </a:solidFill>
              </a:rPr>
              <a:t>experiencia del usuario</a:t>
            </a:r>
            <a:r>
              <a:rPr lang="es-CL" sz="2900">
                <a:solidFill>
                  <a:srgbClr val="4C5267"/>
                </a:solidFill>
              </a:rPr>
              <a:t> y la funcionalidad de la Web.</a:t>
            </a:r>
            <a:endParaRPr sz="2900">
              <a:solidFill>
                <a:srgbClr val="4C5267"/>
              </a:solidFill>
            </a:endParaRPr>
          </a:p>
          <a:p>
            <a:pPr indent="0" lvl="0" marL="0" rtl="0" algn="ctr">
              <a:lnSpc>
                <a:spcPct val="115000"/>
              </a:lnSpc>
              <a:spcBef>
                <a:spcPts val="1500"/>
              </a:spcBef>
              <a:spcAft>
                <a:spcPts val="0"/>
              </a:spcAft>
              <a:buClr>
                <a:schemeClr val="dk1"/>
              </a:buClr>
              <a:buSzPts val="1100"/>
              <a:buFont typeface="Arial"/>
              <a:buNone/>
            </a:pPr>
            <a:r>
              <a:rPr lang="es-CL" sz="2900">
                <a:solidFill>
                  <a:srgbClr val="4C5267"/>
                </a:solidFill>
              </a:rPr>
              <a:t>En otras palabras, el significado de wireframe es una representación simple y sencilla de un proyecto web o incluso una app antes de empezar con la programación, el HTML o el CSS para avanzar en el proyecto sobre seguro.</a:t>
            </a:r>
            <a:endParaRPr sz="2900">
              <a:solidFill>
                <a:srgbClr val="4C5267"/>
              </a:solidFill>
            </a:endParaRPr>
          </a:p>
          <a:p>
            <a:pPr indent="0" lvl="0" marL="0" rtl="0" algn="ctr">
              <a:lnSpc>
                <a:spcPct val="100000"/>
              </a:lnSpc>
              <a:spcBef>
                <a:spcPts val="1500"/>
              </a:spcBef>
              <a:spcAft>
                <a:spcPts val="0"/>
              </a:spcAft>
              <a:buSzPts val="1400"/>
              <a:buNone/>
            </a:pPr>
            <a:r>
              <a:t/>
            </a:r>
            <a:endParaRPr sz="2900"/>
          </a:p>
        </p:txBody>
      </p:sp>
      <p:pic>
        <p:nvPicPr>
          <p:cNvPr id="217" name="Google Shape;217;g13337c500ff_0_6"/>
          <p:cNvPicPr preferRelativeResize="0"/>
          <p:nvPr/>
        </p:nvPicPr>
        <p:blipFill>
          <a:blip r:embed="rId3">
            <a:alphaModFix/>
          </a:blip>
          <a:stretch>
            <a:fillRect/>
          </a:stretch>
        </p:blipFill>
        <p:spPr>
          <a:xfrm>
            <a:off x="9906625" y="676275"/>
            <a:ext cx="8077200" cy="7791450"/>
          </a:xfrm>
          <a:prstGeom prst="rect">
            <a:avLst/>
          </a:prstGeom>
          <a:noFill/>
          <a:ln>
            <a:noFill/>
          </a:ln>
        </p:spPr>
      </p:pic>
      <p:sp>
        <p:nvSpPr>
          <p:cNvPr id="218" name="Google Shape;218;g13337c500ff_0_6"/>
          <p:cNvSpPr txBox="1"/>
          <p:nvPr/>
        </p:nvSpPr>
        <p:spPr>
          <a:xfrm>
            <a:off x="10371125" y="8836825"/>
            <a:ext cx="84678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CL" sz="1600"/>
              <a:t>Imagen: </a:t>
            </a:r>
            <a:r>
              <a:rPr lang="es-CL" sz="1600"/>
              <a:t>https://es.vecteezy.com/arte-vectorial/214896-aplicaciones-wireframe-elements</a:t>
            </a:r>
            <a:endParaRPr sz="1600"/>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g13337c500ff_4_62"/>
          <p:cNvSpPr txBox="1"/>
          <p:nvPr>
            <p:ph idx="1" type="body"/>
          </p:nvPr>
        </p:nvSpPr>
        <p:spPr>
          <a:xfrm>
            <a:off x="574040" y="1106011"/>
            <a:ext cx="4343400" cy="7389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1400"/>
              <a:buNone/>
            </a:pPr>
            <a:r>
              <a:rPr lang="es-CL"/>
              <a:t>WireFrame</a:t>
            </a:r>
            <a:endParaRPr/>
          </a:p>
        </p:txBody>
      </p:sp>
      <p:sp>
        <p:nvSpPr>
          <p:cNvPr id="224" name="Google Shape;224;g13337c500ff_4_62"/>
          <p:cNvSpPr txBox="1"/>
          <p:nvPr>
            <p:ph idx="2" type="body"/>
          </p:nvPr>
        </p:nvSpPr>
        <p:spPr>
          <a:xfrm>
            <a:off x="574675" y="2911475"/>
            <a:ext cx="7240800" cy="892800"/>
          </a:xfrm>
          <a:prstGeom prst="rect">
            <a:avLst/>
          </a:prstGeom>
          <a:noFill/>
          <a:ln>
            <a:noFill/>
          </a:ln>
        </p:spPr>
        <p:txBody>
          <a:bodyPr anchorCtr="0" anchor="t" bIns="0" lIns="0" spcFirstLastPara="1" rIns="0" wrap="square" tIns="0">
            <a:spAutoFit/>
          </a:bodyPr>
          <a:lstStyle/>
          <a:p>
            <a:pPr indent="0" lvl="0" marL="0" rtl="0" algn="ctr">
              <a:lnSpc>
                <a:spcPct val="100000"/>
              </a:lnSpc>
              <a:spcBef>
                <a:spcPts val="0"/>
              </a:spcBef>
              <a:spcAft>
                <a:spcPts val="0"/>
              </a:spcAft>
              <a:buSzPts val="1400"/>
              <a:buNone/>
            </a:pPr>
            <a:r>
              <a:rPr b="1" lang="es-CL" sz="2900">
                <a:solidFill>
                  <a:srgbClr val="4C5267"/>
                </a:solidFill>
              </a:rPr>
              <a:t>Opciones para la creación de un mockup wireframe</a:t>
            </a:r>
            <a:endParaRPr b="1" sz="2900"/>
          </a:p>
        </p:txBody>
      </p:sp>
      <p:sp>
        <p:nvSpPr>
          <p:cNvPr id="225" name="Google Shape;225;g13337c500ff_4_62"/>
          <p:cNvSpPr txBox="1"/>
          <p:nvPr/>
        </p:nvSpPr>
        <p:spPr>
          <a:xfrm>
            <a:off x="1795150" y="4572000"/>
            <a:ext cx="5573100" cy="4270200"/>
          </a:xfrm>
          <a:prstGeom prst="rect">
            <a:avLst/>
          </a:prstGeom>
          <a:noFill/>
          <a:ln>
            <a:noFill/>
          </a:ln>
        </p:spPr>
        <p:txBody>
          <a:bodyPr anchorCtr="0" anchor="t" bIns="91425" lIns="91425" spcFirstLastPara="1" rIns="91425" wrap="square" tIns="91425">
            <a:spAutoFit/>
          </a:bodyPr>
          <a:lstStyle/>
          <a:p>
            <a:pPr indent="0" lvl="0" marL="0" rtl="0" algn="ctr">
              <a:lnSpc>
                <a:spcPct val="120000"/>
              </a:lnSpc>
              <a:spcBef>
                <a:spcPts val="0"/>
              </a:spcBef>
              <a:spcAft>
                <a:spcPts val="0"/>
              </a:spcAft>
              <a:buNone/>
            </a:pPr>
            <a:r>
              <a:rPr b="1" lang="es-CL" sz="2500">
                <a:solidFill>
                  <a:srgbClr val="4C5267"/>
                </a:solidFill>
              </a:rPr>
              <a:t>Axure</a:t>
            </a:r>
            <a:endParaRPr b="1" sz="2500">
              <a:solidFill>
                <a:srgbClr val="4C5267"/>
              </a:solidFill>
            </a:endParaRPr>
          </a:p>
          <a:p>
            <a:pPr indent="0" lvl="0" marL="0" rtl="0" algn="ctr">
              <a:lnSpc>
                <a:spcPct val="115000"/>
              </a:lnSpc>
              <a:spcBef>
                <a:spcPts val="1100"/>
              </a:spcBef>
              <a:spcAft>
                <a:spcPts val="1500"/>
              </a:spcAft>
              <a:buNone/>
            </a:pPr>
            <a:r>
              <a:rPr lang="es-CL" sz="2500">
                <a:solidFill>
                  <a:srgbClr val="4C5267"/>
                </a:solidFill>
              </a:rPr>
              <a:t>Entre los clásicos destaca esta herramienta de wireframing, una de las opciones que a nivel profesional ofrece un resultado impoluto, es perfecto para presentar el diseño al cliente. Es un software para diseñar wireframes y prototipos tanto básicos como avanzados.</a:t>
            </a:r>
            <a:endParaRPr sz="2500">
              <a:solidFill>
                <a:srgbClr val="4C5267"/>
              </a:solidFill>
            </a:endParaRPr>
          </a:p>
        </p:txBody>
      </p:sp>
      <p:sp>
        <p:nvSpPr>
          <p:cNvPr id="226" name="Google Shape;226;g13337c500ff_4_62"/>
          <p:cNvSpPr txBox="1"/>
          <p:nvPr/>
        </p:nvSpPr>
        <p:spPr>
          <a:xfrm>
            <a:off x="8444350" y="4191550"/>
            <a:ext cx="5422200" cy="4462500"/>
          </a:xfrm>
          <a:prstGeom prst="rect">
            <a:avLst/>
          </a:prstGeom>
          <a:noFill/>
          <a:ln>
            <a:noFill/>
          </a:ln>
        </p:spPr>
        <p:txBody>
          <a:bodyPr anchorCtr="0" anchor="t" bIns="91425" lIns="91425" spcFirstLastPara="1" rIns="91425" wrap="square" tIns="91425">
            <a:spAutoFit/>
          </a:bodyPr>
          <a:lstStyle/>
          <a:p>
            <a:pPr indent="0" lvl="0" marL="0" rtl="0" algn="ctr">
              <a:lnSpc>
                <a:spcPct val="120000"/>
              </a:lnSpc>
              <a:spcBef>
                <a:spcPts val="0"/>
              </a:spcBef>
              <a:spcAft>
                <a:spcPts val="0"/>
              </a:spcAft>
              <a:buNone/>
            </a:pPr>
            <a:r>
              <a:rPr b="1" lang="es-CL" sz="2500">
                <a:solidFill>
                  <a:srgbClr val="4C5267"/>
                </a:solidFill>
              </a:rPr>
              <a:t>Balsamiq</a:t>
            </a:r>
            <a:endParaRPr b="1" sz="2500">
              <a:solidFill>
                <a:srgbClr val="4C5267"/>
              </a:solidFill>
            </a:endParaRPr>
          </a:p>
          <a:p>
            <a:pPr indent="0" lvl="0" marL="0" rtl="0" algn="ctr">
              <a:lnSpc>
                <a:spcPct val="115000"/>
              </a:lnSpc>
              <a:spcBef>
                <a:spcPts val="1100"/>
              </a:spcBef>
              <a:spcAft>
                <a:spcPts val="0"/>
              </a:spcAft>
              <a:buNone/>
            </a:pPr>
            <a:r>
              <a:rPr lang="es-CL" sz="2500">
                <a:solidFill>
                  <a:srgbClr val="4C5267"/>
                </a:solidFill>
              </a:rPr>
              <a:t>Una de las mejores herramientas para crear bocetos y prototipos es Balsamiq que tiene una biblioteca completa con reutilizables que puedes incluir en tus proyectos simplemente arrastrando.</a:t>
            </a:r>
            <a:endParaRPr sz="2500">
              <a:solidFill>
                <a:srgbClr val="4C5267"/>
              </a:solidFill>
            </a:endParaRPr>
          </a:p>
          <a:p>
            <a:pPr indent="0" lvl="0" marL="0" rtl="0" algn="l">
              <a:lnSpc>
                <a:spcPct val="115000"/>
              </a:lnSpc>
              <a:spcBef>
                <a:spcPts val="1500"/>
              </a:spcBef>
              <a:spcAft>
                <a:spcPts val="0"/>
              </a:spcAft>
              <a:buNone/>
            </a:pPr>
            <a:r>
              <a:t/>
            </a:r>
            <a:endParaRPr sz="2500">
              <a:solidFill>
                <a:schemeClr val="dk1"/>
              </a:solidFill>
            </a:endParaRPr>
          </a:p>
          <a:p>
            <a:pPr indent="0" lvl="0" marL="0" rtl="0" algn="l">
              <a:spcBef>
                <a:spcPts val="0"/>
              </a:spcBef>
              <a:spcAft>
                <a:spcPts val="0"/>
              </a:spcAft>
              <a:buNone/>
            </a:pPr>
            <a:r>
              <a:t/>
            </a:r>
            <a:endParaRPr sz="2500">
              <a:solidFill>
                <a:schemeClr val="dk1"/>
              </a:solidFill>
            </a:endParaRPr>
          </a:p>
        </p:txBody>
      </p:sp>
      <p:sp>
        <p:nvSpPr>
          <p:cNvPr id="227" name="Google Shape;227;g13337c500ff_4_62"/>
          <p:cNvSpPr txBox="1"/>
          <p:nvPr/>
        </p:nvSpPr>
        <p:spPr>
          <a:xfrm>
            <a:off x="14355225" y="2441375"/>
            <a:ext cx="4739100" cy="6040200"/>
          </a:xfrm>
          <a:prstGeom prst="rect">
            <a:avLst/>
          </a:prstGeom>
          <a:noFill/>
          <a:ln>
            <a:noFill/>
          </a:ln>
        </p:spPr>
        <p:txBody>
          <a:bodyPr anchorCtr="0" anchor="t" bIns="91425" lIns="91425" spcFirstLastPara="1" rIns="91425" wrap="square" tIns="91425">
            <a:spAutoFit/>
          </a:bodyPr>
          <a:lstStyle/>
          <a:p>
            <a:pPr indent="0" lvl="0" marL="0" rtl="0" algn="ctr">
              <a:lnSpc>
                <a:spcPct val="120000"/>
              </a:lnSpc>
              <a:spcBef>
                <a:spcPts val="0"/>
              </a:spcBef>
              <a:spcAft>
                <a:spcPts val="0"/>
              </a:spcAft>
              <a:buNone/>
            </a:pPr>
            <a:r>
              <a:rPr b="1" lang="es-CL" sz="2500">
                <a:solidFill>
                  <a:srgbClr val="4C5267"/>
                </a:solidFill>
              </a:rPr>
              <a:t>Mockflow</a:t>
            </a:r>
            <a:endParaRPr b="1" sz="2500">
              <a:solidFill>
                <a:srgbClr val="4C5267"/>
              </a:solidFill>
            </a:endParaRPr>
          </a:p>
          <a:p>
            <a:pPr indent="0" lvl="0" marL="0" rtl="0" algn="ctr">
              <a:lnSpc>
                <a:spcPct val="115000"/>
              </a:lnSpc>
              <a:spcBef>
                <a:spcPts val="1100"/>
              </a:spcBef>
              <a:spcAft>
                <a:spcPts val="1500"/>
              </a:spcAft>
              <a:buNone/>
            </a:pPr>
            <a:r>
              <a:rPr lang="es-CL" sz="2500">
                <a:solidFill>
                  <a:srgbClr val="4C5267"/>
                </a:solidFill>
              </a:rPr>
              <a:t>La idea de crear un flujo de trabajo de diseño simple y llanamente se hace realidad con Mockflow y su plan básico gratuito. Es perfecto además dado que ayuda a encontrar inspiración debido a que tiene una base de datos de plantillas de wireframes de terceros que puedes emplear si encajan con las necesidades del proyecto que tienes entre manos.</a:t>
            </a:r>
            <a:endParaRPr sz="2500">
              <a:solidFill>
                <a:srgbClr val="4C5267"/>
              </a:solidFill>
            </a:endParaRPr>
          </a:p>
        </p:txBody>
      </p:sp>
      <p:pic>
        <p:nvPicPr>
          <p:cNvPr id="228" name="Google Shape;228;g13337c500ff_4_62"/>
          <p:cNvPicPr preferRelativeResize="0"/>
          <p:nvPr/>
        </p:nvPicPr>
        <p:blipFill>
          <a:blip r:embed="rId3">
            <a:alphaModFix/>
          </a:blip>
          <a:stretch>
            <a:fillRect/>
          </a:stretch>
        </p:blipFill>
        <p:spPr>
          <a:xfrm>
            <a:off x="8653675" y="152400"/>
            <a:ext cx="4555727" cy="3886751"/>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g13337c500ff_4_79"/>
          <p:cNvSpPr txBox="1"/>
          <p:nvPr>
            <p:ph idx="1" type="body"/>
          </p:nvPr>
        </p:nvSpPr>
        <p:spPr>
          <a:xfrm>
            <a:off x="574040" y="1106011"/>
            <a:ext cx="4343400" cy="7389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1400"/>
              <a:buNone/>
            </a:pPr>
            <a:r>
              <a:rPr lang="es-CL"/>
              <a:t>WireFrame</a:t>
            </a:r>
            <a:endParaRPr/>
          </a:p>
        </p:txBody>
      </p:sp>
      <p:sp>
        <p:nvSpPr>
          <p:cNvPr id="234" name="Google Shape;234;g13337c500ff_4_79"/>
          <p:cNvSpPr txBox="1"/>
          <p:nvPr>
            <p:ph idx="2" type="body"/>
          </p:nvPr>
        </p:nvSpPr>
        <p:spPr>
          <a:xfrm>
            <a:off x="574675" y="2911475"/>
            <a:ext cx="7240800" cy="892800"/>
          </a:xfrm>
          <a:prstGeom prst="rect">
            <a:avLst/>
          </a:prstGeom>
          <a:noFill/>
          <a:ln>
            <a:noFill/>
          </a:ln>
        </p:spPr>
        <p:txBody>
          <a:bodyPr anchorCtr="0" anchor="t" bIns="0" lIns="0" spcFirstLastPara="1" rIns="0" wrap="square" tIns="0">
            <a:spAutoFit/>
          </a:bodyPr>
          <a:lstStyle/>
          <a:p>
            <a:pPr indent="0" lvl="0" marL="0" rtl="0" algn="ctr">
              <a:lnSpc>
                <a:spcPct val="100000"/>
              </a:lnSpc>
              <a:spcBef>
                <a:spcPts val="0"/>
              </a:spcBef>
              <a:spcAft>
                <a:spcPts val="0"/>
              </a:spcAft>
              <a:buSzPts val="1400"/>
              <a:buNone/>
            </a:pPr>
            <a:r>
              <a:rPr b="1" lang="es-CL" sz="2900">
                <a:solidFill>
                  <a:srgbClr val="4C5267"/>
                </a:solidFill>
              </a:rPr>
              <a:t>Opciones para la creación de un mockup wireframe</a:t>
            </a:r>
            <a:endParaRPr b="1" sz="2900"/>
          </a:p>
        </p:txBody>
      </p:sp>
      <p:sp>
        <p:nvSpPr>
          <p:cNvPr id="235" name="Google Shape;235;g13337c500ff_4_79"/>
          <p:cNvSpPr txBox="1"/>
          <p:nvPr/>
        </p:nvSpPr>
        <p:spPr>
          <a:xfrm>
            <a:off x="14181575" y="1610025"/>
            <a:ext cx="5573100" cy="8445300"/>
          </a:xfrm>
          <a:prstGeom prst="rect">
            <a:avLst/>
          </a:prstGeom>
          <a:noFill/>
          <a:ln>
            <a:noFill/>
          </a:ln>
        </p:spPr>
        <p:txBody>
          <a:bodyPr anchorCtr="0" anchor="t" bIns="91425" lIns="91425" spcFirstLastPara="1" rIns="91425" wrap="square" tIns="91425">
            <a:spAutoFit/>
          </a:bodyPr>
          <a:lstStyle/>
          <a:p>
            <a:pPr indent="0" lvl="0" marL="0" rtl="0" algn="ctr">
              <a:lnSpc>
                <a:spcPct val="120000"/>
              </a:lnSpc>
              <a:spcBef>
                <a:spcPts val="0"/>
              </a:spcBef>
              <a:spcAft>
                <a:spcPts val="0"/>
              </a:spcAft>
              <a:buNone/>
            </a:pPr>
            <a:r>
              <a:rPr b="1" lang="es-CL" sz="2500">
                <a:solidFill>
                  <a:srgbClr val="4C5267"/>
                </a:solidFill>
              </a:rPr>
              <a:t>Wireframe.cc</a:t>
            </a:r>
            <a:endParaRPr b="1" sz="2500">
              <a:solidFill>
                <a:srgbClr val="4C5267"/>
              </a:solidFill>
            </a:endParaRPr>
          </a:p>
          <a:p>
            <a:pPr indent="0" lvl="0" marL="0" rtl="0" algn="ctr">
              <a:lnSpc>
                <a:spcPct val="115000"/>
              </a:lnSpc>
              <a:spcBef>
                <a:spcPts val="1100"/>
              </a:spcBef>
              <a:spcAft>
                <a:spcPts val="0"/>
              </a:spcAft>
              <a:buNone/>
            </a:pPr>
            <a:r>
              <a:rPr lang="es-CL" sz="2500">
                <a:solidFill>
                  <a:srgbClr val="4C5267"/>
                </a:solidFill>
              </a:rPr>
              <a:t>Entre las mejores herramientas de creación de prototipos se encuentra esta alternativa, que permite una cuenta básica gratuita, para incluir más elementos tendrás que hacer una cuenta de pago. Sin embargo, si te dedicas a mejorar la experiencia de los usuarios y emplear flujos de trabajo de diseño te aseguramos que esta inversión está perfectamente justificada y que es una solución ideal para empezar a digitalizar tus diseños hechos a mano. Es una opción ideal para los diseñadores principiantes, dado que su interfaz es básica y muy usable.</a:t>
            </a:r>
            <a:endParaRPr sz="2500">
              <a:solidFill>
                <a:srgbClr val="4C5267"/>
              </a:solidFill>
            </a:endParaRPr>
          </a:p>
          <a:p>
            <a:pPr indent="0" lvl="0" marL="0" rtl="0" algn="ctr">
              <a:lnSpc>
                <a:spcPct val="115000"/>
              </a:lnSpc>
              <a:spcBef>
                <a:spcPts val="1500"/>
              </a:spcBef>
              <a:spcAft>
                <a:spcPts val="1500"/>
              </a:spcAft>
              <a:buNone/>
            </a:pPr>
            <a:r>
              <a:t/>
            </a:r>
            <a:endParaRPr b="1" sz="2500">
              <a:solidFill>
                <a:srgbClr val="4C5267"/>
              </a:solidFill>
            </a:endParaRPr>
          </a:p>
        </p:txBody>
      </p:sp>
      <p:sp>
        <p:nvSpPr>
          <p:cNvPr id="236" name="Google Shape;236;g13337c500ff_4_79"/>
          <p:cNvSpPr txBox="1"/>
          <p:nvPr/>
        </p:nvSpPr>
        <p:spPr>
          <a:xfrm>
            <a:off x="1167600" y="5218700"/>
            <a:ext cx="5824200" cy="3384900"/>
          </a:xfrm>
          <a:prstGeom prst="rect">
            <a:avLst/>
          </a:prstGeom>
          <a:noFill/>
          <a:ln>
            <a:noFill/>
          </a:ln>
        </p:spPr>
        <p:txBody>
          <a:bodyPr anchorCtr="0" anchor="t" bIns="91425" lIns="91425" spcFirstLastPara="1" rIns="91425" wrap="square" tIns="91425">
            <a:spAutoFit/>
          </a:bodyPr>
          <a:lstStyle/>
          <a:p>
            <a:pPr indent="0" lvl="0" marL="0" rtl="0" algn="ctr">
              <a:lnSpc>
                <a:spcPct val="120000"/>
              </a:lnSpc>
              <a:spcBef>
                <a:spcPts val="0"/>
              </a:spcBef>
              <a:spcAft>
                <a:spcPts val="0"/>
              </a:spcAft>
              <a:buNone/>
            </a:pPr>
            <a:r>
              <a:rPr b="1" lang="es-CL" sz="2500">
                <a:solidFill>
                  <a:srgbClr val="4C5267"/>
                </a:solidFill>
              </a:rPr>
              <a:t>Illustrator</a:t>
            </a:r>
            <a:endParaRPr b="1" sz="2500">
              <a:solidFill>
                <a:srgbClr val="4C5267"/>
              </a:solidFill>
            </a:endParaRPr>
          </a:p>
          <a:p>
            <a:pPr indent="0" lvl="0" marL="0" rtl="0" algn="ctr">
              <a:lnSpc>
                <a:spcPct val="115000"/>
              </a:lnSpc>
              <a:spcBef>
                <a:spcPts val="1100"/>
              </a:spcBef>
              <a:spcAft>
                <a:spcPts val="1500"/>
              </a:spcAft>
              <a:buNone/>
            </a:pPr>
            <a:r>
              <a:rPr lang="es-CL" sz="2500">
                <a:solidFill>
                  <a:srgbClr val="4C5267"/>
                </a:solidFill>
              </a:rPr>
              <a:t>U</a:t>
            </a:r>
            <a:r>
              <a:rPr lang="es-CL" sz="2500">
                <a:solidFill>
                  <a:srgbClr val="4C5267"/>
                </a:solidFill>
              </a:rPr>
              <a:t>na herramienta con la que están familiarizados la mayoría de diseñadores de UX y que permite múltiples opciones a la hora de emplearlo como generador de wireframes.</a:t>
            </a:r>
            <a:endParaRPr sz="2500">
              <a:solidFill>
                <a:srgbClr val="4C5267"/>
              </a:solidFill>
            </a:endParaRPr>
          </a:p>
        </p:txBody>
      </p:sp>
      <p:pic>
        <p:nvPicPr>
          <p:cNvPr id="237" name="Google Shape;237;g13337c500ff_4_79"/>
          <p:cNvPicPr preferRelativeResize="0"/>
          <p:nvPr/>
        </p:nvPicPr>
        <p:blipFill>
          <a:blip r:embed="rId3">
            <a:alphaModFix/>
          </a:blip>
          <a:stretch>
            <a:fillRect/>
          </a:stretch>
        </p:blipFill>
        <p:spPr>
          <a:xfrm>
            <a:off x="6910850" y="3804275"/>
            <a:ext cx="6884975" cy="5556652"/>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g13337c500ff_4_93"/>
          <p:cNvSpPr txBox="1"/>
          <p:nvPr>
            <p:ph idx="1" type="body"/>
          </p:nvPr>
        </p:nvSpPr>
        <p:spPr>
          <a:xfrm>
            <a:off x="574040" y="1106011"/>
            <a:ext cx="4343400" cy="7389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1400"/>
              <a:buNone/>
            </a:pPr>
            <a:r>
              <a:rPr lang="es-CL"/>
              <a:t>WireFrame</a:t>
            </a:r>
            <a:endParaRPr/>
          </a:p>
        </p:txBody>
      </p:sp>
      <p:sp>
        <p:nvSpPr>
          <p:cNvPr id="243" name="Google Shape;243;g13337c500ff_4_93"/>
          <p:cNvSpPr txBox="1"/>
          <p:nvPr>
            <p:ph idx="2" type="body"/>
          </p:nvPr>
        </p:nvSpPr>
        <p:spPr>
          <a:xfrm>
            <a:off x="574675" y="2911475"/>
            <a:ext cx="11604300" cy="892800"/>
          </a:xfrm>
          <a:prstGeom prst="rect">
            <a:avLst/>
          </a:prstGeom>
          <a:noFill/>
          <a:ln>
            <a:noFill/>
          </a:ln>
        </p:spPr>
        <p:txBody>
          <a:bodyPr anchorCtr="0" anchor="t" bIns="0" lIns="0" spcFirstLastPara="1" rIns="0" wrap="square" tIns="0">
            <a:spAutoFit/>
          </a:bodyPr>
          <a:lstStyle/>
          <a:p>
            <a:pPr indent="0" lvl="0" marL="0" rtl="0" algn="ctr">
              <a:lnSpc>
                <a:spcPct val="100000"/>
              </a:lnSpc>
              <a:spcBef>
                <a:spcPts val="0"/>
              </a:spcBef>
              <a:spcAft>
                <a:spcPts val="0"/>
              </a:spcAft>
              <a:buSzPts val="1400"/>
              <a:buNone/>
            </a:pPr>
            <a:r>
              <a:rPr b="1" lang="es-CL" sz="2900">
                <a:solidFill>
                  <a:srgbClr val="4C5267"/>
                </a:solidFill>
              </a:rPr>
              <a:t>Recomendaciones de un creador de mockups para sus proyectos de desarrollo</a:t>
            </a:r>
            <a:endParaRPr b="1" sz="2900"/>
          </a:p>
        </p:txBody>
      </p:sp>
      <p:pic>
        <p:nvPicPr>
          <p:cNvPr descr="Learn what wireframes are and what’s their purpose by watching YouTube being built, taken apart, and built again in various versions… through wireframes! &#10;&#10;You'll also learn why and how wireframes are used and which level of fidelity is right for different situations.&#10;&#10;Let us know if you’d like to see more videos like this! Comments below 👇&#10;&#10;This video is part of a series of short videos that cover the basics of wireframing. Watch the other videos:&#10;&#10;- The 3 Main Types of Wireframes https://youtu.be/JGFjbWcSaIY&#10;- The Benefits of Wireframing and Why You Should Do It https://youtu.be/rms6kExnmwM&#10;- How to Create Successful Wireframes That Solve Real Problems https://youtu.be/oMYN-JXDXvI&#10;__________________________________&#10;&#10;Visit Balsamiq Wireframing Academy to learn the basics of wireframing and UI design!&#10;&#10;Free courses: https://balsamiq.com/learn/courses/&#10;Articles: https://balsamiq.com/learn/articles/&#10;Videos: https://balsamiq.com/learn/videos/&#10;Best practices from experts: https://balsamiq.com/learn/videos/the-process-behind/&#10;Website reviews: https://balsamiq.com/learn/videos/website-ux-reviews/&#10;And more resources: https://balsamiq.com/learn/resources/&#10;&#10;__________________________________&#10;&#10;Follow Balsamiq on&#10;Twitter: https://twitter.com/balsamiq&#10;LinkedIn: https://www.linkedin.com/company/balsamiq" id="244" name="Google Shape;244;g13337c500ff_4_93" title="What are Wireframes? (4 min. video) - Balsamiq Wireframing Academy">
            <a:hlinkClick r:id="rId3"/>
          </p:cNvPr>
          <p:cNvPicPr preferRelativeResize="0"/>
          <p:nvPr/>
        </p:nvPicPr>
        <p:blipFill>
          <a:blip r:embed="rId4">
            <a:alphaModFix/>
          </a:blip>
          <a:stretch>
            <a:fillRect/>
          </a:stretch>
        </p:blipFill>
        <p:spPr>
          <a:xfrm>
            <a:off x="5097350" y="3940175"/>
            <a:ext cx="8388826" cy="62916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4"/>
                                        </p:tgtEl>
                                        <p:attrNameLst>
                                          <p:attrName>style.visibility</p:attrName>
                                        </p:attrNameLst>
                                      </p:cBhvr>
                                      <p:to>
                                        <p:strVal val="visible"/>
                                      </p:to>
                                    </p:set>
                                    <p:animEffect filter="fade" transition="in">
                                      <p:cBhvr>
                                        <p:cTn dur="1000"/>
                                        <p:tgtEl>
                                          <p:spTgt spid="24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g13337c500ff_4_102"/>
          <p:cNvSpPr txBox="1"/>
          <p:nvPr>
            <p:ph type="title"/>
          </p:nvPr>
        </p:nvSpPr>
        <p:spPr>
          <a:xfrm>
            <a:off x="1321990" y="8235994"/>
            <a:ext cx="6048300" cy="24936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1400"/>
              <a:buNone/>
            </a:pPr>
            <a:r>
              <a:rPr lang="es-CL"/>
              <a:t>Maquetas para el diseño de circuitos</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g13337c500ff_4_106"/>
          <p:cNvSpPr txBox="1"/>
          <p:nvPr>
            <p:ph idx="1" type="body"/>
          </p:nvPr>
        </p:nvSpPr>
        <p:spPr>
          <a:xfrm>
            <a:off x="574040" y="1106011"/>
            <a:ext cx="4343400" cy="7389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1400"/>
              <a:buNone/>
            </a:pPr>
            <a:r>
              <a:rPr lang="es-CL"/>
              <a:t>Thinkercad</a:t>
            </a:r>
            <a:endParaRPr/>
          </a:p>
        </p:txBody>
      </p:sp>
      <p:sp>
        <p:nvSpPr>
          <p:cNvPr id="255" name="Google Shape;255;g13337c500ff_4_106"/>
          <p:cNvSpPr txBox="1"/>
          <p:nvPr>
            <p:ph idx="2" type="body"/>
          </p:nvPr>
        </p:nvSpPr>
        <p:spPr>
          <a:xfrm>
            <a:off x="3241675" y="2911475"/>
            <a:ext cx="12911400" cy="7203600"/>
          </a:xfrm>
          <a:prstGeom prst="rect">
            <a:avLst/>
          </a:prstGeom>
          <a:noFill/>
          <a:ln>
            <a:noFill/>
          </a:ln>
        </p:spPr>
        <p:txBody>
          <a:bodyPr anchorCtr="0" anchor="t" bIns="0" lIns="0" spcFirstLastPara="1" rIns="0" wrap="square" tIns="0">
            <a:spAutoFit/>
          </a:bodyPr>
          <a:lstStyle/>
          <a:p>
            <a:pPr indent="0" lvl="0" marL="0" rtl="0" algn="ctr">
              <a:lnSpc>
                <a:spcPct val="115000"/>
              </a:lnSpc>
              <a:spcBef>
                <a:spcPts val="0"/>
              </a:spcBef>
              <a:spcAft>
                <a:spcPts val="0"/>
              </a:spcAft>
              <a:buClr>
                <a:schemeClr val="dk1"/>
              </a:buClr>
              <a:buSzPts val="1100"/>
              <a:buFont typeface="Arial"/>
              <a:buNone/>
            </a:pPr>
            <a:r>
              <a:rPr lang="es-CL" sz="3200">
                <a:solidFill>
                  <a:srgbClr val="737373"/>
                </a:solidFill>
                <a:highlight>
                  <a:srgbClr val="FFFFFF"/>
                </a:highlight>
              </a:rPr>
              <a:t>Tinkercad es un software gratuito de diseño y modelado 3D que encanta a todos por su facilidad de uso. </a:t>
            </a:r>
            <a:endParaRPr sz="3200">
              <a:solidFill>
                <a:srgbClr val="737373"/>
              </a:solidFill>
              <a:highlight>
                <a:srgbClr val="FFFFFF"/>
              </a:highlight>
            </a:endParaRPr>
          </a:p>
          <a:p>
            <a:pPr indent="0" lvl="0" marL="0" rtl="0" algn="ctr">
              <a:lnSpc>
                <a:spcPct val="115000"/>
              </a:lnSpc>
              <a:spcBef>
                <a:spcPts val="1800"/>
              </a:spcBef>
              <a:spcAft>
                <a:spcPts val="0"/>
              </a:spcAft>
              <a:buClr>
                <a:schemeClr val="dk1"/>
              </a:buClr>
              <a:buSzPts val="1100"/>
              <a:buFont typeface="Arial"/>
              <a:buNone/>
            </a:pPr>
            <a:r>
              <a:rPr b="1" lang="es-CL" sz="3700">
                <a:solidFill>
                  <a:srgbClr val="737373"/>
                </a:solidFill>
                <a:highlight>
                  <a:srgbClr val="FFFFFF"/>
                </a:highlight>
              </a:rPr>
              <a:t>Permite diseñar cualquier objeto con volumen de forma intuitiva y después llevarlo a la realidad mediante una impresora 3D</a:t>
            </a:r>
            <a:r>
              <a:rPr lang="es-CL" sz="3200">
                <a:solidFill>
                  <a:srgbClr val="737373"/>
                </a:solidFill>
                <a:highlight>
                  <a:srgbClr val="FFFFFF"/>
                </a:highlight>
              </a:rPr>
              <a:t>. Por ello hoy en día Tinkercad es la opción favorita de millones de Makers para fabricar todo tipo de objetos según sus propias ideas y en su propia casa. </a:t>
            </a:r>
            <a:endParaRPr sz="3200">
              <a:solidFill>
                <a:srgbClr val="737373"/>
              </a:solidFill>
              <a:highlight>
                <a:srgbClr val="FFFFFF"/>
              </a:highlight>
            </a:endParaRPr>
          </a:p>
          <a:p>
            <a:pPr indent="0" lvl="0" marL="0" rtl="0" algn="ctr">
              <a:lnSpc>
                <a:spcPct val="115000"/>
              </a:lnSpc>
              <a:spcBef>
                <a:spcPts val="1800"/>
              </a:spcBef>
              <a:spcAft>
                <a:spcPts val="0"/>
              </a:spcAft>
              <a:buClr>
                <a:schemeClr val="dk1"/>
              </a:buClr>
              <a:buSzPts val="1100"/>
              <a:buFont typeface="Arial"/>
              <a:buNone/>
            </a:pPr>
            <a:r>
              <a:rPr b="1" lang="es-CL" sz="3700">
                <a:solidFill>
                  <a:srgbClr val="737373"/>
                </a:solidFill>
                <a:highlight>
                  <a:srgbClr val="FFFFFF"/>
                </a:highlight>
              </a:rPr>
              <a:t>Con Tinkercad puedes diseñar</a:t>
            </a:r>
            <a:r>
              <a:rPr lang="es-CL" sz="3200">
                <a:solidFill>
                  <a:srgbClr val="737373"/>
                </a:solidFill>
                <a:highlight>
                  <a:srgbClr val="FFFFFF"/>
                </a:highlight>
              </a:rPr>
              <a:t> figuras, casas, coches, pollos, camas, aviones o incluso un Minion. En internet encontrarás cientos tutoriales paso a paso</a:t>
            </a:r>
            <a:endParaRPr sz="3200">
              <a:solidFill>
                <a:srgbClr val="737373"/>
              </a:solidFill>
              <a:highlight>
                <a:srgbClr val="FFFFFF"/>
              </a:highlight>
            </a:endParaRPr>
          </a:p>
          <a:p>
            <a:pPr indent="0" lvl="0" marL="0" rtl="0" algn="ctr">
              <a:lnSpc>
                <a:spcPct val="100000"/>
              </a:lnSpc>
              <a:spcBef>
                <a:spcPts val="1800"/>
              </a:spcBef>
              <a:spcAft>
                <a:spcPts val="0"/>
              </a:spcAft>
              <a:buSzPts val="1400"/>
              <a:buNone/>
            </a:pPr>
            <a:r>
              <a:t/>
            </a:r>
            <a:endParaRPr b="1" sz="3200">
              <a:solidFill>
                <a:srgbClr val="4C5267"/>
              </a:solidFill>
            </a:endParaRPr>
          </a:p>
        </p:txBody>
      </p:sp>
      <p:pic>
        <p:nvPicPr>
          <p:cNvPr id="256" name="Google Shape;256;g13337c500ff_4_106"/>
          <p:cNvPicPr preferRelativeResize="0"/>
          <p:nvPr/>
        </p:nvPicPr>
        <p:blipFill>
          <a:blip r:embed="rId3">
            <a:alphaModFix/>
          </a:blip>
          <a:stretch>
            <a:fillRect/>
          </a:stretch>
        </p:blipFill>
        <p:spPr>
          <a:xfrm>
            <a:off x="11859055" y="395600"/>
            <a:ext cx="5997675" cy="1962375"/>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g13337c500ff_4_114"/>
          <p:cNvSpPr txBox="1"/>
          <p:nvPr>
            <p:ph idx="1" type="body"/>
          </p:nvPr>
        </p:nvSpPr>
        <p:spPr>
          <a:xfrm>
            <a:off x="574040" y="1106011"/>
            <a:ext cx="4343400" cy="7389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1400"/>
              <a:buNone/>
            </a:pPr>
            <a:r>
              <a:rPr lang="es-CL"/>
              <a:t>Thinkercad</a:t>
            </a:r>
            <a:endParaRPr/>
          </a:p>
        </p:txBody>
      </p:sp>
      <p:sp>
        <p:nvSpPr>
          <p:cNvPr id="262" name="Google Shape;262;g13337c500ff_4_114"/>
          <p:cNvSpPr txBox="1"/>
          <p:nvPr>
            <p:ph idx="2" type="body"/>
          </p:nvPr>
        </p:nvSpPr>
        <p:spPr>
          <a:xfrm>
            <a:off x="727075" y="2911475"/>
            <a:ext cx="12911400" cy="5694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1800"/>
              </a:spcAft>
              <a:buSzPts val="1100"/>
              <a:buNone/>
            </a:pPr>
            <a:r>
              <a:rPr b="1" lang="es-CL" sz="3700">
                <a:solidFill>
                  <a:srgbClr val="737373"/>
                </a:solidFill>
                <a:highlight>
                  <a:srgbClr val="FFFFFF"/>
                </a:highlight>
              </a:rPr>
              <a:t>Principales ventajas de trabajar con TinkerCad</a:t>
            </a:r>
            <a:endParaRPr b="1" sz="3200">
              <a:solidFill>
                <a:srgbClr val="4C5267"/>
              </a:solidFill>
            </a:endParaRPr>
          </a:p>
        </p:txBody>
      </p:sp>
      <p:pic>
        <p:nvPicPr>
          <p:cNvPr id="263" name="Google Shape;263;g13337c500ff_4_114"/>
          <p:cNvPicPr preferRelativeResize="0"/>
          <p:nvPr/>
        </p:nvPicPr>
        <p:blipFill>
          <a:blip r:embed="rId3">
            <a:alphaModFix/>
          </a:blip>
          <a:stretch>
            <a:fillRect/>
          </a:stretch>
        </p:blipFill>
        <p:spPr>
          <a:xfrm>
            <a:off x="11859055" y="395600"/>
            <a:ext cx="5997675" cy="1962375"/>
          </a:xfrm>
          <a:prstGeom prst="rect">
            <a:avLst/>
          </a:prstGeom>
          <a:noFill/>
          <a:ln>
            <a:noFill/>
          </a:ln>
        </p:spPr>
      </p:pic>
      <p:sp>
        <p:nvSpPr>
          <p:cNvPr id="264" name="Google Shape;264;g13337c500ff_4_114"/>
          <p:cNvSpPr txBox="1"/>
          <p:nvPr/>
        </p:nvSpPr>
        <p:spPr>
          <a:xfrm>
            <a:off x="486375" y="4547450"/>
            <a:ext cx="19140300" cy="3509400"/>
          </a:xfrm>
          <a:prstGeom prst="rect">
            <a:avLst/>
          </a:prstGeom>
          <a:noFill/>
          <a:ln>
            <a:noFill/>
          </a:ln>
        </p:spPr>
        <p:txBody>
          <a:bodyPr anchorCtr="0" anchor="t" bIns="91425" lIns="91425" spcFirstLastPara="1" rIns="91425" wrap="square" tIns="91425">
            <a:spAutoFit/>
          </a:bodyPr>
          <a:lstStyle/>
          <a:p>
            <a:pPr indent="-431800" lvl="0" marL="457200" rtl="0" algn="l">
              <a:lnSpc>
                <a:spcPct val="115000"/>
              </a:lnSpc>
              <a:spcBef>
                <a:spcPts val="0"/>
              </a:spcBef>
              <a:spcAft>
                <a:spcPts val="0"/>
              </a:spcAft>
              <a:buClr>
                <a:srgbClr val="737373"/>
              </a:buClr>
              <a:buSzPts val="3200"/>
              <a:buChar char="●"/>
            </a:pPr>
            <a:r>
              <a:rPr lang="es-CL" sz="3200">
                <a:solidFill>
                  <a:srgbClr val="737373"/>
                </a:solidFill>
                <a:highlight>
                  <a:srgbClr val="FFFFFF"/>
                </a:highlight>
              </a:rPr>
              <a:t>Gratuita y online a través de su página web. </a:t>
            </a:r>
            <a:endParaRPr sz="3200">
              <a:solidFill>
                <a:srgbClr val="737373"/>
              </a:solidFill>
              <a:highlight>
                <a:srgbClr val="FFFFFF"/>
              </a:highlight>
            </a:endParaRPr>
          </a:p>
          <a:p>
            <a:pPr indent="-431800" lvl="0" marL="457200" rtl="0" algn="l">
              <a:lnSpc>
                <a:spcPct val="115000"/>
              </a:lnSpc>
              <a:spcBef>
                <a:spcPts val="0"/>
              </a:spcBef>
              <a:spcAft>
                <a:spcPts val="0"/>
              </a:spcAft>
              <a:buClr>
                <a:srgbClr val="737373"/>
              </a:buClr>
              <a:buSzPts val="3200"/>
              <a:buChar char="●"/>
            </a:pPr>
            <a:r>
              <a:rPr lang="es-CL" sz="3200">
                <a:solidFill>
                  <a:srgbClr val="737373"/>
                </a:solidFill>
                <a:highlight>
                  <a:srgbClr val="FFFFFF"/>
                </a:highlight>
              </a:rPr>
              <a:t>Disponible en español. </a:t>
            </a:r>
            <a:endParaRPr sz="3200">
              <a:solidFill>
                <a:srgbClr val="737373"/>
              </a:solidFill>
              <a:highlight>
                <a:srgbClr val="FFFFFF"/>
              </a:highlight>
            </a:endParaRPr>
          </a:p>
          <a:p>
            <a:pPr indent="-431800" lvl="0" marL="457200" rtl="0" algn="l">
              <a:lnSpc>
                <a:spcPct val="115000"/>
              </a:lnSpc>
              <a:spcBef>
                <a:spcPts val="0"/>
              </a:spcBef>
              <a:spcAft>
                <a:spcPts val="0"/>
              </a:spcAft>
              <a:buClr>
                <a:srgbClr val="737373"/>
              </a:buClr>
              <a:buSzPts val="3200"/>
              <a:buChar char="●"/>
            </a:pPr>
            <a:r>
              <a:rPr lang="es-CL" sz="3200">
                <a:solidFill>
                  <a:srgbClr val="737373"/>
                </a:solidFill>
                <a:highlight>
                  <a:srgbClr val="FFFFFF"/>
                </a:highlight>
              </a:rPr>
              <a:t>Enfoque  didáctico perfecto como herramienta educativa. </a:t>
            </a:r>
            <a:endParaRPr sz="3200">
              <a:solidFill>
                <a:srgbClr val="737373"/>
              </a:solidFill>
              <a:highlight>
                <a:srgbClr val="FFFFFF"/>
              </a:highlight>
            </a:endParaRPr>
          </a:p>
          <a:p>
            <a:pPr indent="-431800" lvl="0" marL="457200" rtl="0" algn="l">
              <a:lnSpc>
                <a:spcPct val="115000"/>
              </a:lnSpc>
              <a:spcBef>
                <a:spcPts val="0"/>
              </a:spcBef>
              <a:spcAft>
                <a:spcPts val="0"/>
              </a:spcAft>
              <a:buClr>
                <a:srgbClr val="737373"/>
              </a:buClr>
              <a:buSzPts val="3200"/>
              <a:buChar char="●"/>
            </a:pPr>
            <a:r>
              <a:rPr lang="es-CL" sz="3200">
                <a:solidFill>
                  <a:srgbClr val="737373"/>
                </a:solidFill>
                <a:highlight>
                  <a:srgbClr val="FFFFFF"/>
                </a:highlight>
              </a:rPr>
              <a:t>Uso muy intuitivo. </a:t>
            </a:r>
            <a:endParaRPr sz="3200">
              <a:solidFill>
                <a:srgbClr val="737373"/>
              </a:solidFill>
              <a:highlight>
                <a:srgbClr val="FFFFFF"/>
              </a:highlight>
            </a:endParaRPr>
          </a:p>
          <a:p>
            <a:pPr indent="-431800" lvl="0" marL="457200" rtl="0" algn="l">
              <a:lnSpc>
                <a:spcPct val="115000"/>
              </a:lnSpc>
              <a:spcBef>
                <a:spcPts val="0"/>
              </a:spcBef>
              <a:spcAft>
                <a:spcPts val="0"/>
              </a:spcAft>
              <a:buClr>
                <a:srgbClr val="737373"/>
              </a:buClr>
              <a:buSzPts val="3200"/>
              <a:buChar char="●"/>
            </a:pPr>
            <a:r>
              <a:rPr lang="es-CL" sz="3200">
                <a:solidFill>
                  <a:srgbClr val="737373"/>
                </a:solidFill>
                <a:highlight>
                  <a:srgbClr val="FFFFFF"/>
                </a:highlight>
              </a:rPr>
              <a:t>Proporciona manuales básicos gratuitos para dar los primeros pasos con diseños fáciles. </a:t>
            </a:r>
            <a:endParaRPr sz="3200">
              <a:solidFill>
                <a:srgbClr val="737373"/>
              </a:solidFill>
              <a:highlight>
                <a:srgbClr val="FFFFFF"/>
              </a:highlight>
            </a:endParaRPr>
          </a:p>
          <a:p>
            <a:pPr indent="-431800" lvl="0" marL="457200" rtl="0" algn="l">
              <a:lnSpc>
                <a:spcPct val="115000"/>
              </a:lnSpc>
              <a:spcBef>
                <a:spcPts val="0"/>
              </a:spcBef>
              <a:spcAft>
                <a:spcPts val="0"/>
              </a:spcAft>
              <a:buClr>
                <a:srgbClr val="737373"/>
              </a:buClr>
              <a:buSzPts val="3200"/>
              <a:buChar char="●"/>
            </a:pPr>
            <a:r>
              <a:rPr lang="es-CL" sz="3200">
                <a:solidFill>
                  <a:srgbClr val="737373"/>
                </a:solidFill>
                <a:highlight>
                  <a:srgbClr val="FFFFFF"/>
                </a:highlight>
              </a:rPr>
              <a:t>Incluye módulos extra para aprender circuitos electrónicos y programación mediante placas Arduino.</a:t>
            </a:r>
            <a:endParaRPr sz="3200">
              <a:solidFill>
                <a:srgbClr val="737373"/>
              </a:solidFill>
              <a:highlight>
                <a:srgbClr val="FFFFFF"/>
              </a:highlight>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 name="Shape 268"/>
        <p:cNvGrpSpPr/>
        <p:nvPr/>
      </p:nvGrpSpPr>
      <p:grpSpPr>
        <a:xfrm>
          <a:off x="0" y="0"/>
          <a:ext cx="0" cy="0"/>
          <a:chOff x="0" y="0"/>
          <a:chExt cx="0" cy="0"/>
        </a:xfrm>
      </p:grpSpPr>
      <p:sp>
        <p:nvSpPr>
          <p:cNvPr id="269" name="Google Shape;269;g13337c500ff_4_123"/>
          <p:cNvSpPr txBox="1"/>
          <p:nvPr>
            <p:ph idx="1" type="body"/>
          </p:nvPr>
        </p:nvSpPr>
        <p:spPr>
          <a:xfrm>
            <a:off x="574040" y="1106011"/>
            <a:ext cx="4343400" cy="7389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1400"/>
              <a:buNone/>
            </a:pPr>
            <a:r>
              <a:rPr lang="es-CL"/>
              <a:t>Thinkercad</a:t>
            </a:r>
            <a:endParaRPr/>
          </a:p>
        </p:txBody>
      </p:sp>
      <p:sp>
        <p:nvSpPr>
          <p:cNvPr id="270" name="Google Shape;270;g13337c500ff_4_123"/>
          <p:cNvSpPr txBox="1"/>
          <p:nvPr>
            <p:ph idx="2" type="body"/>
          </p:nvPr>
        </p:nvSpPr>
        <p:spPr>
          <a:xfrm>
            <a:off x="727075" y="2911475"/>
            <a:ext cx="12911400" cy="5694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1800"/>
              </a:spcAft>
              <a:buSzPts val="1100"/>
              <a:buNone/>
            </a:pPr>
            <a:r>
              <a:rPr b="1" lang="es-CL" sz="3700">
                <a:solidFill>
                  <a:srgbClr val="737373"/>
                </a:solidFill>
                <a:highlight>
                  <a:srgbClr val="FFFFFF"/>
                </a:highlight>
              </a:rPr>
              <a:t>Pasos para la creación de un mockup con TinkerCad</a:t>
            </a:r>
            <a:endParaRPr b="1" sz="3200">
              <a:solidFill>
                <a:srgbClr val="4C5267"/>
              </a:solidFill>
            </a:endParaRPr>
          </a:p>
        </p:txBody>
      </p:sp>
      <p:pic>
        <p:nvPicPr>
          <p:cNvPr id="271" name="Google Shape;271;g13337c500ff_4_123"/>
          <p:cNvPicPr preferRelativeResize="0"/>
          <p:nvPr/>
        </p:nvPicPr>
        <p:blipFill>
          <a:blip r:embed="rId3">
            <a:alphaModFix/>
          </a:blip>
          <a:stretch>
            <a:fillRect/>
          </a:stretch>
        </p:blipFill>
        <p:spPr>
          <a:xfrm>
            <a:off x="11859055" y="395600"/>
            <a:ext cx="5997675" cy="1962375"/>
          </a:xfrm>
          <a:prstGeom prst="rect">
            <a:avLst/>
          </a:prstGeom>
          <a:noFill/>
          <a:ln>
            <a:noFill/>
          </a:ln>
        </p:spPr>
      </p:pic>
      <p:sp>
        <p:nvSpPr>
          <p:cNvPr id="272" name="Google Shape;272;g13337c500ff_4_123"/>
          <p:cNvSpPr txBox="1"/>
          <p:nvPr/>
        </p:nvSpPr>
        <p:spPr>
          <a:xfrm>
            <a:off x="486375" y="4547450"/>
            <a:ext cx="19140300" cy="677100"/>
          </a:xfrm>
          <a:prstGeom prst="rect">
            <a:avLst/>
          </a:prstGeom>
          <a:noFill/>
          <a:ln>
            <a:noFill/>
          </a:ln>
        </p:spPr>
        <p:txBody>
          <a:bodyPr anchorCtr="0" anchor="t" bIns="91425" lIns="91425" spcFirstLastPara="1" rIns="91425" wrap="square" tIns="91425">
            <a:spAutoFit/>
          </a:bodyPr>
          <a:lstStyle/>
          <a:p>
            <a:pPr indent="-431800" lvl="0" marL="457200" rtl="0" algn="l">
              <a:lnSpc>
                <a:spcPct val="115000"/>
              </a:lnSpc>
              <a:spcBef>
                <a:spcPts val="0"/>
              </a:spcBef>
              <a:spcAft>
                <a:spcPts val="0"/>
              </a:spcAft>
              <a:buClr>
                <a:srgbClr val="737373"/>
              </a:buClr>
              <a:buSzPts val="3200"/>
              <a:buChar char="●"/>
            </a:pPr>
            <a:r>
              <a:rPr lang="es-CL" sz="3200">
                <a:solidFill>
                  <a:srgbClr val="666666"/>
                </a:solidFill>
                <a:highlight>
                  <a:srgbClr val="FFFFFF"/>
                </a:highlight>
              </a:rPr>
              <a:t>Si es la primera vez que entra a </a:t>
            </a:r>
            <a:r>
              <a:rPr b="1" lang="es-CL" sz="3200">
                <a:solidFill>
                  <a:srgbClr val="666666"/>
                </a:solidFill>
                <a:highlight>
                  <a:srgbClr val="FFFFFF"/>
                </a:highlight>
              </a:rPr>
              <a:t>TinkerCAD</a:t>
            </a:r>
            <a:r>
              <a:rPr lang="es-CL" sz="3200">
                <a:solidFill>
                  <a:srgbClr val="666666"/>
                </a:solidFill>
                <a:highlight>
                  <a:srgbClr val="FFFFFF"/>
                </a:highlight>
              </a:rPr>
              <a:t>, crear usuario para acceder a la plataforma.</a:t>
            </a:r>
            <a:endParaRPr sz="3200">
              <a:solidFill>
                <a:srgbClr val="737373"/>
              </a:solidFill>
              <a:highlight>
                <a:srgbClr val="FFFFFF"/>
              </a:highlight>
            </a:endParaRPr>
          </a:p>
        </p:txBody>
      </p:sp>
      <p:pic>
        <p:nvPicPr>
          <p:cNvPr id="273" name="Google Shape;273;g13337c500ff_4_123"/>
          <p:cNvPicPr preferRelativeResize="0"/>
          <p:nvPr/>
        </p:nvPicPr>
        <p:blipFill>
          <a:blip r:embed="rId4">
            <a:alphaModFix/>
          </a:blip>
          <a:stretch>
            <a:fillRect/>
          </a:stretch>
        </p:blipFill>
        <p:spPr>
          <a:xfrm>
            <a:off x="7691425" y="5336400"/>
            <a:ext cx="3985488" cy="5780001"/>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g13337c500ff_4_133"/>
          <p:cNvSpPr txBox="1"/>
          <p:nvPr>
            <p:ph idx="1" type="body"/>
          </p:nvPr>
        </p:nvSpPr>
        <p:spPr>
          <a:xfrm>
            <a:off x="574040" y="1106011"/>
            <a:ext cx="4343400" cy="7389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1400"/>
              <a:buNone/>
            </a:pPr>
            <a:r>
              <a:rPr lang="es-CL"/>
              <a:t>Thinkercad</a:t>
            </a:r>
            <a:endParaRPr/>
          </a:p>
        </p:txBody>
      </p:sp>
      <p:sp>
        <p:nvSpPr>
          <p:cNvPr id="279" name="Google Shape;279;g13337c500ff_4_133"/>
          <p:cNvSpPr txBox="1"/>
          <p:nvPr>
            <p:ph idx="2" type="body"/>
          </p:nvPr>
        </p:nvSpPr>
        <p:spPr>
          <a:xfrm>
            <a:off x="727075" y="2911475"/>
            <a:ext cx="12911400" cy="5694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1800"/>
              </a:spcAft>
              <a:buSzPts val="1100"/>
              <a:buNone/>
            </a:pPr>
            <a:r>
              <a:rPr b="1" lang="es-CL" sz="3700">
                <a:solidFill>
                  <a:srgbClr val="737373"/>
                </a:solidFill>
                <a:highlight>
                  <a:srgbClr val="FFFFFF"/>
                </a:highlight>
              </a:rPr>
              <a:t>Pasos para la creación de un mockup con TinkerCad</a:t>
            </a:r>
            <a:endParaRPr b="1" sz="3200">
              <a:solidFill>
                <a:srgbClr val="4C5267"/>
              </a:solidFill>
            </a:endParaRPr>
          </a:p>
        </p:txBody>
      </p:sp>
      <p:pic>
        <p:nvPicPr>
          <p:cNvPr id="280" name="Google Shape;280;g13337c500ff_4_133"/>
          <p:cNvPicPr preferRelativeResize="0"/>
          <p:nvPr/>
        </p:nvPicPr>
        <p:blipFill>
          <a:blip r:embed="rId3">
            <a:alphaModFix/>
          </a:blip>
          <a:stretch>
            <a:fillRect/>
          </a:stretch>
        </p:blipFill>
        <p:spPr>
          <a:xfrm>
            <a:off x="11859055" y="395600"/>
            <a:ext cx="5997675" cy="1962375"/>
          </a:xfrm>
          <a:prstGeom prst="rect">
            <a:avLst/>
          </a:prstGeom>
          <a:noFill/>
          <a:ln>
            <a:noFill/>
          </a:ln>
        </p:spPr>
      </p:pic>
      <p:sp>
        <p:nvSpPr>
          <p:cNvPr id="281" name="Google Shape;281;g13337c500ff_4_133"/>
          <p:cNvSpPr txBox="1"/>
          <p:nvPr/>
        </p:nvSpPr>
        <p:spPr>
          <a:xfrm>
            <a:off x="486375" y="4547450"/>
            <a:ext cx="19140300" cy="1243800"/>
          </a:xfrm>
          <a:prstGeom prst="rect">
            <a:avLst/>
          </a:prstGeom>
          <a:noFill/>
          <a:ln>
            <a:noFill/>
          </a:ln>
        </p:spPr>
        <p:txBody>
          <a:bodyPr anchorCtr="0" anchor="t" bIns="91425" lIns="91425" spcFirstLastPara="1" rIns="91425" wrap="square" tIns="91425">
            <a:spAutoFit/>
          </a:bodyPr>
          <a:lstStyle/>
          <a:p>
            <a:pPr indent="-431800" lvl="0" marL="457200" rtl="0" algn="l">
              <a:lnSpc>
                <a:spcPct val="115000"/>
              </a:lnSpc>
              <a:spcBef>
                <a:spcPts val="0"/>
              </a:spcBef>
              <a:spcAft>
                <a:spcPts val="0"/>
              </a:spcAft>
              <a:buClr>
                <a:srgbClr val="737373"/>
              </a:buClr>
              <a:buSzPts val="3200"/>
              <a:buChar char="●"/>
            </a:pPr>
            <a:r>
              <a:rPr lang="es-CL" sz="3200">
                <a:solidFill>
                  <a:srgbClr val="666666"/>
                </a:solidFill>
                <a:highlight>
                  <a:srgbClr val="FFFFFF"/>
                </a:highlight>
              </a:rPr>
              <a:t>Haga clic en el apartado superior izquierdo “</a:t>
            </a:r>
            <a:r>
              <a:rPr b="1" lang="es-CL" sz="3200">
                <a:solidFill>
                  <a:srgbClr val="666666"/>
                </a:solidFill>
                <a:highlight>
                  <a:srgbClr val="FFFFFF"/>
                </a:highlight>
              </a:rPr>
              <a:t>Circuits</a:t>
            </a:r>
            <a:r>
              <a:rPr lang="es-CL" sz="3200">
                <a:solidFill>
                  <a:srgbClr val="666666"/>
                </a:solidFill>
                <a:highlight>
                  <a:srgbClr val="FFFFFF"/>
                </a:highlight>
              </a:rPr>
              <a:t>” y luego pulse sobre el botón “</a:t>
            </a:r>
            <a:r>
              <a:rPr b="1" lang="es-CL" sz="3200">
                <a:solidFill>
                  <a:srgbClr val="666666"/>
                </a:solidFill>
                <a:highlight>
                  <a:srgbClr val="FFFFFF"/>
                </a:highlight>
              </a:rPr>
              <a:t>Create new circuit</a:t>
            </a:r>
            <a:r>
              <a:rPr lang="es-CL" sz="3200">
                <a:solidFill>
                  <a:srgbClr val="666666"/>
                </a:solidFill>
                <a:highlight>
                  <a:srgbClr val="FFFFFF"/>
                </a:highlight>
              </a:rPr>
              <a:t>” identificado en verde.</a:t>
            </a:r>
            <a:endParaRPr sz="3200">
              <a:solidFill>
                <a:srgbClr val="737373"/>
              </a:solidFill>
              <a:highlight>
                <a:srgbClr val="FFFFFF"/>
              </a:highlight>
            </a:endParaRPr>
          </a:p>
        </p:txBody>
      </p:sp>
      <p:pic>
        <p:nvPicPr>
          <p:cNvPr id="282" name="Google Shape;282;g13337c500ff_4_133"/>
          <p:cNvPicPr preferRelativeResize="0"/>
          <p:nvPr/>
        </p:nvPicPr>
        <p:blipFill>
          <a:blip r:embed="rId4">
            <a:alphaModFix/>
          </a:blip>
          <a:stretch>
            <a:fillRect/>
          </a:stretch>
        </p:blipFill>
        <p:spPr>
          <a:xfrm>
            <a:off x="7241625" y="5295125"/>
            <a:ext cx="6396860" cy="521330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sp>
        <p:nvSpPr>
          <p:cNvPr id="287" name="Google Shape;287;g13337c500ff_4_143"/>
          <p:cNvSpPr txBox="1"/>
          <p:nvPr>
            <p:ph idx="1" type="body"/>
          </p:nvPr>
        </p:nvSpPr>
        <p:spPr>
          <a:xfrm>
            <a:off x="574040" y="1106011"/>
            <a:ext cx="4343400" cy="7389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1400"/>
              <a:buNone/>
            </a:pPr>
            <a:r>
              <a:rPr lang="es-CL"/>
              <a:t>Thinkercad</a:t>
            </a:r>
            <a:endParaRPr/>
          </a:p>
        </p:txBody>
      </p:sp>
      <p:sp>
        <p:nvSpPr>
          <p:cNvPr id="288" name="Google Shape;288;g13337c500ff_4_143"/>
          <p:cNvSpPr txBox="1"/>
          <p:nvPr>
            <p:ph idx="2" type="body"/>
          </p:nvPr>
        </p:nvSpPr>
        <p:spPr>
          <a:xfrm>
            <a:off x="727075" y="2911475"/>
            <a:ext cx="12911400" cy="5694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1800"/>
              </a:spcAft>
              <a:buSzPts val="1100"/>
              <a:buNone/>
            </a:pPr>
            <a:r>
              <a:rPr b="1" lang="es-CL" sz="3700">
                <a:solidFill>
                  <a:srgbClr val="737373"/>
                </a:solidFill>
                <a:highlight>
                  <a:srgbClr val="FFFFFF"/>
                </a:highlight>
              </a:rPr>
              <a:t>Pasos para la creación de un mockup con TinkerCad</a:t>
            </a:r>
            <a:endParaRPr b="1" sz="3200">
              <a:solidFill>
                <a:srgbClr val="4C5267"/>
              </a:solidFill>
            </a:endParaRPr>
          </a:p>
        </p:txBody>
      </p:sp>
      <p:pic>
        <p:nvPicPr>
          <p:cNvPr id="289" name="Google Shape;289;g13337c500ff_4_143"/>
          <p:cNvPicPr preferRelativeResize="0"/>
          <p:nvPr/>
        </p:nvPicPr>
        <p:blipFill>
          <a:blip r:embed="rId3">
            <a:alphaModFix/>
          </a:blip>
          <a:stretch>
            <a:fillRect/>
          </a:stretch>
        </p:blipFill>
        <p:spPr>
          <a:xfrm>
            <a:off x="11859055" y="395600"/>
            <a:ext cx="5997675" cy="1962375"/>
          </a:xfrm>
          <a:prstGeom prst="rect">
            <a:avLst/>
          </a:prstGeom>
          <a:noFill/>
          <a:ln>
            <a:noFill/>
          </a:ln>
        </p:spPr>
      </p:pic>
      <p:sp>
        <p:nvSpPr>
          <p:cNvPr id="290" name="Google Shape;290;g13337c500ff_4_143"/>
          <p:cNvSpPr txBox="1"/>
          <p:nvPr/>
        </p:nvSpPr>
        <p:spPr>
          <a:xfrm>
            <a:off x="486375" y="4547450"/>
            <a:ext cx="19140300" cy="2376600"/>
          </a:xfrm>
          <a:prstGeom prst="rect">
            <a:avLst/>
          </a:prstGeom>
          <a:noFill/>
          <a:ln>
            <a:noFill/>
          </a:ln>
        </p:spPr>
        <p:txBody>
          <a:bodyPr anchorCtr="0" anchor="t" bIns="91425" lIns="91425" spcFirstLastPara="1" rIns="91425" wrap="square" tIns="91425">
            <a:spAutoFit/>
          </a:bodyPr>
          <a:lstStyle/>
          <a:p>
            <a:pPr indent="-431800" lvl="0" marL="457200" rtl="0" algn="just">
              <a:lnSpc>
                <a:spcPct val="115000"/>
              </a:lnSpc>
              <a:spcBef>
                <a:spcPts val="0"/>
              </a:spcBef>
              <a:spcAft>
                <a:spcPts val="0"/>
              </a:spcAft>
              <a:buClr>
                <a:srgbClr val="737373"/>
              </a:buClr>
              <a:buSzPts val="3200"/>
              <a:buChar char="●"/>
            </a:pPr>
            <a:r>
              <a:rPr lang="es-CL" sz="3200">
                <a:solidFill>
                  <a:srgbClr val="666666"/>
                </a:solidFill>
                <a:highlight>
                  <a:srgbClr val="FFFFFF"/>
                </a:highlight>
              </a:rPr>
              <a:t>Comience a ensamblar su nuevo circuito de forma fácil arrastrando los componentes sobre la pantalla central y soltándolos. Además de los componentes que aparecerán en primera mano, conseguirás más en la caja </a:t>
            </a:r>
            <a:r>
              <a:rPr b="1" lang="es-CL" sz="3200">
                <a:solidFill>
                  <a:srgbClr val="666666"/>
                </a:solidFill>
                <a:highlight>
                  <a:srgbClr val="FFFFFF"/>
                </a:highlight>
              </a:rPr>
              <a:t>Search</a:t>
            </a:r>
            <a:r>
              <a:rPr lang="es-CL" sz="3200">
                <a:solidFill>
                  <a:srgbClr val="666666"/>
                </a:solidFill>
                <a:highlight>
                  <a:srgbClr val="FFFFFF"/>
                </a:highlight>
              </a:rPr>
              <a:t>. Ten en cuenta que los componentes aparecerán según sus nombres en inglés.</a:t>
            </a:r>
            <a:endParaRPr sz="3200">
              <a:solidFill>
                <a:srgbClr val="737373"/>
              </a:solidFill>
              <a:highlight>
                <a:srgbClr val="FFFFFF"/>
              </a:highlight>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g13337c500ff_4_152"/>
          <p:cNvSpPr txBox="1"/>
          <p:nvPr>
            <p:ph idx="1" type="body"/>
          </p:nvPr>
        </p:nvSpPr>
        <p:spPr>
          <a:xfrm>
            <a:off x="574040" y="1106011"/>
            <a:ext cx="4343400" cy="7389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1400"/>
              <a:buNone/>
            </a:pPr>
            <a:r>
              <a:rPr lang="es-CL"/>
              <a:t>Thinkercad</a:t>
            </a:r>
            <a:endParaRPr/>
          </a:p>
        </p:txBody>
      </p:sp>
      <p:sp>
        <p:nvSpPr>
          <p:cNvPr id="296" name="Google Shape;296;g13337c500ff_4_152"/>
          <p:cNvSpPr txBox="1"/>
          <p:nvPr>
            <p:ph idx="2" type="body"/>
          </p:nvPr>
        </p:nvSpPr>
        <p:spPr>
          <a:xfrm>
            <a:off x="727075" y="2911475"/>
            <a:ext cx="12911400" cy="5694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1800"/>
              </a:spcAft>
              <a:buSzPts val="1100"/>
              <a:buNone/>
            </a:pPr>
            <a:r>
              <a:rPr b="1" lang="es-CL" sz="3700">
                <a:solidFill>
                  <a:srgbClr val="737373"/>
                </a:solidFill>
                <a:highlight>
                  <a:srgbClr val="FFFFFF"/>
                </a:highlight>
              </a:rPr>
              <a:t>Pasos para la creación de un mockup con TinkerCad</a:t>
            </a:r>
            <a:endParaRPr b="1" sz="3200">
              <a:solidFill>
                <a:srgbClr val="4C5267"/>
              </a:solidFill>
            </a:endParaRPr>
          </a:p>
        </p:txBody>
      </p:sp>
      <p:pic>
        <p:nvPicPr>
          <p:cNvPr id="297" name="Google Shape;297;g13337c500ff_4_152"/>
          <p:cNvPicPr preferRelativeResize="0"/>
          <p:nvPr/>
        </p:nvPicPr>
        <p:blipFill>
          <a:blip r:embed="rId3">
            <a:alphaModFix/>
          </a:blip>
          <a:stretch>
            <a:fillRect/>
          </a:stretch>
        </p:blipFill>
        <p:spPr>
          <a:xfrm>
            <a:off x="11859055" y="395600"/>
            <a:ext cx="5997675" cy="1962375"/>
          </a:xfrm>
          <a:prstGeom prst="rect">
            <a:avLst/>
          </a:prstGeom>
          <a:noFill/>
          <a:ln>
            <a:noFill/>
          </a:ln>
        </p:spPr>
      </p:pic>
      <p:pic>
        <p:nvPicPr>
          <p:cNvPr id="298" name="Google Shape;298;g13337c500ff_4_152"/>
          <p:cNvPicPr preferRelativeResize="0"/>
          <p:nvPr/>
        </p:nvPicPr>
        <p:blipFill>
          <a:blip r:embed="rId4">
            <a:alphaModFix/>
          </a:blip>
          <a:stretch>
            <a:fillRect/>
          </a:stretch>
        </p:blipFill>
        <p:spPr>
          <a:xfrm>
            <a:off x="4833900" y="3480875"/>
            <a:ext cx="10117192" cy="7523673"/>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g13337c500ff_4_160"/>
          <p:cNvSpPr txBox="1"/>
          <p:nvPr>
            <p:ph idx="1" type="body"/>
          </p:nvPr>
        </p:nvSpPr>
        <p:spPr>
          <a:xfrm>
            <a:off x="574040" y="1106011"/>
            <a:ext cx="4343400" cy="7389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1400"/>
              <a:buNone/>
            </a:pPr>
            <a:r>
              <a:rPr lang="es-CL"/>
              <a:t>Thinkercad</a:t>
            </a:r>
            <a:endParaRPr/>
          </a:p>
        </p:txBody>
      </p:sp>
      <p:sp>
        <p:nvSpPr>
          <p:cNvPr id="304" name="Google Shape;304;g13337c500ff_4_160"/>
          <p:cNvSpPr txBox="1"/>
          <p:nvPr>
            <p:ph idx="2" type="body"/>
          </p:nvPr>
        </p:nvSpPr>
        <p:spPr>
          <a:xfrm>
            <a:off x="727075" y="2911475"/>
            <a:ext cx="12911400" cy="5694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1800"/>
              </a:spcAft>
              <a:buSzPts val="1100"/>
              <a:buNone/>
            </a:pPr>
            <a:r>
              <a:rPr b="1" lang="es-CL" sz="3700">
                <a:solidFill>
                  <a:srgbClr val="737373"/>
                </a:solidFill>
                <a:highlight>
                  <a:srgbClr val="FFFFFF"/>
                </a:highlight>
              </a:rPr>
              <a:t>Pasos para la creación de un mockup con TinkerCad</a:t>
            </a:r>
            <a:endParaRPr b="1" sz="3200">
              <a:solidFill>
                <a:srgbClr val="4C5267"/>
              </a:solidFill>
            </a:endParaRPr>
          </a:p>
        </p:txBody>
      </p:sp>
      <p:pic>
        <p:nvPicPr>
          <p:cNvPr id="305" name="Google Shape;305;g13337c500ff_4_160"/>
          <p:cNvPicPr preferRelativeResize="0"/>
          <p:nvPr/>
        </p:nvPicPr>
        <p:blipFill>
          <a:blip r:embed="rId3">
            <a:alphaModFix/>
          </a:blip>
          <a:stretch>
            <a:fillRect/>
          </a:stretch>
        </p:blipFill>
        <p:spPr>
          <a:xfrm>
            <a:off x="11859055" y="395600"/>
            <a:ext cx="5997675" cy="1962375"/>
          </a:xfrm>
          <a:prstGeom prst="rect">
            <a:avLst/>
          </a:prstGeom>
          <a:noFill/>
          <a:ln>
            <a:noFill/>
          </a:ln>
        </p:spPr>
      </p:pic>
      <p:sp>
        <p:nvSpPr>
          <p:cNvPr id="306" name="Google Shape;306;g13337c500ff_4_160"/>
          <p:cNvSpPr txBox="1"/>
          <p:nvPr/>
        </p:nvSpPr>
        <p:spPr>
          <a:xfrm>
            <a:off x="486375" y="4547450"/>
            <a:ext cx="19140300" cy="1810200"/>
          </a:xfrm>
          <a:prstGeom prst="rect">
            <a:avLst/>
          </a:prstGeom>
          <a:noFill/>
          <a:ln>
            <a:noFill/>
          </a:ln>
        </p:spPr>
        <p:txBody>
          <a:bodyPr anchorCtr="0" anchor="t" bIns="91425" lIns="91425" spcFirstLastPara="1" rIns="91425" wrap="square" tIns="91425">
            <a:spAutoFit/>
          </a:bodyPr>
          <a:lstStyle/>
          <a:p>
            <a:pPr indent="-431800" lvl="0" marL="457200" rtl="0" algn="just">
              <a:lnSpc>
                <a:spcPct val="115000"/>
              </a:lnSpc>
              <a:spcBef>
                <a:spcPts val="0"/>
              </a:spcBef>
              <a:spcAft>
                <a:spcPts val="0"/>
              </a:spcAft>
              <a:buClr>
                <a:srgbClr val="737373"/>
              </a:buClr>
              <a:buSzPts val="3200"/>
              <a:buChar char="●"/>
            </a:pPr>
            <a:r>
              <a:rPr lang="es-CL" sz="3200">
                <a:solidFill>
                  <a:srgbClr val="666666"/>
                </a:solidFill>
                <a:highlight>
                  <a:srgbClr val="FFFFFF"/>
                </a:highlight>
              </a:rPr>
              <a:t>Realiza las conexiones entre los componentes pulsando entre los </a:t>
            </a:r>
            <a:r>
              <a:rPr b="1" lang="es-CL" sz="3200">
                <a:solidFill>
                  <a:srgbClr val="666666"/>
                </a:solidFill>
                <a:highlight>
                  <a:srgbClr val="FFFFFF"/>
                </a:highlight>
              </a:rPr>
              <a:t>extremos que se quieran conectar</a:t>
            </a:r>
            <a:r>
              <a:rPr lang="es-CL" sz="3200">
                <a:solidFill>
                  <a:srgbClr val="666666"/>
                </a:solidFill>
                <a:highlight>
                  <a:srgbClr val="FFFFFF"/>
                </a:highlight>
              </a:rPr>
              <a:t>. La conexión puede anularse haciendo clic sobre ella y pulsando la tecla suprimir del teclado.</a:t>
            </a:r>
            <a:endParaRPr sz="3200">
              <a:solidFill>
                <a:srgbClr val="737373"/>
              </a:solidFill>
              <a:highlight>
                <a:srgbClr val="FFFFFF"/>
              </a:highlight>
            </a:endParaRPr>
          </a:p>
        </p:txBody>
      </p:sp>
      <p:pic>
        <p:nvPicPr>
          <p:cNvPr id="307" name="Google Shape;307;g13337c500ff_4_160"/>
          <p:cNvPicPr preferRelativeResize="0"/>
          <p:nvPr/>
        </p:nvPicPr>
        <p:blipFill>
          <a:blip r:embed="rId4">
            <a:alphaModFix/>
          </a:blip>
          <a:stretch>
            <a:fillRect/>
          </a:stretch>
        </p:blipFill>
        <p:spPr>
          <a:xfrm>
            <a:off x="6738925" y="6084450"/>
            <a:ext cx="3521047" cy="4646899"/>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1" name="Shape 311"/>
        <p:cNvGrpSpPr/>
        <p:nvPr/>
      </p:nvGrpSpPr>
      <p:grpSpPr>
        <a:xfrm>
          <a:off x="0" y="0"/>
          <a:ext cx="0" cy="0"/>
          <a:chOff x="0" y="0"/>
          <a:chExt cx="0" cy="0"/>
        </a:xfrm>
      </p:grpSpPr>
      <p:sp>
        <p:nvSpPr>
          <p:cNvPr id="312" name="Google Shape;312;g13337c500ff_4_169"/>
          <p:cNvSpPr txBox="1"/>
          <p:nvPr>
            <p:ph idx="1" type="body"/>
          </p:nvPr>
        </p:nvSpPr>
        <p:spPr>
          <a:xfrm>
            <a:off x="574040" y="1106011"/>
            <a:ext cx="4343400" cy="7389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1400"/>
              <a:buNone/>
            </a:pPr>
            <a:r>
              <a:rPr lang="es-CL"/>
              <a:t>Thinkercad</a:t>
            </a:r>
            <a:endParaRPr/>
          </a:p>
        </p:txBody>
      </p:sp>
      <p:sp>
        <p:nvSpPr>
          <p:cNvPr id="313" name="Google Shape;313;g13337c500ff_4_169"/>
          <p:cNvSpPr txBox="1"/>
          <p:nvPr>
            <p:ph idx="2" type="body"/>
          </p:nvPr>
        </p:nvSpPr>
        <p:spPr>
          <a:xfrm>
            <a:off x="727075" y="2911475"/>
            <a:ext cx="12911400" cy="5694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1800"/>
              </a:spcAft>
              <a:buSzPts val="1100"/>
              <a:buNone/>
            </a:pPr>
            <a:r>
              <a:rPr b="1" lang="es-CL" sz="3700">
                <a:solidFill>
                  <a:srgbClr val="737373"/>
                </a:solidFill>
                <a:highlight>
                  <a:srgbClr val="FFFFFF"/>
                </a:highlight>
              </a:rPr>
              <a:t>Pasos para la creación de un mockup con TinkerCad</a:t>
            </a:r>
            <a:endParaRPr b="1" sz="3200">
              <a:solidFill>
                <a:srgbClr val="4C5267"/>
              </a:solidFill>
            </a:endParaRPr>
          </a:p>
        </p:txBody>
      </p:sp>
      <p:pic>
        <p:nvPicPr>
          <p:cNvPr id="314" name="Google Shape;314;g13337c500ff_4_169"/>
          <p:cNvPicPr preferRelativeResize="0"/>
          <p:nvPr/>
        </p:nvPicPr>
        <p:blipFill>
          <a:blip r:embed="rId3">
            <a:alphaModFix/>
          </a:blip>
          <a:stretch>
            <a:fillRect/>
          </a:stretch>
        </p:blipFill>
        <p:spPr>
          <a:xfrm>
            <a:off x="11859055" y="395600"/>
            <a:ext cx="5997675" cy="1962375"/>
          </a:xfrm>
          <a:prstGeom prst="rect">
            <a:avLst/>
          </a:prstGeom>
          <a:noFill/>
          <a:ln>
            <a:noFill/>
          </a:ln>
        </p:spPr>
      </p:pic>
      <p:sp>
        <p:nvSpPr>
          <p:cNvPr id="315" name="Google Shape;315;g13337c500ff_4_169"/>
          <p:cNvSpPr txBox="1"/>
          <p:nvPr/>
        </p:nvSpPr>
        <p:spPr>
          <a:xfrm>
            <a:off x="486375" y="4547450"/>
            <a:ext cx="19140300" cy="1243800"/>
          </a:xfrm>
          <a:prstGeom prst="rect">
            <a:avLst/>
          </a:prstGeom>
          <a:noFill/>
          <a:ln>
            <a:noFill/>
          </a:ln>
        </p:spPr>
        <p:txBody>
          <a:bodyPr anchorCtr="0" anchor="t" bIns="91425" lIns="91425" spcFirstLastPara="1" rIns="91425" wrap="square" tIns="91425">
            <a:spAutoFit/>
          </a:bodyPr>
          <a:lstStyle/>
          <a:p>
            <a:pPr indent="-431800" lvl="0" marL="457200" rtl="0" algn="just">
              <a:lnSpc>
                <a:spcPct val="115000"/>
              </a:lnSpc>
              <a:spcBef>
                <a:spcPts val="0"/>
              </a:spcBef>
              <a:spcAft>
                <a:spcPts val="0"/>
              </a:spcAft>
              <a:buClr>
                <a:srgbClr val="737373"/>
              </a:buClr>
              <a:buSzPts val="3200"/>
              <a:buChar char="●"/>
            </a:pPr>
            <a:r>
              <a:rPr lang="es-CL" sz="3200">
                <a:solidFill>
                  <a:srgbClr val="666666"/>
                </a:solidFill>
                <a:highlight>
                  <a:srgbClr val="FFFFFF"/>
                </a:highlight>
              </a:rPr>
              <a:t>Finaliza con la tarea de probar el diseño del circuito usando el simulador de </a:t>
            </a:r>
            <a:r>
              <a:rPr b="1" lang="es-CL" sz="3200">
                <a:solidFill>
                  <a:srgbClr val="666666"/>
                </a:solidFill>
                <a:highlight>
                  <a:srgbClr val="FFFFFF"/>
                </a:highlight>
              </a:rPr>
              <a:t>TinkerCAD</a:t>
            </a:r>
            <a:r>
              <a:rPr lang="es-CL" sz="3200">
                <a:solidFill>
                  <a:srgbClr val="666666"/>
                </a:solidFill>
                <a:highlight>
                  <a:srgbClr val="FFFFFF"/>
                </a:highlight>
              </a:rPr>
              <a:t>. Para ello, debes pulsar el botón “</a:t>
            </a:r>
            <a:r>
              <a:rPr b="1" lang="es-CL" sz="3200">
                <a:solidFill>
                  <a:srgbClr val="666666"/>
                </a:solidFill>
                <a:highlight>
                  <a:srgbClr val="FFFFFF"/>
                </a:highlight>
              </a:rPr>
              <a:t>Start Simulation</a:t>
            </a:r>
            <a:r>
              <a:rPr lang="es-CL" sz="3200">
                <a:solidFill>
                  <a:srgbClr val="666666"/>
                </a:solidFill>
                <a:highlight>
                  <a:srgbClr val="FFFFFF"/>
                </a:highlight>
              </a:rPr>
              <a:t>” que encontrarás en la parte superior de la pantalla.</a:t>
            </a:r>
            <a:endParaRPr sz="3200">
              <a:solidFill>
                <a:srgbClr val="737373"/>
              </a:solidFill>
              <a:highlight>
                <a:srgbClr val="FFFFFF"/>
              </a:highlight>
            </a:endParaRPr>
          </a:p>
        </p:txBody>
      </p:sp>
      <p:pic>
        <p:nvPicPr>
          <p:cNvPr descr="Videotutorial de simulación de circuitos con Arduino usando Tinkercad Circuits." id="316" name="Google Shape;316;g13337c500ff_4_169" title="Tutorial Tinkercad Circuits">
            <a:hlinkClick r:id="rId4"/>
          </p:cNvPr>
          <p:cNvPicPr preferRelativeResize="0"/>
          <p:nvPr/>
        </p:nvPicPr>
        <p:blipFill>
          <a:blip r:embed="rId5">
            <a:alphaModFix/>
          </a:blip>
          <a:stretch>
            <a:fillRect/>
          </a:stretch>
        </p:blipFill>
        <p:spPr>
          <a:xfrm>
            <a:off x="6151225" y="5963900"/>
            <a:ext cx="5997674" cy="4498257"/>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6"/>
                                        </p:tgtEl>
                                        <p:attrNameLst>
                                          <p:attrName>style.visibility</p:attrName>
                                        </p:attrNameLst>
                                      </p:cBhvr>
                                      <p:to>
                                        <p:strVal val="visible"/>
                                      </p:to>
                                    </p:set>
                                    <p:animEffect filter="fade" transition="in">
                                      <p:cBhvr>
                                        <p:cTn dur="1000"/>
                                        <p:tgtEl>
                                          <p:spTgt spid="31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sp>
        <p:nvSpPr>
          <p:cNvPr id="321" name="Google Shape;321;p7"/>
          <p:cNvSpPr txBox="1"/>
          <p:nvPr>
            <p:ph type="title"/>
          </p:nvPr>
        </p:nvSpPr>
        <p:spPr>
          <a:xfrm>
            <a:off x="1321990" y="8235994"/>
            <a:ext cx="6048300" cy="16623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1400"/>
              <a:buNone/>
            </a:pPr>
            <a:r>
              <a:rPr lang="es-CL"/>
              <a:t>Que hemos aprendido hoy?</a:t>
            </a:r>
            <a:endParaRPr/>
          </a:p>
        </p:txBody>
      </p:sp>
      <p:sp>
        <p:nvSpPr>
          <p:cNvPr id="322" name="Google Shape;322;p7"/>
          <p:cNvSpPr txBox="1"/>
          <p:nvPr>
            <p:ph idx="1" type="body"/>
          </p:nvPr>
        </p:nvSpPr>
        <p:spPr>
          <a:xfrm>
            <a:off x="8314271" y="8170445"/>
            <a:ext cx="11193600" cy="1416000"/>
          </a:xfrm>
          <a:prstGeom prst="rect">
            <a:avLst/>
          </a:prstGeom>
          <a:noFill/>
          <a:ln>
            <a:noFill/>
          </a:ln>
        </p:spPr>
        <p:txBody>
          <a:bodyPr anchorCtr="0" anchor="t" bIns="0" lIns="0" spcFirstLastPara="1" rIns="0" wrap="square" tIns="0">
            <a:spAutoFit/>
          </a:bodyPr>
          <a:lstStyle/>
          <a:p>
            <a:pPr indent="-374650" lvl="0" marL="457200" rtl="0" algn="l">
              <a:lnSpc>
                <a:spcPct val="100000"/>
              </a:lnSpc>
              <a:spcBef>
                <a:spcPts val="0"/>
              </a:spcBef>
              <a:spcAft>
                <a:spcPts val="0"/>
              </a:spcAft>
              <a:buSzPts val="2300"/>
              <a:buChar char="●"/>
            </a:pPr>
            <a:r>
              <a:rPr lang="es-CL" sz="2300"/>
              <a:t>Tecnologías para la creación de mockups</a:t>
            </a:r>
            <a:endParaRPr sz="2300"/>
          </a:p>
          <a:p>
            <a:pPr indent="-374650" lvl="0" marL="457200" rtl="0" algn="l">
              <a:lnSpc>
                <a:spcPct val="100000"/>
              </a:lnSpc>
              <a:spcBef>
                <a:spcPts val="0"/>
              </a:spcBef>
              <a:spcAft>
                <a:spcPts val="0"/>
              </a:spcAft>
              <a:buSzPts val="2300"/>
              <a:buChar char="●"/>
            </a:pPr>
            <a:r>
              <a:rPr lang="es-CL" sz="2300"/>
              <a:t>Cuales son las ventajas del uso de maquetas </a:t>
            </a:r>
            <a:endParaRPr sz="2300"/>
          </a:p>
          <a:p>
            <a:pPr indent="-374650" lvl="0" marL="457200" rtl="0" algn="l">
              <a:lnSpc>
                <a:spcPct val="100000"/>
              </a:lnSpc>
              <a:spcBef>
                <a:spcPts val="0"/>
              </a:spcBef>
              <a:spcAft>
                <a:spcPts val="0"/>
              </a:spcAft>
              <a:buSzPts val="2300"/>
              <a:buChar char="●"/>
            </a:pPr>
            <a:r>
              <a:rPr lang="es-CL" sz="2300"/>
              <a:t>Alternativas wireframe</a:t>
            </a:r>
            <a:endParaRPr sz="2300"/>
          </a:p>
          <a:p>
            <a:pPr indent="-374650" lvl="0" marL="457200" rtl="0" algn="l">
              <a:lnSpc>
                <a:spcPct val="100000"/>
              </a:lnSpc>
              <a:spcBef>
                <a:spcPts val="0"/>
              </a:spcBef>
              <a:spcAft>
                <a:spcPts val="0"/>
              </a:spcAft>
              <a:buSzPts val="2300"/>
              <a:buChar char="●"/>
            </a:pPr>
            <a:r>
              <a:rPr lang="es-CL" sz="2300"/>
              <a:t>TinkerCad para el prototipado de circuitos Arduino</a:t>
            </a:r>
            <a:endParaRPr sz="2300"/>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6" name="Shape 326"/>
        <p:cNvGrpSpPr/>
        <p:nvPr/>
      </p:nvGrpSpPr>
      <p:grpSpPr>
        <a:xfrm>
          <a:off x="0" y="0"/>
          <a:ext cx="0" cy="0"/>
          <a:chOff x="0" y="0"/>
          <a:chExt cx="0" cy="0"/>
        </a:xfrm>
      </p:grpSpPr>
      <p:sp>
        <p:nvSpPr>
          <p:cNvPr id="327" name="Google Shape;327;g133e68395f5_0_501"/>
          <p:cNvSpPr txBox="1"/>
          <p:nvPr>
            <p:ph idx="1" type="body"/>
          </p:nvPr>
        </p:nvSpPr>
        <p:spPr>
          <a:xfrm>
            <a:off x="574040" y="1258411"/>
            <a:ext cx="4343400" cy="7389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1400"/>
              <a:buNone/>
            </a:pPr>
            <a:r>
              <a:rPr lang="es-CL"/>
              <a:t>Preguntas</a:t>
            </a:r>
            <a:endParaRPr/>
          </a:p>
        </p:txBody>
      </p:sp>
      <p:sp>
        <p:nvSpPr>
          <p:cNvPr id="328" name="Google Shape;328;g133e68395f5_0_501"/>
          <p:cNvSpPr/>
          <p:nvPr/>
        </p:nvSpPr>
        <p:spPr>
          <a:xfrm>
            <a:off x="6956174" y="3590125"/>
            <a:ext cx="806450" cy="787400"/>
          </a:xfrm>
          <a:custGeom>
            <a:rect b="b" l="l" r="r" t="t"/>
            <a:pathLst>
              <a:path extrusionOk="0" h="787400" w="806450">
                <a:moveTo>
                  <a:pt x="402856" y="0"/>
                </a:moveTo>
                <a:lnTo>
                  <a:pt x="355902" y="2540"/>
                </a:lnTo>
                <a:lnTo>
                  <a:pt x="310527" y="10160"/>
                </a:lnTo>
                <a:lnTo>
                  <a:pt x="267035" y="22860"/>
                </a:lnTo>
                <a:lnTo>
                  <a:pt x="225730" y="40640"/>
                </a:lnTo>
                <a:lnTo>
                  <a:pt x="186918" y="62230"/>
                </a:lnTo>
                <a:lnTo>
                  <a:pt x="150902" y="87630"/>
                </a:lnTo>
                <a:lnTo>
                  <a:pt x="117988" y="115570"/>
                </a:lnTo>
                <a:lnTo>
                  <a:pt x="88479" y="148590"/>
                </a:lnTo>
                <a:lnTo>
                  <a:pt x="62681" y="182880"/>
                </a:lnTo>
                <a:lnTo>
                  <a:pt x="40897" y="220980"/>
                </a:lnTo>
                <a:lnTo>
                  <a:pt x="23433" y="261620"/>
                </a:lnTo>
                <a:lnTo>
                  <a:pt x="10592" y="304800"/>
                </a:lnTo>
                <a:lnTo>
                  <a:pt x="2679" y="347980"/>
                </a:lnTo>
                <a:lnTo>
                  <a:pt x="0" y="394970"/>
                </a:lnTo>
                <a:lnTo>
                  <a:pt x="2752" y="440690"/>
                </a:lnTo>
                <a:lnTo>
                  <a:pt x="10736" y="485140"/>
                </a:lnTo>
                <a:lnTo>
                  <a:pt x="23645" y="527050"/>
                </a:lnTo>
                <a:lnTo>
                  <a:pt x="41174" y="567690"/>
                </a:lnTo>
                <a:lnTo>
                  <a:pt x="63019" y="605790"/>
                </a:lnTo>
                <a:lnTo>
                  <a:pt x="88874" y="640080"/>
                </a:lnTo>
                <a:lnTo>
                  <a:pt x="118434" y="673100"/>
                </a:lnTo>
                <a:lnTo>
                  <a:pt x="151395" y="701040"/>
                </a:lnTo>
                <a:lnTo>
                  <a:pt x="187450" y="726440"/>
                </a:lnTo>
                <a:lnTo>
                  <a:pt x="226295" y="748030"/>
                </a:lnTo>
                <a:lnTo>
                  <a:pt x="267625" y="764540"/>
                </a:lnTo>
                <a:lnTo>
                  <a:pt x="311135" y="777240"/>
                </a:lnTo>
                <a:lnTo>
                  <a:pt x="356520" y="784860"/>
                </a:lnTo>
                <a:lnTo>
                  <a:pt x="403474" y="787400"/>
                </a:lnTo>
                <a:lnTo>
                  <a:pt x="450426" y="784860"/>
                </a:lnTo>
                <a:lnTo>
                  <a:pt x="495800" y="777240"/>
                </a:lnTo>
                <a:lnTo>
                  <a:pt x="539290" y="764540"/>
                </a:lnTo>
                <a:lnTo>
                  <a:pt x="545645" y="762000"/>
                </a:lnTo>
                <a:lnTo>
                  <a:pt x="390867" y="762000"/>
                </a:lnTo>
                <a:lnTo>
                  <a:pt x="368767" y="754380"/>
                </a:lnTo>
                <a:lnTo>
                  <a:pt x="318231" y="754380"/>
                </a:lnTo>
                <a:lnTo>
                  <a:pt x="270563" y="740410"/>
                </a:lnTo>
                <a:lnTo>
                  <a:pt x="225761" y="720090"/>
                </a:lnTo>
                <a:lnTo>
                  <a:pt x="184279" y="694690"/>
                </a:lnTo>
                <a:lnTo>
                  <a:pt x="146571" y="665480"/>
                </a:lnTo>
                <a:lnTo>
                  <a:pt x="165709" y="648970"/>
                </a:lnTo>
                <a:lnTo>
                  <a:pt x="167394" y="647700"/>
                </a:lnTo>
                <a:lnTo>
                  <a:pt x="128708" y="647700"/>
                </a:lnTo>
                <a:lnTo>
                  <a:pt x="94729" y="607060"/>
                </a:lnTo>
                <a:lnTo>
                  <a:pt x="66808" y="562610"/>
                </a:lnTo>
                <a:lnTo>
                  <a:pt x="45554" y="513080"/>
                </a:lnTo>
                <a:lnTo>
                  <a:pt x="31580" y="461010"/>
                </a:lnTo>
                <a:lnTo>
                  <a:pt x="25496" y="406400"/>
                </a:lnTo>
                <a:lnTo>
                  <a:pt x="805576" y="406400"/>
                </a:lnTo>
                <a:lnTo>
                  <a:pt x="806320" y="393700"/>
                </a:lnTo>
                <a:lnTo>
                  <a:pt x="805632" y="382270"/>
                </a:lnTo>
                <a:lnTo>
                  <a:pt x="25486" y="382270"/>
                </a:lnTo>
                <a:lnTo>
                  <a:pt x="31478" y="327660"/>
                </a:lnTo>
                <a:lnTo>
                  <a:pt x="45366" y="275590"/>
                </a:lnTo>
                <a:lnTo>
                  <a:pt x="66539" y="226060"/>
                </a:lnTo>
                <a:lnTo>
                  <a:pt x="94387" y="181610"/>
                </a:lnTo>
                <a:lnTo>
                  <a:pt x="128299" y="140970"/>
                </a:lnTo>
                <a:lnTo>
                  <a:pt x="166992" y="140970"/>
                </a:lnTo>
                <a:lnTo>
                  <a:pt x="165305" y="139700"/>
                </a:lnTo>
                <a:lnTo>
                  <a:pt x="183794" y="93980"/>
                </a:lnTo>
                <a:lnTo>
                  <a:pt x="225233" y="68580"/>
                </a:lnTo>
                <a:lnTo>
                  <a:pt x="270003" y="48260"/>
                </a:lnTo>
                <a:lnTo>
                  <a:pt x="317644" y="34290"/>
                </a:lnTo>
                <a:lnTo>
                  <a:pt x="367076" y="34290"/>
                </a:lnTo>
                <a:lnTo>
                  <a:pt x="390260" y="25400"/>
                </a:lnTo>
                <a:lnTo>
                  <a:pt x="544608" y="25400"/>
                </a:lnTo>
                <a:lnTo>
                  <a:pt x="538704" y="22860"/>
                </a:lnTo>
                <a:lnTo>
                  <a:pt x="495195" y="10160"/>
                </a:lnTo>
                <a:lnTo>
                  <a:pt x="449810" y="2540"/>
                </a:lnTo>
                <a:lnTo>
                  <a:pt x="402856" y="0"/>
                </a:lnTo>
                <a:close/>
              </a:path>
              <a:path extrusionOk="0" h="787400" w="806450">
                <a:moveTo>
                  <a:pt x="415882" y="566420"/>
                </a:moveTo>
                <a:lnTo>
                  <a:pt x="390710" y="566420"/>
                </a:lnTo>
                <a:lnTo>
                  <a:pt x="390867" y="762000"/>
                </a:lnTo>
                <a:lnTo>
                  <a:pt x="416039" y="762000"/>
                </a:lnTo>
                <a:lnTo>
                  <a:pt x="415882" y="566420"/>
                </a:lnTo>
                <a:close/>
              </a:path>
              <a:path extrusionOk="0" h="787400" w="806450">
                <a:moveTo>
                  <a:pt x="543501" y="566420"/>
                </a:moveTo>
                <a:lnTo>
                  <a:pt x="415882" y="566420"/>
                </a:lnTo>
                <a:lnTo>
                  <a:pt x="451986" y="568960"/>
                </a:lnTo>
                <a:lnTo>
                  <a:pt x="487065" y="575310"/>
                </a:lnTo>
                <a:lnTo>
                  <a:pt x="520959" y="584200"/>
                </a:lnTo>
                <a:lnTo>
                  <a:pt x="553511" y="596900"/>
                </a:lnTo>
                <a:lnTo>
                  <a:pt x="532961" y="648970"/>
                </a:lnTo>
                <a:lnTo>
                  <a:pt x="508285" y="692150"/>
                </a:lnTo>
                <a:lnTo>
                  <a:pt x="480136" y="726440"/>
                </a:lnTo>
                <a:lnTo>
                  <a:pt x="449170" y="750570"/>
                </a:lnTo>
                <a:lnTo>
                  <a:pt x="416039" y="762000"/>
                </a:lnTo>
                <a:lnTo>
                  <a:pt x="545645" y="762000"/>
                </a:lnTo>
                <a:lnTo>
                  <a:pt x="564708" y="754380"/>
                </a:lnTo>
                <a:lnTo>
                  <a:pt x="488697" y="754380"/>
                </a:lnTo>
                <a:lnTo>
                  <a:pt x="515038" y="726440"/>
                </a:lnTo>
                <a:lnTo>
                  <a:pt x="538796" y="693420"/>
                </a:lnTo>
                <a:lnTo>
                  <a:pt x="559650" y="652780"/>
                </a:lnTo>
                <a:lnTo>
                  <a:pt x="577280" y="607060"/>
                </a:lnTo>
                <a:lnTo>
                  <a:pt x="625750" y="607060"/>
                </a:lnTo>
                <a:lnTo>
                  <a:pt x="609764" y="596900"/>
                </a:lnTo>
                <a:lnTo>
                  <a:pt x="584652" y="582930"/>
                </a:lnTo>
                <a:lnTo>
                  <a:pt x="587124" y="572770"/>
                </a:lnTo>
                <a:lnTo>
                  <a:pt x="560642" y="572770"/>
                </a:lnTo>
                <a:lnTo>
                  <a:pt x="543501" y="566420"/>
                </a:lnTo>
                <a:close/>
              </a:path>
              <a:path extrusionOk="0" h="787400" w="806450">
                <a:moveTo>
                  <a:pt x="257683" y="608330"/>
                </a:moveTo>
                <a:lnTo>
                  <a:pt x="229406" y="608330"/>
                </a:lnTo>
                <a:lnTo>
                  <a:pt x="247096" y="652780"/>
                </a:lnTo>
                <a:lnTo>
                  <a:pt x="268015" y="693420"/>
                </a:lnTo>
                <a:lnTo>
                  <a:pt x="291836" y="726440"/>
                </a:lnTo>
                <a:lnTo>
                  <a:pt x="318231" y="754380"/>
                </a:lnTo>
                <a:lnTo>
                  <a:pt x="368767" y="754380"/>
                </a:lnTo>
                <a:lnTo>
                  <a:pt x="357718" y="750570"/>
                </a:lnTo>
                <a:lnTo>
                  <a:pt x="326719" y="727710"/>
                </a:lnTo>
                <a:lnTo>
                  <a:pt x="298523" y="692150"/>
                </a:lnTo>
                <a:lnTo>
                  <a:pt x="273784" y="648970"/>
                </a:lnTo>
                <a:lnTo>
                  <a:pt x="257683" y="608330"/>
                </a:lnTo>
                <a:close/>
              </a:path>
              <a:path extrusionOk="0" h="787400" w="806450">
                <a:moveTo>
                  <a:pt x="625750" y="607060"/>
                </a:moveTo>
                <a:lnTo>
                  <a:pt x="577280" y="607060"/>
                </a:lnTo>
                <a:lnTo>
                  <a:pt x="599508" y="619760"/>
                </a:lnTo>
                <a:lnTo>
                  <a:pt x="620775" y="633730"/>
                </a:lnTo>
                <a:lnTo>
                  <a:pt x="641019" y="648970"/>
                </a:lnTo>
                <a:lnTo>
                  <a:pt x="660178" y="664210"/>
                </a:lnTo>
                <a:lnTo>
                  <a:pt x="622522" y="694690"/>
                </a:lnTo>
                <a:lnTo>
                  <a:pt x="581085" y="720090"/>
                </a:lnTo>
                <a:lnTo>
                  <a:pt x="536325" y="739140"/>
                </a:lnTo>
                <a:lnTo>
                  <a:pt x="488697" y="754380"/>
                </a:lnTo>
                <a:lnTo>
                  <a:pt x="564708" y="754380"/>
                </a:lnTo>
                <a:lnTo>
                  <a:pt x="619405" y="726440"/>
                </a:lnTo>
                <a:lnTo>
                  <a:pt x="655419" y="701040"/>
                </a:lnTo>
                <a:lnTo>
                  <a:pt x="688333" y="671830"/>
                </a:lnTo>
                <a:lnTo>
                  <a:pt x="710760" y="647700"/>
                </a:lnTo>
                <a:lnTo>
                  <a:pt x="678021" y="647700"/>
                </a:lnTo>
                <a:lnTo>
                  <a:pt x="656519" y="628650"/>
                </a:lnTo>
                <a:lnTo>
                  <a:pt x="633743" y="612140"/>
                </a:lnTo>
                <a:lnTo>
                  <a:pt x="625750" y="607060"/>
                </a:lnTo>
                <a:close/>
              </a:path>
              <a:path extrusionOk="0" h="787400" w="806450">
                <a:moveTo>
                  <a:pt x="222579" y="406400"/>
                </a:moveTo>
                <a:lnTo>
                  <a:pt x="197397" y="406400"/>
                </a:lnTo>
                <a:lnTo>
                  <a:pt x="199598" y="454660"/>
                </a:lnTo>
                <a:lnTo>
                  <a:pt x="204522" y="499110"/>
                </a:lnTo>
                <a:lnTo>
                  <a:pt x="212030" y="543560"/>
                </a:lnTo>
                <a:lnTo>
                  <a:pt x="221982" y="584200"/>
                </a:lnTo>
                <a:lnTo>
                  <a:pt x="196883" y="596900"/>
                </a:lnTo>
                <a:lnTo>
                  <a:pt x="172926" y="612140"/>
                </a:lnTo>
                <a:lnTo>
                  <a:pt x="150179" y="629920"/>
                </a:lnTo>
                <a:lnTo>
                  <a:pt x="128708" y="647700"/>
                </a:lnTo>
                <a:lnTo>
                  <a:pt x="167394" y="647700"/>
                </a:lnTo>
                <a:lnTo>
                  <a:pt x="185935" y="633730"/>
                </a:lnTo>
                <a:lnTo>
                  <a:pt x="207188" y="619760"/>
                </a:lnTo>
                <a:lnTo>
                  <a:pt x="229406" y="608330"/>
                </a:lnTo>
                <a:lnTo>
                  <a:pt x="257683" y="608330"/>
                </a:lnTo>
                <a:lnTo>
                  <a:pt x="253154" y="596900"/>
                </a:lnTo>
                <a:lnTo>
                  <a:pt x="285673" y="584200"/>
                </a:lnTo>
                <a:lnTo>
                  <a:pt x="319545" y="575310"/>
                </a:lnTo>
                <a:lnTo>
                  <a:pt x="333571" y="572770"/>
                </a:lnTo>
                <a:lnTo>
                  <a:pt x="245971" y="572770"/>
                </a:lnTo>
                <a:lnTo>
                  <a:pt x="236590" y="534670"/>
                </a:lnTo>
                <a:lnTo>
                  <a:pt x="229449" y="494030"/>
                </a:lnTo>
                <a:lnTo>
                  <a:pt x="224722" y="450850"/>
                </a:lnTo>
                <a:lnTo>
                  <a:pt x="222579" y="406400"/>
                </a:lnTo>
                <a:close/>
              </a:path>
              <a:path extrusionOk="0" h="787400" w="806450">
                <a:moveTo>
                  <a:pt x="805576" y="406400"/>
                </a:moveTo>
                <a:lnTo>
                  <a:pt x="780845" y="406400"/>
                </a:lnTo>
                <a:lnTo>
                  <a:pt x="774852" y="461010"/>
                </a:lnTo>
                <a:lnTo>
                  <a:pt x="760964" y="513080"/>
                </a:lnTo>
                <a:lnTo>
                  <a:pt x="739789" y="561340"/>
                </a:lnTo>
                <a:lnTo>
                  <a:pt x="711938" y="607060"/>
                </a:lnTo>
                <a:lnTo>
                  <a:pt x="678021" y="647700"/>
                </a:lnTo>
                <a:lnTo>
                  <a:pt x="710760" y="647700"/>
                </a:lnTo>
                <a:lnTo>
                  <a:pt x="743640" y="604520"/>
                </a:lnTo>
                <a:lnTo>
                  <a:pt x="765423" y="566420"/>
                </a:lnTo>
                <a:lnTo>
                  <a:pt x="782888" y="527050"/>
                </a:lnTo>
                <a:lnTo>
                  <a:pt x="795728" y="483870"/>
                </a:lnTo>
                <a:lnTo>
                  <a:pt x="803641" y="439420"/>
                </a:lnTo>
                <a:lnTo>
                  <a:pt x="805576" y="406400"/>
                </a:lnTo>
                <a:close/>
              </a:path>
              <a:path extrusionOk="0" h="787400" w="806450">
                <a:moveTo>
                  <a:pt x="415746" y="406400"/>
                </a:moveTo>
                <a:lnTo>
                  <a:pt x="390574" y="406400"/>
                </a:lnTo>
                <a:lnTo>
                  <a:pt x="390689" y="542290"/>
                </a:lnTo>
                <a:lnTo>
                  <a:pt x="352754" y="544830"/>
                </a:lnTo>
                <a:lnTo>
                  <a:pt x="315880" y="551180"/>
                </a:lnTo>
                <a:lnTo>
                  <a:pt x="280230" y="560070"/>
                </a:lnTo>
                <a:lnTo>
                  <a:pt x="245971" y="572770"/>
                </a:lnTo>
                <a:lnTo>
                  <a:pt x="333571" y="572770"/>
                </a:lnTo>
                <a:lnTo>
                  <a:pt x="354610" y="568960"/>
                </a:lnTo>
                <a:lnTo>
                  <a:pt x="390710" y="566420"/>
                </a:lnTo>
                <a:lnTo>
                  <a:pt x="543501" y="566420"/>
                </a:lnTo>
                <a:lnTo>
                  <a:pt x="526360" y="560070"/>
                </a:lnTo>
                <a:lnTo>
                  <a:pt x="490699" y="551180"/>
                </a:lnTo>
                <a:lnTo>
                  <a:pt x="453817" y="544830"/>
                </a:lnTo>
                <a:lnTo>
                  <a:pt x="415872" y="542290"/>
                </a:lnTo>
                <a:lnTo>
                  <a:pt x="415746" y="406400"/>
                </a:lnTo>
                <a:close/>
              </a:path>
              <a:path extrusionOk="0" h="787400" w="806450">
                <a:moveTo>
                  <a:pt x="608934" y="406400"/>
                </a:moveTo>
                <a:lnTo>
                  <a:pt x="583762" y="406400"/>
                </a:lnTo>
                <a:lnTo>
                  <a:pt x="581694" y="450850"/>
                </a:lnTo>
                <a:lnTo>
                  <a:pt x="577036" y="492760"/>
                </a:lnTo>
                <a:lnTo>
                  <a:pt x="569960" y="534670"/>
                </a:lnTo>
                <a:lnTo>
                  <a:pt x="560642" y="572770"/>
                </a:lnTo>
                <a:lnTo>
                  <a:pt x="587124" y="572770"/>
                </a:lnTo>
                <a:lnTo>
                  <a:pt x="594540" y="542290"/>
                </a:lnTo>
                <a:lnTo>
                  <a:pt x="601980" y="499110"/>
                </a:lnTo>
                <a:lnTo>
                  <a:pt x="606826" y="453390"/>
                </a:lnTo>
                <a:lnTo>
                  <a:pt x="608934" y="406400"/>
                </a:lnTo>
                <a:close/>
              </a:path>
              <a:path extrusionOk="0" h="787400" w="806450">
                <a:moveTo>
                  <a:pt x="166992" y="140970"/>
                </a:moveTo>
                <a:lnTo>
                  <a:pt x="128299" y="140970"/>
                </a:lnTo>
                <a:lnTo>
                  <a:pt x="149797" y="158750"/>
                </a:lnTo>
                <a:lnTo>
                  <a:pt x="172573" y="176530"/>
                </a:lnTo>
                <a:lnTo>
                  <a:pt x="196554" y="191770"/>
                </a:lnTo>
                <a:lnTo>
                  <a:pt x="221668" y="204470"/>
                </a:lnTo>
                <a:lnTo>
                  <a:pt x="211784" y="245110"/>
                </a:lnTo>
                <a:lnTo>
                  <a:pt x="204344" y="288290"/>
                </a:lnTo>
                <a:lnTo>
                  <a:pt x="199496" y="334010"/>
                </a:lnTo>
                <a:lnTo>
                  <a:pt x="197386" y="382270"/>
                </a:lnTo>
                <a:lnTo>
                  <a:pt x="222558" y="382270"/>
                </a:lnTo>
                <a:lnTo>
                  <a:pt x="224630" y="337820"/>
                </a:lnTo>
                <a:lnTo>
                  <a:pt x="229288" y="294640"/>
                </a:lnTo>
                <a:lnTo>
                  <a:pt x="236361" y="254000"/>
                </a:lnTo>
                <a:lnTo>
                  <a:pt x="245678" y="215900"/>
                </a:lnTo>
                <a:lnTo>
                  <a:pt x="333286" y="215900"/>
                </a:lnTo>
                <a:lnTo>
                  <a:pt x="319254" y="213360"/>
                </a:lnTo>
                <a:lnTo>
                  <a:pt x="285365" y="204470"/>
                </a:lnTo>
                <a:lnTo>
                  <a:pt x="252829" y="191770"/>
                </a:lnTo>
                <a:lnTo>
                  <a:pt x="257339" y="180340"/>
                </a:lnTo>
                <a:lnTo>
                  <a:pt x="229040" y="180340"/>
                </a:lnTo>
                <a:lnTo>
                  <a:pt x="206813" y="168910"/>
                </a:lnTo>
                <a:lnTo>
                  <a:pt x="185549" y="154940"/>
                </a:lnTo>
                <a:lnTo>
                  <a:pt x="166992" y="140970"/>
                </a:lnTo>
                <a:close/>
              </a:path>
              <a:path extrusionOk="0" h="787400" w="806450">
                <a:moveTo>
                  <a:pt x="333286" y="215900"/>
                </a:moveTo>
                <a:lnTo>
                  <a:pt x="245678" y="215900"/>
                </a:lnTo>
                <a:lnTo>
                  <a:pt x="279963" y="228600"/>
                </a:lnTo>
                <a:lnTo>
                  <a:pt x="315629" y="237490"/>
                </a:lnTo>
                <a:lnTo>
                  <a:pt x="352511" y="243840"/>
                </a:lnTo>
                <a:lnTo>
                  <a:pt x="390448" y="246380"/>
                </a:lnTo>
                <a:lnTo>
                  <a:pt x="390553" y="382270"/>
                </a:lnTo>
                <a:lnTo>
                  <a:pt x="415746" y="382270"/>
                </a:lnTo>
                <a:lnTo>
                  <a:pt x="415631" y="246380"/>
                </a:lnTo>
                <a:lnTo>
                  <a:pt x="453566" y="243840"/>
                </a:lnTo>
                <a:lnTo>
                  <a:pt x="490441" y="237490"/>
                </a:lnTo>
                <a:lnTo>
                  <a:pt x="526094" y="227330"/>
                </a:lnTo>
                <a:lnTo>
                  <a:pt x="541323" y="222250"/>
                </a:lnTo>
                <a:lnTo>
                  <a:pt x="390438" y="222250"/>
                </a:lnTo>
                <a:lnTo>
                  <a:pt x="354333" y="219710"/>
                </a:lnTo>
                <a:lnTo>
                  <a:pt x="333286" y="215900"/>
                </a:lnTo>
                <a:close/>
              </a:path>
              <a:path extrusionOk="0" h="787400" w="806450">
                <a:moveTo>
                  <a:pt x="587148" y="215900"/>
                </a:moveTo>
                <a:lnTo>
                  <a:pt x="560359" y="215900"/>
                </a:lnTo>
                <a:lnTo>
                  <a:pt x="569739" y="254000"/>
                </a:lnTo>
                <a:lnTo>
                  <a:pt x="576876" y="294640"/>
                </a:lnTo>
                <a:lnTo>
                  <a:pt x="581600" y="337820"/>
                </a:lnTo>
                <a:lnTo>
                  <a:pt x="583741" y="382270"/>
                </a:lnTo>
                <a:lnTo>
                  <a:pt x="608923" y="382270"/>
                </a:lnTo>
                <a:lnTo>
                  <a:pt x="606733" y="334010"/>
                </a:lnTo>
                <a:lnTo>
                  <a:pt x="601811" y="288290"/>
                </a:lnTo>
                <a:lnTo>
                  <a:pt x="594302" y="245110"/>
                </a:lnTo>
                <a:lnTo>
                  <a:pt x="587148" y="215900"/>
                </a:lnTo>
                <a:close/>
              </a:path>
              <a:path extrusionOk="0" h="787400" w="806450">
                <a:moveTo>
                  <a:pt x="711538" y="140970"/>
                </a:moveTo>
                <a:lnTo>
                  <a:pt x="677612" y="140970"/>
                </a:lnTo>
                <a:lnTo>
                  <a:pt x="711592" y="181610"/>
                </a:lnTo>
                <a:lnTo>
                  <a:pt x="739515" y="226060"/>
                </a:lnTo>
                <a:lnTo>
                  <a:pt x="760770" y="274320"/>
                </a:lnTo>
                <a:lnTo>
                  <a:pt x="774744" y="326390"/>
                </a:lnTo>
                <a:lnTo>
                  <a:pt x="780824" y="381000"/>
                </a:lnTo>
                <a:lnTo>
                  <a:pt x="608923" y="382270"/>
                </a:lnTo>
                <a:lnTo>
                  <a:pt x="805632" y="382270"/>
                </a:lnTo>
                <a:lnTo>
                  <a:pt x="795585" y="303530"/>
                </a:lnTo>
                <a:lnTo>
                  <a:pt x="782676" y="261620"/>
                </a:lnTo>
                <a:lnTo>
                  <a:pt x="765148" y="220980"/>
                </a:lnTo>
                <a:lnTo>
                  <a:pt x="743304" y="182880"/>
                </a:lnTo>
                <a:lnTo>
                  <a:pt x="717450" y="147320"/>
                </a:lnTo>
                <a:lnTo>
                  <a:pt x="711538" y="140970"/>
                </a:lnTo>
                <a:close/>
              </a:path>
              <a:path extrusionOk="0" h="787400" w="806450">
                <a:moveTo>
                  <a:pt x="415453" y="25400"/>
                </a:moveTo>
                <a:lnTo>
                  <a:pt x="390260" y="25400"/>
                </a:lnTo>
                <a:lnTo>
                  <a:pt x="390438" y="222250"/>
                </a:lnTo>
                <a:lnTo>
                  <a:pt x="415610" y="222250"/>
                </a:lnTo>
                <a:lnTo>
                  <a:pt x="415453" y="25400"/>
                </a:lnTo>
                <a:close/>
              </a:path>
              <a:path extrusionOk="0" h="787400" w="806450">
                <a:moveTo>
                  <a:pt x="544608" y="25400"/>
                </a:moveTo>
                <a:lnTo>
                  <a:pt x="415453" y="25400"/>
                </a:lnTo>
                <a:lnTo>
                  <a:pt x="448606" y="36830"/>
                </a:lnTo>
                <a:lnTo>
                  <a:pt x="479611" y="60960"/>
                </a:lnTo>
                <a:lnTo>
                  <a:pt x="507813" y="95250"/>
                </a:lnTo>
                <a:lnTo>
                  <a:pt x="532554" y="139700"/>
                </a:lnTo>
                <a:lnTo>
                  <a:pt x="553176" y="191770"/>
                </a:lnTo>
                <a:lnTo>
                  <a:pt x="520651" y="203200"/>
                </a:lnTo>
                <a:lnTo>
                  <a:pt x="486777" y="213360"/>
                </a:lnTo>
                <a:lnTo>
                  <a:pt x="451710" y="219710"/>
                </a:lnTo>
                <a:lnTo>
                  <a:pt x="415610" y="222250"/>
                </a:lnTo>
                <a:lnTo>
                  <a:pt x="541323" y="222250"/>
                </a:lnTo>
                <a:lnTo>
                  <a:pt x="560359" y="215900"/>
                </a:lnTo>
                <a:lnTo>
                  <a:pt x="587148" y="215900"/>
                </a:lnTo>
                <a:lnTo>
                  <a:pt x="584348" y="204470"/>
                </a:lnTo>
                <a:lnTo>
                  <a:pt x="609437" y="190500"/>
                </a:lnTo>
                <a:lnTo>
                  <a:pt x="625407" y="180340"/>
                </a:lnTo>
                <a:lnTo>
                  <a:pt x="576924" y="180340"/>
                </a:lnTo>
                <a:lnTo>
                  <a:pt x="559230" y="134620"/>
                </a:lnTo>
                <a:lnTo>
                  <a:pt x="538312" y="95250"/>
                </a:lnTo>
                <a:lnTo>
                  <a:pt x="514493" y="60960"/>
                </a:lnTo>
                <a:lnTo>
                  <a:pt x="488100" y="34290"/>
                </a:lnTo>
                <a:lnTo>
                  <a:pt x="565273" y="34290"/>
                </a:lnTo>
                <a:lnTo>
                  <a:pt x="544608" y="25400"/>
                </a:lnTo>
                <a:close/>
              </a:path>
              <a:path extrusionOk="0" h="787400" w="806450">
                <a:moveTo>
                  <a:pt x="367076" y="34290"/>
                </a:moveTo>
                <a:lnTo>
                  <a:pt x="317644" y="34290"/>
                </a:lnTo>
                <a:lnTo>
                  <a:pt x="291296" y="60960"/>
                </a:lnTo>
                <a:lnTo>
                  <a:pt x="267531" y="95250"/>
                </a:lnTo>
                <a:lnTo>
                  <a:pt x="246671" y="134620"/>
                </a:lnTo>
                <a:lnTo>
                  <a:pt x="229040" y="180340"/>
                </a:lnTo>
                <a:lnTo>
                  <a:pt x="257339" y="180340"/>
                </a:lnTo>
                <a:lnTo>
                  <a:pt x="273374" y="139700"/>
                </a:lnTo>
                <a:lnTo>
                  <a:pt x="298043" y="95250"/>
                </a:lnTo>
                <a:lnTo>
                  <a:pt x="326184" y="60960"/>
                </a:lnTo>
                <a:lnTo>
                  <a:pt x="357141" y="38100"/>
                </a:lnTo>
                <a:lnTo>
                  <a:pt x="367076" y="34290"/>
                </a:lnTo>
                <a:close/>
              </a:path>
              <a:path extrusionOk="0" h="787400" w="806450">
                <a:moveTo>
                  <a:pt x="565273" y="34290"/>
                </a:moveTo>
                <a:lnTo>
                  <a:pt x="488100" y="34290"/>
                </a:lnTo>
                <a:lnTo>
                  <a:pt x="535766" y="48260"/>
                </a:lnTo>
                <a:lnTo>
                  <a:pt x="580564" y="68580"/>
                </a:lnTo>
                <a:lnTo>
                  <a:pt x="622043" y="93980"/>
                </a:lnTo>
                <a:lnTo>
                  <a:pt x="659749" y="123190"/>
                </a:lnTo>
                <a:lnTo>
                  <a:pt x="640603" y="139700"/>
                </a:lnTo>
                <a:lnTo>
                  <a:pt x="620379" y="154940"/>
                </a:lnTo>
                <a:lnTo>
                  <a:pt x="599133" y="167640"/>
                </a:lnTo>
                <a:lnTo>
                  <a:pt x="576924" y="180340"/>
                </a:lnTo>
                <a:lnTo>
                  <a:pt x="625407" y="180340"/>
                </a:lnTo>
                <a:lnTo>
                  <a:pt x="633391" y="175260"/>
                </a:lnTo>
                <a:lnTo>
                  <a:pt x="656140" y="158750"/>
                </a:lnTo>
                <a:lnTo>
                  <a:pt x="677612" y="140970"/>
                </a:lnTo>
                <a:lnTo>
                  <a:pt x="711538" y="140970"/>
                </a:lnTo>
                <a:lnTo>
                  <a:pt x="687891" y="115570"/>
                </a:lnTo>
                <a:lnTo>
                  <a:pt x="654932" y="86360"/>
                </a:lnTo>
                <a:lnTo>
                  <a:pt x="618877" y="60960"/>
                </a:lnTo>
                <a:lnTo>
                  <a:pt x="580033" y="40640"/>
                </a:lnTo>
                <a:lnTo>
                  <a:pt x="565273" y="34290"/>
                </a:lnTo>
                <a:close/>
              </a:path>
            </a:pathLst>
          </a:custGeom>
          <a:solidFill>
            <a:srgbClr val="2E2D2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329" name="Google Shape;329;g133e68395f5_0_501"/>
          <p:cNvPicPr preferRelativeResize="0"/>
          <p:nvPr/>
        </p:nvPicPr>
        <p:blipFill rotWithShape="1">
          <a:blip r:embed="rId3">
            <a:alphaModFix/>
          </a:blip>
          <a:srcRect b="0" l="0" r="0" t="0"/>
          <a:stretch/>
        </p:blipFill>
        <p:spPr>
          <a:xfrm>
            <a:off x="6956170" y="1434681"/>
            <a:ext cx="1031738" cy="562610"/>
          </a:xfrm>
          <a:prstGeom prst="rect">
            <a:avLst/>
          </a:prstGeom>
          <a:noFill/>
          <a:ln>
            <a:noFill/>
          </a:ln>
        </p:spPr>
      </p:pic>
      <p:sp>
        <p:nvSpPr>
          <p:cNvPr id="330" name="Google Shape;330;g133e68395f5_0_501"/>
          <p:cNvSpPr txBox="1"/>
          <p:nvPr/>
        </p:nvSpPr>
        <p:spPr>
          <a:xfrm>
            <a:off x="8316438" y="1122731"/>
            <a:ext cx="9225900" cy="1646400"/>
          </a:xfrm>
          <a:prstGeom prst="rect">
            <a:avLst/>
          </a:prstGeom>
          <a:noFill/>
          <a:ln>
            <a:noFill/>
          </a:ln>
        </p:spPr>
        <p:txBody>
          <a:bodyPr anchorCtr="0" anchor="t" bIns="0" lIns="0" spcFirstLastPara="1" rIns="0" wrap="square" tIns="91425">
            <a:spAutoFit/>
          </a:bodyPr>
          <a:lstStyle/>
          <a:p>
            <a:pPr indent="0" lvl="0" marL="0" marR="0" rtl="0" algn="l">
              <a:lnSpc>
                <a:spcPct val="115000"/>
              </a:lnSpc>
              <a:spcBef>
                <a:spcPts val="1400"/>
              </a:spcBef>
              <a:spcAft>
                <a:spcPts val="0"/>
              </a:spcAft>
              <a:buClr>
                <a:srgbClr val="000000"/>
              </a:buClr>
              <a:buSzPts val="1100"/>
              <a:buFont typeface="Arial"/>
              <a:buNone/>
            </a:pPr>
            <a:r>
              <a:rPr b="1" lang="es-CL" sz="3500">
                <a:solidFill>
                  <a:srgbClr val="9EA4A8"/>
                </a:solidFill>
              </a:rPr>
              <a:t>Ventajas del uso de mockups</a:t>
            </a:r>
            <a:r>
              <a:rPr b="1" i="0" lang="es-CL" sz="3500" u="none" cap="none" strike="noStrike">
                <a:solidFill>
                  <a:srgbClr val="9EA4A8"/>
                </a:solidFill>
                <a:latin typeface="Arial"/>
                <a:ea typeface="Arial"/>
                <a:cs typeface="Arial"/>
                <a:sym typeface="Arial"/>
              </a:rPr>
              <a:t>?</a:t>
            </a:r>
            <a:endParaRPr b="1" i="0" sz="1300" u="none" cap="none" strike="noStrike">
              <a:solidFill>
                <a:schemeClr val="dk1"/>
              </a:solidFill>
              <a:latin typeface="Arial"/>
              <a:ea typeface="Arial"/>
              <a:cs typeface="Arial"/>
              <a:sym typeface="Arial"/>
            </a:endParaRPr>
          </a:p>
          <a:p>
            <a:pPr indent="0" lvl="0" marL="12700" marR="0" rtl="0" algn="just">
              <a:lnSpc>
                <a:spcPct val="100000"/>
              </a:lnSpc>
              <a:spcBef>
                <a:spcPts val="400"/>
              </a:spcBef>
              <a:spcAft>
                <a:spcPts val="0"/>
              </a:spcAft>
              <a:buClr>
                <a:srgbClr val="000000"/>
              </a:buClr>
              <a:buSzPts val="3500"/>
              <a:buFont typeface="Arial"/>
              <a:buNone/>
            </a:pPr>
            <a:r>
              <a:t/>
            </a:r>
            <a:endParaRPr b="1" i="0" sz="3500" u="none" cap="none" strike="noStrike">
              <a:solidFill>
                <a:srgbClr val="9EA4A8"/>
              </a:solidFill>
              <a:latin typeface="Arial"/>
              <a:ea typeface="Arial"/>
              <a:cs typeface="Arial"/>
              <a:sym typeface="Arial"/>
            </a:endParaRPr>
          </a:p>
          <a:p>
            <a:pPr indent="0" lvl="0" marL="46355" marR="5080" rtl="0" algn="ctr">
              <a:lnSpc>
                <a:spcPct val="101499"/>
              </a:lnSpc>
              <a:spcBef>
                <a:spcPts val="345"/>
              </a:spcBef>
              <a:spcAft>
                <a:spcPts val="0"/>
              </a:spcAft>
              <a:buClr>
                <a:srgbClr val="000000"/>
              </a:buClr>
              <a:buSzPts val="1950"/>
              <a:buFont typeface="Arial"/>
              <a:buNone/>
            </a:pPr>
            <a:r>
              <a:t/>
            </a:r>
            <a:endParaRPr b="1" i="0" sz="1950" u="none" cap="none" strike="noStrike">
              <a:solidFill>
                <a:schemeClr val="dk1"/>
              </a:solidFill>
              <a:latin typeface="Arial"/>
              <a:ea typeface="Arial"/>
              <a:cs typeface="Arial"/>
              <a:sym typeface="Arial"/>
            </a:endParaRPr>
          </a:p>
        </p:txBody>
      </p:sp>
      <p:sp>
        <p:nvSpPr>
          <p:cNvPr id="331" name="Google Shape;331;g133e68395f5_0_501"/>
          <p:cNvSpPr txBox="1"/>
          <p:nvPr/>
        </p:nvSpPr>
        <p:spPr>
          <a:xfrm>
            <a:off x="8316438" y="3522362"/>
            <a:ext cx="9225900" cy="1683000"/>
          </a:xfrm>
          <a:prstGeom prst="rect">
            <a:avLst/>
          </a:prstGeom>
          <a:noFill/>
          <a:ln>
            <a:noFill/>
          </a:ln>
        </p:spPr>
        <p:txBody>
          <a:bodyPr anchorCtr="0" anchor="t" bIns="0" lIns="0" spcFirstLastPara="1" rIns="0" wrap="square" tIns="91425">
            <a:spAutoFit/>
          </a:bodyPr>
          <a:lstStyle/>
          <a:p>
            <a:pPr indent="0" lvl="0" marL="0" marR="0" rtl="0" algn="l">
              <a:lnSpc>
                <a:spcPct val="115000"/>
              </a:lnSpc>
              <a:spcBef>
                <a:spcPts val="1400"/>
              </a:spcBef>
              <a:spcAft>
                <a:spcPts val="0"/>
              </a:spcAft>
              <a:buClr>
                <a:srgbClr val="000000"/>
              </a:buClr>
              <a:buSzPts val="1100"/>
              <a:buFont typeface="Arial"/>
              <a:buNone/>
            </a:pPr>
            <a:r>
              <a:rPr b="1" lang="es-CL" sz="3500">
                <a:solidFill>
                  <a:srgbClr val="9EA4A8"/>
                </a:solidFill>
              </a:rPr>
              <a:t>Aplcaciones para la creación de una maqueta (mockup)</a:t>
            </a:r>
            <a:r>
              <a:rPr b="1" i="0" lang="es-CL" sz="3500" u="none" cap="none" strike="noStrike">
                <a:solidFill>
                  <a:srgbClr val="9EA4A8"/>
                </a:solidFill>
                <a:latin typeface="Arial"/>
                <a:ea typeface="Arial"/>
                <a:cs typeface="Arial"/>
                <a:sym typeface="Arial"/>
              </a:rPr>
              <a:t>?</a:t>
            </a:r>
            <a:endParaRPr b="1" i="0" sz="1300" u="none" cap="none" strike="noStrike">
              <a:solidFill>
                <a:schemeClr val="dk1"/>
              </a:solidFill>
              <a:latin typeface="Arial"/>
              <a:ea typeface="Arial"/>
              <a:cs typeface="Arial"/>
              <a:sym typeface="Arial"/>
            </a:endParaRPr>
          </a:p>
          <a:p>
            <a:pPr indent="0" lvl="0" marL="46355" marR="5080" rtl="0" algn="ctr">
              <a:lnSpc>
                <a:spcPct val="101499"/>
              </a:lnSpc>
              <a:spcBef>
                <a:spcPts val="400"/>
              </a:spcBef>
              <a:spcAft>
                <a:spcPts val="0"/>
              </a:spcAft>
              <a:buClr>
                <a:srgbClr val="000000"/>
              </a:buClr>
              <a:buSzPts val="1950"/>
              <a:buFont typeface="Arial"/>
              <a:buNone/>
            </a:pPr>
            <a:r>
              <a:t/>
            </a:r>
            <a:endParaRPr b="0" i="0" sz="1950" u="none" cap="none" strike="noStrike">
              <a:solidFill>
                <a:schemeClr val="dk1"/>
              </a:solidFill>
              <a:latin typeface="Arial"/>
              <a:ea typeface="Arial"/>
              <a:cs typeface="Arial"/>
              <a:sym typeface="Arial"/>
            </a:endParaRPr>
          </a:p>
        </p:txBody>
      </p:sp>
      <p:sp>
        <p:nvSpPr>
          <p:cNvPr id="332" name="Google Shape;332;g133e68395f5_0_501"/>
          <p:cNvSpPr txBox="1"/>
          <p:nvPr/>
        </p:nvSpPr>
        <p:spPr>
          <a:xfrm>
            <a:off x="8183188" y="6296262"/>
            <a:ext cx="9225900" cy="1683000"/>
          </a:xfrm>
          <a:prstGeom prst="rect">
            <a:avLst/>
          </a:prstGeom>
          <a:noFill/>
          <a:ln>
            <a:noFill/>
          </a:ln>
        </p:spPr>
        <p:txBody>
          <a:bodyPr anchorCtr="0" anchor="t" bIns="0" lIns="0" spcFirstLastPara="1" rIns="0" wrap="square" tIns="91425">
            <a:spAutoFit/>
          </a:bodyPr>
          <a:lstStyle/>
          <a:p>
            <a:pPr indent="0" lvl="0" marL="0" marR="0" rtl="0" algn="l">
              <a:lnSpc>
                <a:spcPct val="115000"/>
              </a:lnSpc>
              <a:spcBef>
                <a:spcPts val="1400"/>
              </a:spcBef>
              <a:spcAft>
                <a:spcPts val="0"/>
              </a:spcAft>
              <a:buClr>
                <a:srgbClr val="000000"/>
              </a:buClr>
              <a:buSzPts val="1100"/>
              <a:buFont typeface="Arial"/>
              <a:buNone/>
            </a:pPr>
            <a:r>
              <a:rPr b="1" lang="es-CL" sz="3500">
                <a:solidFill>
                  <a:srgbClr val="9EA4A8"/>
                </a:solidFill>
              </a:rPr>
              <a:t>Cuando puede ser buena idea utilizar TinkerCad</a:t>
            </a:r>
            <a:r>
              <a:rPr b="1" i="0" lang="es-CL" sz="3500" u="none" cap="none" strike="noStrike">
                <a:solidFill>
                  <a:srgbClr val="9EA4A8"/>
                </a:solidFill>
                <a:latin typeface="Arial"/>
                <a:ea typeface="Arial"/>
                <a:cs typeface="Arial"/>
                <a:sym typeface="Arial"/>
              </a:rPr>
              <a:t>?</a:t>
            </a:r>
            <a:endParaRPr b="1" i="0" sz="1300" u="none" cap="none" strike="noStrike">
              <a:solidFill>
                <a:schemeClr val="dk1"/>
              </a:solidFill>
              <a:latin typeface="Arial"/>
              <a:ea typeface="Arial"/>
              <a:cs typeface="Arial"/>
              <a:sym typeface="Arial"/>
            </a:endParaRPr>
          </a:p>
          <a:p>
            <a:pPr indent="0" lvl="0" marL="46355" marR="5080" rtl="0" algn="ctr">
              <a:lnSpc>
                <a:spcPct val="101499"/>
              </a:lnSpc>
              <a:spcBef>
                <a:spcPts val="400"/>
              </a:spcBef>
              <a:spcAft>
                <a:spcPts val="0"/>
              </a:spcAft>
              <a:buClr>
                <a:srgbClr val="000000"/>
              </a:buClr>
              <a:buSzPts val="1950"/>
              <a:buFont typeface="Arial"/>
              <a:buNone/>
            </a:pPr>
            <a:r>
              <a:t/>
            </a:r>
            <a:endParaRPr b="0" i="0" sz="1950" u="none" cap="none" strike="noStrike">
              <a:solidFill>
                <a:schemeClr val="dk1"/>
              </a:solidFill>
              <a:latin typeface="Arial"/>
              <a:ea typeface="Arial"/>
              <a:cs typeface="Arial"/>
              <a:sym typeface="Arial"/>
            </a:endParaRPr>
          </a:p>
        </p:txBody>
      </p:sp>
      <p:pic>
        <p:nvPicPr>
          <p:cNvPr id="333" name="Google Shape;333;g133e68395f5_0_501"/>
          <p:cNvPicPr preferRelativeResize="0"/>
          <p:nvPr/>
        </p:nvPicPr>
        <p:blipFill rotWithShape="1">
          <a:blip r:embed="rId3">
            <a:alphaModFix/>
          </a:blip>
          <a:srcRect b="0" l="0" r="0" t="0"/>
          <a:stretch/>
        </p:blipFill>
        <p:spPr>
          <a:xfrm>
            <a:off x="6730895" y="6577981"/>
            <a:ext cx="1031738" cy="562610"/>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
        <p:nvSpPr>
          <p:cNvPr id="338" name="Google Shape;338;g133e68395f5_0_513"/>
          <p:cNvSpPr txBox="1"/>
          <p:nvPr>
            <p:ph idx="1" type="body"/>
          </p:nvPr>
        </p:nvSpPr>
        <p:spPr>
          <a:xfrm>
            <a:off x="574040" y="1258411"/>
            <a:ext cx="4343400" cy="7389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1400"/>
              <a:buNone/>
            </a:pPr>
            <a:r>
              <a:rPr lang="es-CL"/>
              <a:t>Bibliografía</a:t>
            </a:r>
            <a:endParaRPr/>
          </a:p>
        </p:txBody>
      </p:sp>
      <p:pic>
        <p:nvPicPr>
          <p:cNvPr id="339" name="Google Shape;339;g133e68395f5_0_513"/>
          <p:cNvPicPr preferRelativeResize="0"/>
          <p:nvPr/>
        </p:nvPicPr>
        <p:blipFill rotWithShape="1">
          <a:blip r:embed="rId3">
            <a:alphaModFix/>
          </a:blip>
          <a:srcRect b="0" l="0" r="0" t="0"/>
          <a:stretch/>
        </p:blipFill>
        <p:spPr>
          <a:xfrm>
            <a:off x="1427520" y="4845981"/>
            <a:ext cx="1031738" cy="562610"/>
          </a:xfrm>
          <a:prstGeom prst="rect">
            <a:avLst/>
          </a:prstGeom>
          <a:noFill/>
          <a:ln>
            <a:noFill/>
          </a:ln>
        </p:spPr>
      </p:pic>
      <p:sp>
        <p:nvSpPr>
          <p:cNvPr id="340" name="Google Shape;340;g133e68395f5_0_513"/>
          <p:cNvSpPr txBox="1"/>
          <p:nvPr/>
        </p:nvSpPr>
        <p:spPr>
          <a:xfrm>
            <a:off x="2984950" y="4273450"/>
            <a:ext cx="16257600" cy="3176700"/>
          </a:xfrm>
          <a:prstGeom prst="rect">
            <a:avLst/>
          </a:prstGeom>
          <a:noFill/>
          <a:ln>
            <a:noFill/>
          </a:ln>
        </p:spPr>
        <p:txBody>
          <a:bodyPr anchorCtr="0" anchor="t" bIns="0" lIns="0" spcFirstLastPara="1" rIns="0" wrap="square" tIns="91425">
            <a:spAutoFit/>
          </a:bodyPr>
          <a:lstStyle/>
          <a:p>
            <a:pPr indent="0" lvl="0" marL="12700" marR="0" rtl="0" algn="l">
              <a:lnSpc>
                <a:spcPct val="100000"/>
              </a:lnSpc>
              <a:spcBef>
                <a:spcPts val="0"/>
              </a:spcBef>
              <a:spcAft>
                <a:spcPts val="0"/>
              </a:spcAft>
              <a:buClr>
                <a:srgbClr val="000000"/>
              </a:buClr>
              <a:buSzPts val="1100"/>
              <a:buFont typeface="Arial"/>
              <a:buNone/>
            </a:pPr>
            <a:r>
              <a:rPr b="1" lang="es-CL" sz="2500">
                <a:solidFill>
                  <a:schemeClr val="dk1"/>
                </a:solidFill>
              </a:rPr>
              <a:t>1.4.1 ProtoThinking: Pensamiento de Diseño en Acción /Nelson Martinez,</a:t>
            </a:r>
            <a:r>
              <a:rPr b="1" i="0" lang="es-CL" sz="2500" u="none" cap="none" strike="noStrike">
                <a:solidFill>
                  <a:schemeClr val="dk1"/>
                </a:solidFill>
                <a:latin typeface="Arial"/>
                <a:ea typeface="Arial"/>
                <a:cs typeface="Arial"/>
                <a:sym typeface="Arial"/>
              </a:rPr>
              <a:t> </a:t>
            </a:r>
            <a:r>
              <a:rPr b="1" i="0" lang="es-CL" sz="2250" u="none" cap="none" strike="noStrike">
                <a:solidFill>
                  <a:schemeClr val="dk1"/>
                </a:solidFill>
              </a:rPr>
              <a:t>https://bibliotecabuscador.duoc.cl/client/es_CL/default/search/detailnonmodal/ent:$002f$002fSD_ILS$002f0$002fSD_ILS:10447/one</a:t>
            </a:r>
            <a:r>
              <a:rPr b="1" i="0" lang="es-CL" sz="2250" u="sng" cap="none" strike="noStrike">
                <a:solidFill>
                  <a:schemeClr val="dk1"/>
                </a:solidFill>
              </a:rPr>
              <a:t> </a:t>
            </a:r>
            <a:endParaRPr b="1" i="0" sz="2250" u="sng" cap="none" strike="noStrike">
              <a:solidFill>
                <a:schemeClr val="dk1"/>
              </a:solidFill>
            </a:endParaRPr>
          </a:p>
          <a:p>
            <a:pPr indent="0" lvl="0" marL="12700" marR="0" rtl="0" algn="l">
              <a:lnSpc>
                <a:spcPct val="100000"/>
              </a:lnSpc>
              <a:spcBef>
                <a:spcPts val="0"/>
              </a:spcBef>
              <a:spcAft>
                <a:spcPts val="0"/>
              </a:spcAft>
              <a:buClr>
                <a:srgbClr val="000000"/>
              </a:buClr>
              <a:buSzPts val="1100"/>
              <a:buFont typeface="Arial"/>
              <a:buNone/>
            </a:pPr>
            <a:r>
              <a:t/>
            </a:r>
            <a:endParaRPr b="0" i="0" sz="2250" u="none" cap="none" strike="noStrike">
              <a:solidFill>
                <a:schemeClr val="dk1"/>
              </a:solidFill>
              <a:latin typeface="Arial"/>
              <a:ea typeface="Arial"/>
              <a:cs typeface="Arial"/>
              <a:sym typeface="Arial"/>
            </a:endParaRPr>
          </a:p>
          <a:p>
            <a:pPr indent="0" lvl="0" marL="12700" marR="0" rtl="0" algn="l">
              <a:lnSpc>
                <a:spcPct val="100000"/>
              </a:lnSpc>
              <a:spcBef>
                <a:spcPts val="0"/>
              </a:spcBef>
              <a:spcAft>
                <a:spcPts val="0"/>
              </a:spcAft>
              <a:buClr>
                <a:schemeClr val="dk1"/>
              </a:buClr>
              <a:buSzPts val="1100"/>
              <a:buFont typeface="Arial"/>
              <a:buNone/>
            </a:pPr>
            <a:r>
              <a:t/>
            </a:r>
            <a:endParaRPr b="0" i="0" sz="2250" u="sng" cap="none" strike="noStrike">
              <a:solidFill>
                <a:srgbClr val="1155CC"/>
              </a:solidFill>
              <a:latin typeface="Arial"/>
              <a:ea typeface="Arial"/>
              <a:cs typeface="Arial"/>
              <a:sym typeface="Arial"/>
            </a:endParaRPr>
          </a:p>
          <a:p>
            <a:pPr indent="0" lvl="0" marL="12700" marR="0" rtl="0" algn="l">
              <a:lnSpc>
                <a:spcPct val="100000"/>
              </a:lnSpc>
              <a:spcBef>
                <a:spcPts val="0"/>
              </a:spcBef>
              <a:spcAft>
                <a:spcPts val="0"/>
              </a:spcAft>
              <a:buClr>
                <a:srgbClr val="000000"/>
              </a:buClr>
              <a:buSzPts val="4900"/>
              <a:buFont typeface="Arial"/>
              <a:buNone/>
            </a:pPr>
            <a:r>
              <a:t/>
            </a:r>
            <a:endParaRPr b="1" i="0" sz="4900" u="none" cap="none" strike="noStrike">
              <a:solidFill>
                <a:srgbClr val="9EA4A8"/>
              </a:solidFill>
              <a:latin typeface="Arial"/>
              <a:ea typeface="Arial"/>
              <a:cs typeface="Arial"/>
              <a:sym typeface="Arial"/>
            </a:endParaRPr>
          </a:p>
          <a:p>
            <a:pPr indent="0" lvl="0" marL="46355" marR="5080" rtl="0" algn="l">
              <a:lnSpc>
                <a:spcPct val="101499"/>
              </a:lnSpc>
              <a:spcBef>
                <a:spcPts val="345"/>
              </a:spcBef>
              <a:spcAft>
                <a:spcPts val="0"/>
              </a:spcAft>
              <a:buClr>
                <a:srgbClr val="000000"/>
              </a:buClr>
              <a:buSzPts val="3350"/>
              <a:buFont typeface="Arial"/>
              <a:buNone/>
            </a:pPr>
            <a:r>
              <a:t/>
            </a:r>
            <a:endParaRPr b="1" i="0" sz="3350" u="none" cap="none" strike="noStrike">
              <a:solidFill>
                <a:schemeClr val="dk1"/>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2021-04-02T01:36:00Z</dcterms:creat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2021-03-30T00:00:00Z</vt:filetime>
  </property>
  <property fmtid="{D5CDD505-2E9C-101B-9397-08002B2CF9AE}" pid="3" name="Creator">
    <vt:lpwstr>Adobe Illustrator 25.2 (Macintosh)</vt:lpwstr>
  </property>
  <property fmtid="{D5CDD505-2E9C-101B-9397-08002B2CF9AE}" pid="4" name="LastSaved">
    <vt:filetime>2021-04-02T00:00:00Z</vt:filetime>
  </property>
  <property fmtid="{D5CDD505-2E9C-101B-9397-08002B2CF9AE}" pid="5" name="ContentTypeId">
    <vt:lpwstr>0x010100359B225CE7CAA348A8B4C04C4EBDCC19</vt:lpwstr>
  </property>
</Properties>
</file>
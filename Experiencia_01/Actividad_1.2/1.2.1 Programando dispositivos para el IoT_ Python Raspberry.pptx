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6" r:id="rId5"/>
    <p:sldMasterId id="2147483665" r:id="rId6"/>
    <p:sldMasterId id="2147483678" r:id="rId7"/>
    <p:sldMasterId id="2147483691" r:id="rId8"/>
    <p:sldMasterId id="2147483704" r:id="rId9"/>
    <p:sldMasterId id="2147483717"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Lst>
  <p:sldSz cy="11309350" cx="20104100"/>
  <p:notesSz cx="20104100" cy="11309350"/>
  <p:embeddedFontLst>
    <p:embeddedFont>
      <p:font typeface="Franklin Gothic"/>
      <p:bold r:id="rId42"/>
    </p:embeddedFont>
    <p:embeddedFont>
      <p:font typeface="Bebas Neue"/>
      <p:regular r:id="rId43"/>
    </p:embeddedFont>
    <p:embeddedFont>
      <p:font typeface="Roboto Condensed"/>
      <p:regular r:id="rId44"/>
      <p:bold r:id="rId45"/>
      <p:italic r:id="rId46"/>
      <p:boldItalic r:id="rId47"/>
    </p:embeddedFon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http://customooxmlschemas.google.com/">
      <go:slidesCustomData xmlns:go="http://customooxmlschemas.google.com/" r:id="rId52" roundtripDataSignature="AMtx7mjgEqqz3LvY29eXKN1o+0AjL1cI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font" Target="fonts/FranklinGothic-bold.fntdata"/><Relationship Id="rId41" Type="http://schemas.openxmlformats.org/officeDocument/2006/relationships/slide" Target="slides/slide30.xml"/><Relationship Id="rId44" Type="http://schemas.openxmlformats.org/officeDocument/2006/relationships/font" Target="fonts/RobotoCondensed-regular.fntdata"/><Relationship Id="rId43" Type="http://schemas.openxmlformats.org/officeDocument/2006/relationships/font" Target="fonts/BebasNeue-regular.fntdata"/><Relationship Id="rId46" Type="http://schemas.openxmlformats.org/officeDocument/2006/relationships/font" Target="fonts/RobotoCondensed-italic.fntdata"/><Relationship Id="rId45" Type="http://schemas.openxmlformats.org/officeDocument/2006/relationships/font" Target="fonts/RobotoCondensed-bold.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RobotoMono-regular.fntdata"/><Relationship Id="rId47" Type="http://schemas.openxmlformats.org/officeDocument/2006/relationships/font" Target="fonts/RobotoCondensed-boldItalic.fntdata"/><Relationship Id="rId49" Type="http://schemas.openxmlformats.org/officeDocument/2006/relationships/font" Target="fonts/RobotoMono-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RobotoMono-boldItalic.fntdata"/><Relationship Id="rId50" Type="http://schemas.openxmlformats.org/officeDocument/2006/relationships/font" Target="fonts/RobotoMono-italic.fntdata"/><Relationship Id="rId52" Type="http://customschemas.google.com/relationships/presentationmetadata" Target="metadata"/><Relationship Id="rId11" Type="http://schemas.openxmlformats.org/officeDocument/2006/relationships/notesMaster" Target="notesMasters/notesMaster1.xml"/><Relationship Id="rId10" Type="http://schemas.openxmlformats.org/officeDocument/2006/relationships/slideMaster" Target="slideMasters/slideMaster7.xml"/><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343706a5ce_0_1631:notes"/>
          <p:cNvSpPr txBox="1"/>
          <p:nvPr>
            <p:ph idx="1" type="body"/>
          </p:nvPr>
        </p:nvSpPr>
        <p:spPr>
          <a:xfrm>
            <a:off x="2010410" y="5371941"/>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1343706a5ce_0_1631: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33e68395f5_0_46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g133e68395f5_0_46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7: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9" name="Google Shape;459;p7: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343706a5ce_0_879: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64" name="Google Shape;464;g1343706a5ce_0_879: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343706a5ce_0_88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72" name="Google Shape;472;g1343706a5ce_0_88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343706a5ce_0_89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77" name="Google Shape;477;g1343706a5ce_0_89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343706a5ce_0_89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84" name="Google Shape;484;g1343706a5ce_0_89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343706a5ce_0_90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89" name="Google Shape;489;g1343706a5ce_0_90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343706a5ce_0_90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95" name="Google Shape;495;g1343706a5ce_0_90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343706a5ce_0_914: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04" name="Google Shape;504;g1343706a5ce_0_914: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343706a5ce_0_92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13" name="Google Shape;513;g1343706a5ce_0_922: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343706a5ce_0_93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22" name="Google Shape;522;g1343706a5ce_0_93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343706a5ce_0_934: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27" name="Google Shape;527;g1343706a5ce_0_934: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343706a5ce_0_944: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38" name="Google Shape;538;g1343706a5ce_0_944: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343706a5ce_0_95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45" name="Google Shape;545;g1343706a5ce_0_95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343706a5ce_0_95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52" name="Google Shape;552;g1343706a5ce_0_95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343706a5ce_0_96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59" name="Google Shape;559;g1343706a5ce_0_962: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343706a5ce_0_969: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67" name="Google Shape;567;g1343706a5ce_0_969: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343706a5ce_0_97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75" name="Google Shape;575;g1343706a5ce_0_97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343706a5ce_0_98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82" name="Google Shape;582;g1343706a5ce_0_982: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1343706a5ce_0_986: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87" name="Google Shape;587;g1343706a5ce_0_986: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343706a5ce_0_99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94" name="Google Shape;594;g1343706a5ce_0_992: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343706a5ce_0_1000: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603" name="Google Shape;603;g1343706a5ce_0_100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133e68395f5_0_4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g133e68395f5_0_4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6: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6" name="Google Shape;616;p6: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343706a5ce_0_165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5" name="Google Shape;625;g1343706a5ce_0_165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1343706a5ce_0_166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3" name="Google Shape;633;g1343706a5ce_0_166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133e68395f5_0_50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9" name="Google Shape;639;g133e68395f5_0_50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133e68395f5_0_51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8" name="Google Shape;648;g133e68395f5_0_51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pic>
        <p:nvPicPr>
          <p:cNvPr id="12" name="Google Shape;12;p9"/>
          <p:cNvPicPr preferRelativeResize="0"/>
          <p:nvPr/>
        </p:nvPicPr>
        <p:blipFill rotWithShape="1">
          <a:blip r:embed="rId2">
            <a:alphaModFix/>
          </a:blip>
          <a:srcRect b="0" l="0" r="0" t="0"/>
          <a:stretch/>
        </p:blipFill>
        <p:spPr>
          <a:xfrm>
            <a:off x="0" y="8255"/>
            <a:ext cx="20104100" cy="11308556"/>
          </a:xfrm>
          <a:prstGeom prst="rect">
            <a:avLst/>
          </a:prstGeom>
          <a:noFill/>
          <a:ln>
            <a:noFill/>
          </a:ln>
        </p:spPr>
      </p:pic>
      <p:sp>
        <p:nvSpPr>
          <p:cNvPr id="13" name="Google Shape;13;p9"/>
          <p:cNvSpPr/>
          <p:nvPr/>
        </p:nvSpPr>
        <p:spPr>
          <a:xfrm>
            <a:off x="5092767" y="7368222"/>
            <a:ext cx="10694670" cy="53340"/>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9"/>
          <p:cNvSpPr/>
          <p:nvPr/>
        </p:nvSpPr>
        <p:spPr>
          <a:xfrm>
            <a:off x="5092767" y="6322551"/>
            <a:ext cx="10694670" cy="1045671"/>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9"/>
          <p:cNvSpPr txBox="1"/>
          <p:nvPr>
            <p:ph idx="1" type="body"/>
          </p:nvPr>
        </p:nvSpPr>
        <p:spPr>
          <a:xfrm>
            <a:off x="5138402" y="6401309"/>
            <a:ext cx="10649035" cy="830997"/>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5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9"/>
          <p:cNvSpPr txBox="1"/>
          <p:nvPr>
            <p:ph idx="2" type="body"/>
          </p:nvPr>
        </p:nvSpPr>
        <p:spPr>
          <a:xfrm>
            <a:off x="4718050" y="5246439"/>
            <a:ext cx="11429999" cy="92333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6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 name="Google Shape;17;p9"/>
          <p:cNvSpPr txBox="1"/>
          <p:nvPr>
            <p:ph idx="3" type="body"/>
          </p:nvPr>
        </p:nvSpPr>
        <p:spPr>
          <a:xfrm>
            <a:off x="5092767" y="7676832"/>
            <a:ext cx="10694988" cy="492443"/>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sz="3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18" name="Google Shape;18;p9"/>
          <p:cNvPicPr preferRelativeResize="0"/>
          <p:nvPr/>
        </p:nvPicPr>
        <p:blipFill rotWithShape="1">
          <a:blip r:embed="rId3">
            <a:alphaModFix/>
          </a:blip>
          <a:srcRect b="0" l="0" r="0" t="0"/>
          <a:stretch/>
        </p:blipFill>
        <p:spPr>
          <a:xfrm>
            <a:off x="7489667" y="8484983"/>
            <a:ext cx="6220794" cy="2046492"/>
          </a:xfrm>
          <a:prstGeom prst="rect">
            <a:avLst/>
          </a:prstGeom>
          <a:noFill/>
          <a:ln>
            <a:noFill/>
          </a:ln>
        </p:spPr>
      </p:pic>
      <p:pic>
        <p:nvPicPr>
          <p:cNvPr id="19" name="Google Shape;19;p9"/>
          <p:cNvPicPr preferRelativeResize="0"/>
          <p:nvPr/>
        </p:nvPicPr>
        <p:blipFill rotWithShape="1">
          <a:blip r:embed="rId4">
            <a:alphaModFix/>
          </a:blip>
          <a:srcRect b="0" l="0" r="0" t="0"/>
          <a:stretch/>
        </p:blipFill>
        <p:spPr>
          <a:xfrm>
            <a:off x="8210952" y="10282677"/>
            <a:ext cx="4224383" cy="8335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0" name="Shape 20"/>
        <p:cNvGrpSpPr/>
        <p:nvPr/>
      </p:nvGrpSpPr>
      <p:grpSpPr>
        <a:xfrm>
          <a:off x="0" y="0"/>
          <a:ext cx="0" cy="0"/>
          <a:chOff x="0" y="0"/>
          <a:chExt cx="0" cy="0"/>
        </a:xfrm>
      </p:grpSpPr>
      <p:sp>
        <p:nvSpPr>
          <p:cNvPr id="21" name="Google Shape;21;p10"/>
          <p:cNvSpPr/>
          <p:nvPr/>
        </p:nvSpPr>
        <p:spPr>
          <a:xfrm>
            <a:off x="14603006" y="1768475"/>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Google Shape;22;p10"/>
          <p:cNvSpPr/>
          <p:nvPr/>
        </p:nvSpPr>
        <p:spPr>
          <a:xfrm>
            <a:off x="10415337" y="1768476"/>
            <a:ext cx="3392804" cy="7616568"/>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0"/>
          <p:cNvSpPr/>
          <p:nvPr/>
        </p:nvSpPr>
        <p:spPr>
          <a:xfrm>
            <a:off x="6347214" y="1813303"/>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0"/>
          <p:cNvSpPr/>
          <p:nvPr/>
        </p:nvSpPr>
        <p:spPr>
          <a:xfrm>
            <a:off x="2235659" y="1820288"/>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0"/>
          <p:cNvSpPr txBox="1"/>
          <p:nvPr>
            <p:ph idx="1" type="body"/>
          </p:nvPr>
        </p:nvSpPr>
        <p:spPr>
          <a:xfrm>
            <a:off x="243205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10"/>
          <p:cNvSpPr txBox="1"/>
          <p:nvPr>
            <p:ph idx="2" type="body"/>
          </p:nvPr>
        </p:nvSpPr>
        <p:spPr>
          <a:xfrm>
            <a:off x="243205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10"/>
          <p:cNvSpPr txBox="1"/>
          <p:nvPr>
            <p:ph idx="3" type="body"/>
          </p:nvPr>
        </p:nvSpPr>
        <p:spPr>
          <a:xfrm>
            <a:off x="252090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10"/>
          <p:cNvSpPr txBox="1"/>
          <p:nvPr>
            <p:ph idx="4" type="body"/>
          </p:nvPr>
        </p:nvSpPr>
        <p:spPr>
          <a:xfrm>
            <a:off x="6569873"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10"/>
          <p:cNvSpPr txBox="1"/>
          <p:nvPr>
            <p:ph idx="5" type="body"/>
          </p:nvPr>
        </p:nvSpPr>
        <p:spPr>
          <a:xfrm>
            <a:off x="6569873"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10"/>
          <p:cNvSpPr txBox="1"/>
          <p:nvPr>
            <p:ph idx="6" type="body"/>
          </p:nvPr>
        </p:nvSpPr>
        <p:spPr>
          <a:xfrm>
            <a:off x="6658730"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10"/>
          <p:cNvSpPr txBox="1"/>
          <p:nvPr>
            <p:ph idx="7" type="body"/>
          </p:nvPr>
        </p:nvSpPr>
        <p:spPr>
          <a:xfrm>
            <a:off x="1064273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10"/>
          <p:cNvSpPr txBox="1"/>
          <p:nvPr>
            <p:ph idx="8" type="body"/>
          </p:nvPr>
        </p:nvSpPr>
        <p:spPr>
          <a:xfrm>
            <a:off x="1064273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10"/>
          <p:cNvSpPr txBox="1"/>
          <p:nvPr>
            <p:ph idx="9" type="body"/>
          </p:nvPr>
        </p:nvSpPr>
        <p:spPr>
          <a:xfrm>
            <a:off x="1073158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10"/>
          <p:cNvSpPr txBox="1"/>
          <p:nvPr>
            <p:ph idx="13" type="body"/>
          </p:nvPr>
        </p:nvSpPr>
        <p:spPr>
          <a:xfrm>
            <a:off x="14844104"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10"/>
          <p:cNvSpPr txBox="1"/>
          <p:nvPr>
            <p:ph idx="14" type="body"/>
          </p:nvPr>
        </p:nvSpPr>
        <p:spPr>
          <a:xfrm>
            <a:off x="14844104"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0"/>
          <p:cNvSpPr txBox="1"/>
          <p:nvPr>
            <p:ph idx="15" type="body"/>
          </p:nvPr>
        </p:nvSpPr>
        <p:spPr>
          <a:xfrm>
            <a:off x="14932961"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10"/>
          <p:cNvSpPr/>
          <p:nvPr/>
        </p:nvSpPr>
        <p:spPr>
          <a:xfrm>
            <a:off x="3579241"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 name="Google Shape;38;p10"/>
          <p:cNvSpPr/>
          <p:nvPr/>
        </p:nvSpPr>
        <p:spPr>
          <a:xfrm>
            <a:off x="7667696"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10"/>
          <p:cNvSpPr/>
          <p:nvPr/>
        </p:nvSpPr>
        <p:spPr>
          <a:xfrm>
            <a:off x="15995650"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 name="Google Shape;40;p10"/>
          <p:cNvSpPr/>
          <p:nvPr/>
        </p:nvSpPr>
        <p:spPr>
          <a:xfrm>
            <a:off x="11728450" y="571988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 name="Google Shape;41;p10"/>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p10"/>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3" name="Google Shape;43;p10"/>
          <p:cNvGrpSpPr/>
          <p:nvPr/>
        </p:nvGrpSpPr>
        <p:grpSpPr>
          <a:xfrm>
            <a:off x="19131280" y="10355374"/>
            <a:ext cx="445703" cy="598161"/>
            <a:chOff x="18406074" y="10234089"/>
            <a:chExt cx="445703" cy="598161"/>
          </a:xfrm>
        </p:grpSpPr>
        <p:sp>
          <p:nvSpPr>
            <p:cNvPr id="44" name="Google Shape;44;p1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5" name="Google Shape;45;p1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46" name="Google Shape;46;p10"/>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7" name="Shape 47"/>
        <p:cNvGrpSpPr/>
        <p:nvPr/>
      </p:nvGrpSpPr>
      <p:grpSpPr>
        <a:xfrm>
          <a:off x="0" y="0"/>
          <a:ext cx="0" cy="0"/>
          <a:chOff x="0" y="0"/>
          <a:chExt cx="0" cy="0"/>
        </a:xfrm>
      </p:grpSpPr>
      <p:pic>
        <p:nvPicPr>
          <p:cNvPr id="48" name="Google Shape;48;p12"/>
          <p:cNvPicPr preferRelativeResize="0"/>
          <p:nvPr/>
        </p:nvPicPr>
        <p:blipFill rotWithShape="1">
          <a:blip r:embed="rId2">
            <a:alphaModFix/>
          </a:blip>
          <a:srcRect b="0" l="0" r="0" t="0"/>
          <a:stretch/>
        </p:blipFill>
        <p:spPr>
          <a:xfrm>
            <a:off x="0" y="0"/>
            <a:ext cx="20104100" cy="7378258"/>
          </a:xfrm>
          <a:prstGeom prst="rect">
            <a:avLst/>
          </a:prstGeom>
          <a:noFill/>
          <a:ln>
            <a:noFill/>
          </a:ln>
        </p:spPr>
      </p:pic>
      <p:sp>
        <p:nvSpPr>
          <p:cNvPr id="49" name="Google Shape;49;p12"/>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 name="Google Shape;50;p12"/>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1" name="Google Shape;51;p12"/>
          <p:cNvGrpSpPr/>
          <p:nvPr/>
        </p:nvGrpSpPr>
        <p:grpSpPr>
          <a:xfrm>
            <a:off x="19131280" y="10355374"/>
            <a:ext cx="445703" cy="598161"/>
            <a:chOff x="18406074" y="10234089"/>
            <a:chExt cx="445703" cy="598161"/>
          </a:xfrm>
        </p:grpSpPr>
        <p:sp>
          <p:nvSpPr>
            <p:cNvPr id="52" name="Google Shape;52;p12"/>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3" name="Google Shape;53;p12"/>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54" name="Google Shape;54;p12"/>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55" name="Google Shape;55;p12"/>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6" name="Google Shape;56;p12"/>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57" name="Google Shape;57;p12"/>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58" name="Shape 58"/>
        <p:cNvGrpSpPr/>
        <p:nvPr/>
      </p:nvGrpSpPr>
      <p:grpSpPr>
        <a:xfrm>
          <a:off x="0" y="0"/>
          <a:ext cx="0" cy="0"/>
          <a:chOff x="0" y="0"/>
          <a:chExt cx="0" cy="0"/>
        </a:xfrm>
      </p:grpSpPr>
      <p:sp>
        <p:nvSpPr>
          <p:cNvPr id="59" name="Google Shape;59;p11"/>
          <p:cNvSpPr/>
          <p:nvPr/>
        </p:nvSpPr>
        <p:spPr>
          <a:xfrm>
            <a:off x="1" y="828729"/>
            <a:ext cx="4946650" cy="1168346"/>
          </a:xfrm>
          <a:prstGeom prst="rect">
            <a:avLst/>
          </a:prstGeom>
          <a:solidFill>
            <a:srgbClr val="317D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 name="Google Shape;60;p11"/>
          <p:cNvSpPr/>
          <p:nvPr/>
        </p:nvSpPr>
        <p:spPr>
          <a:xfrm>
            <a:off x="4998572" y="828729"/>
            <a:ext cx="152400" cy="1168346"/>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 name="Google Shape;61;p11"/>
          <p:cNvSpPr txBox="1"/>
          <p:nvPr>
            <p:ph idx="1" type="body"/>
          </p:nvPr>
        </p:nvSpPr>
        <p:spPr>
          <a:xfrm>
            <a:off x="574040" y="1258411"/>
            <a:ext cx="4343400" cy="147732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4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1"/>
          <p:cNvSpPr txBox="1"/>
          <p:nvPr>
            <p:ph idx="2" type="body"/>
          </p:nvPr>
        </p:nvSpPr>
        <p:spPr>
          <a:xfrm>
            <a:off x="574675" y="2911475"/>
            <a:ext cx="4343400" cy="123110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20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11"/>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 name="Google Shape;64;p11"/>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65" name="Google Shape;65;p11"/>
          <p:cNvGrpSpPr/>
          <p:nvPr/>
        </p:nvGrpSpPr>
        <p:grpSpPr>
          <a:xfrm>
            <a:off x="19131280" y="10355374"/>
            <a:ext cx="445703" cy="598161"/>
            <a:chOff x="18406074" y="10234089"/>
            <a:chExt cx="445703" cy="598161"/>
          </a:xfrm>
        </p:grpSpPr>
        <p:sp>
          <p:nvSpPr>
            <p:cNvPr id="66" name="Google Shape;66;p11"/>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7" name="Google Shape;67;p11"/>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68" name="Google Shape;68;p11"/>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9" name="Shape 69"/>
        <p:cNvGrpSpPr/>
        <p:nvPr/>
      </p:nvGrpSpPr>
      <p:grpSpPr>
        <a:xfrm>
          <a:off x="0" y="0"/>
          <a:ext cx="0" cy="0"/>
          <a:chOff x="0" y="0"/>
          <a:chExt cx="0" cy="0"/>
        </a:xfrm>
      </p:grpSpPr>
      <p:pic>
        <p:nvPicPr>
          <p:cNvPr id="70" name="Google Shape;70;p13"/>
          <p:cNvPicPr preferRelativeResize="0"/>
          <p:nvPr/>
        </p:nvPicPr>
        <p:blipFill rotWithShape="1">
          <a:blip r:embed="rId2">
            <a:alphaModFix/>
          </a:blip>
          <a:srcRect b="0" l="0" r="0" t="0"/>
          <a:stretch/>
        </p:blipFill>
        <p:spPr>
          <a:xfrm>
            <a:off x="-1" y="0"/>
            <a:ext cx="20104101" cy="7407276"/>
          </a:xfrm>
          <a:prstGeom prst="rect">
            <a:avLst/>
          </a:prstGeom>
          <a:noFill/>
          <a:ln>
            <a:noFill/>
          </a:ln>
        </p:spPr>
      </p:pic>
      <p:sp>
        <p:nvSpPr>
          <p:cNvPr id="71" name="Google Shape;71;p13"/>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13"/>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3" name="Google Shape;73;p13"/>
          <p:cNvGrpSpPr/>
          <p:nvPr/>
        </p:nvGrpSpPr>
        <p:grpSpPr>
          <a:xfrm>
            <a:off x="19131280" y="10355374"/>
            <a:ext cx="445703" cy="598161"/>
            <a:chOff x="18406074" y="10234089"/>
            <a:chExt cx="445703" cy="598161"/>
          </a:xfrm>
        </p:grpSpPr>
        <p:sp>
          <p:nvSpPr>
            <p:cNvPr id="74" name="Google Shape;74;p13"/>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5" name="Google Shape;75;p1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76" name="Google Shape;76;p13"/>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77" name="Google Shape;77;p13"/>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78" name="Google Shape;78;p13"/>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79" name="Google Shape;79;p13"/>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0" y="-52196"/>
            <a:ext cx="20104100" cy="7520510"/>
          </a:xfrm>
          <a:prstGeom prst="rect">
            <a:avLst/>
          </a:prstGeom>
          <a:noFill/>
          <a:ln>
            <a:noFill/>
          </a:ln>
        </p:spPr>
      </p:pic>
      <p:sp>
        <p:nvSpPr>
          <p:cNvPr id="82" name="Google Shape;82;p14"/>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14"/>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4" name="Google Shape;84;p14"/>
          <p:cNvGrpSpPr/>
          <p:nvPr/>
        </p:nvGrpSpPr>
        <p:grpSpPr>
          <a:xfrm>
            <a:off x="19131280" y="10355374"/>
            <a:ext cx="445703" cy="598161"/>
            <a:chOff x="18406074" y="10234089"/>
            <a:chExt cx="445703" cy="598161"/>
          </a:xfrm>
        </p:grpSpPr>
        <p:sp>
          <p:nvSpPr>
            <p:cNvPr id="85" name="Google Shape;85;p14"/>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 name="Google Shape;86;p1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87" name="Google Shape;87;p14"/>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88" name="Google Shape;88;p14"/>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9" name="Google Shape;89;p14"/>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90" name="Google Shape;90;p14"/>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91" name="Shape 91"/>
        <p:cNvGrpSpPr/>
        <p:nvPr/>
      </p:nvGrpSpPr>
      <p:grpSpPr>
        <a:xfrm>
          <a:off x="0" y="0"/>
          <a:ext cx="0" cy="0"/>
          <a:chOff x="0" y="0"/>
          <a:chExt cx="0" cy="0"/>
        </a:xfrm>
      </p:grpSpPr>
      <p:pic>
        <p:nvPicPr>
          <p:cNvPr id="92" name="Google Shape;92;p15"/>
          <p:cNvPicPr preferRelativeResize="0"/>
          <p:nvPr/>
        </p:nvPicPr>
        <p:blipFill rotWithShape="1">
          <a:blip r:embed="rId2">
            <a:alphaModFix/>
          </a:blip>
          <a:srcRect b="0" l="0" r="0" t="0"/>
          <a:stretch/>
        </p:blipFill>
        <p:spPr>
          <a:xfrm>
            <a:off x="-1" y="-22225"/>
            <a:ext cx="20112123" cy="7534688"/>
          </a:xfrm>
          <a:prstGeom prst="rect">
            <a:avLst/>
          </a:prstGeom>
          <a:noFill/>
          <a:ln>
            <a:noFill/>
          </a:ln>
        </p:spPr>
      </p:pic>
      <p:sp>
        <p:nvSpPr>
          <p:cNvPr id="93" name="Google Shape;93;p15"/>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5"/>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95" name="Google Shape;95;p15"/>
          <p:cNvGrpSpPr/>
          <p:nvPr/>
        </p:nvGrpSpPr>
        <p:grpSpPr>
          <a:xfrm>
            <a:off x="19131280" y="10355374"/>
            <a:ext cx="445703" cy="598161"/>
            <a:chOff x="18406074" y="10234089"/>
            <a:chExt cx="445703" cy="598161"/>
          </a:xfrm>
        </p:grpSpPr>
        <p:sp>
          <p:nvSpPr>
            <p:cNvPr id="96" name="Google Shape;96;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 name="Google Shape;97;p1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98" name="Google Shape;98;p15"/>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99" name="Google Shape;99;p15"/>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0" name="Google Shape;100;p15"/>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01" name="Google Shape;101;p15"/>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solidFill>
          <a:schemeClr val="dk2"/>
        </a:solidFill>
      </p:bgPr>
    </p:bg>
    <p:spTree>
      <p:nvGrpSpPr>
        <p:cNvPr id="106" name="Shape 106"/>
        <p:cNvGrpSpPr/>
        <p:nvPr/>
      </p:nvGrpSpPr>
      <p:grpSpPr>
        <a:xfrm>
          <a:off x="0" y="0"/>
          <a:ext cx="0" cy="0"/>
          <a:chOff x="0" y="0"/>
          <a:chExt cx="0" cy="0"/>
        </a:xfrm>
      </p:grpSpPr>
      <p:sp>
        <p:nvSpPr>
          <p:cNvPr id="107" name="Google Shape;107;g133e68395f5_0_400"/>
          <p:cNvSpPr txBox="1"/>
          <p:nvPr>
            <p:ph idx="1" type="body"/>
          </p:nvPr>
        </p:nvSpPr>
        <p:spPr>
          <a:xfrm>
            <a:off x="1232073" y="4345182"/>
            <a:ext cx="17640000" cy="3753000"/>
          </a:xfrm>
          <a:prstGeom prst="rect">
            <a:avLst/>
          </a:prstGeom>
          <a:noFill/>
          <a:ln>
            <a:noFill/>
          </a:ln>
        </p:spPr>
        <p:txBody>
          <a:bodyPr anchorCtr="0" anchor="ctr" bIns="92100" lIns="181400" spcFirstLastPara="1" rIns="184250" wrap="square" tIns="92100">
            <a:noAutofit/>
          </a:bodyPr>
          <a:lstStyle>
            <a:lvl1pPr indent="-228600" lvl="0" marL="457200" algn="ctr">
              <a:lnSpc>
                <a:spcPct val="90000"/>
              </a:lnSpc>
              <a:spcBef>
                <a:spcPts val="2000"/>
              </a:spcBef>
              <a:spcAft>
                <a:spcPts val="0"/>
              </a:spcAft>
              <a:buSzPts val="5600"/>
              <a:buNone/>
              <a:defRPr sz="81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pic>
        <p:nvPicPr>
          <p:cNvPr id="108" name="Google Shape;108;g133e68395f5_0_400"/>
          <p:cNvPicPr preferRelativeResize="0"/>
          <p:nvPr/>
        </p:nvPicPr>
        <p:blipFill rotWithShape="1">
          <a:blip r:embed="rId2">
            <a:alphaModFix/>
          </a:blip>
          <a:srcRect b="0" l="0" r="0" t="0"/>
          <a:stretch/>
        </p:blipFill>
        <p:spPr>
          <a:xfrm>
            <a:off x="13585985" y="647674"/>
            <a:ext cx="6066048" cy="757956"/>
          </a:xfrm>
          <a:prstGeom prst="rect">
            <a:avLst/>
          </a:prstGeom>
          <a:noFill/>
          <a:ln>
            <a:noFill/>
          </a:ln>
        </p:spPr>
      </p:pic>
      <p:sp>
        <p:nvSpPr>
          <p:cNvPr id="109" name="Google Shape;109;g133e68395f5_0_400"/>
          <p:cNvSpPr txBox="1"/>
          <p:nvPr>
            <p:ph idx="2" type="body"/>
          </p:nvPr>
        </p:nvSpPr>
        <p:spPr>
          <a:xfrm>
            <a:off x="1232073" y="2691761"/>
            <a:ext cx="17640000" cy="1097700"/>
          </a:xfrm>
          <a:prstGeom prst="rect">
            <a:avLst/>
          </a:prstGeom>
          <a:solidFill>
            <a:schemeClr val="accent1"/>
          </a:solidFill>
          <a:ln>
            <a:noFill/>
          </a:ln>
        </p:spPr>
        <p:txBody>
          <a:bodyPr anchorCtr="0" anchor="t" bIns="92100" lIns="181400" spcFirstLastPara="1" rIns="184250" wrap="square" tIns="92100">
            <a:noAutofit/>
          </a:bodyPr>
          <a:lstStyle>
            <a:lvl1pPr indent="-228600" lvl="0" marL="457200" algn="ctr">
              <a:lnSpc>
                <a:spcPct val="90000"/>
              </a:lnSpc>
              <a:spcBef>
                <a:spcPts val="2000"/>
              </a:spcBef>
              <a:spcAft>
                <a:spcPts val="0"/>
              </a:spcAft>
              <a:buSzPts val="5600"/>
              <a:buNone/>
              <a:defRPr sz="56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sp>
        <p:nvSpPr>
          <p:cNvPr id="110" name="Google Shape;110;g133e68395f5_0_400"/>
          <p:cNvSpPr/>
          <p:nvPr/>
        </p:nvSpPr>
        <p:spPr>
          <a:xfrm>
            <a:off x="1694799" y="350799"/>
            <a:ext cx="19866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1" name="Google Shape;111;g133e68395f5_0_400"/>
          <p:cNvSpPr/>
          <p:nvPr/>
        </p:nvSpPr>
        <p:spPr>
          <a:xfrm>
            <a:off x="321925" y="350799"/>
            <a:ext cx="1986600" cy="1340700"/>
          </a:xfrm>
          <a:prstGeom prst="parallelogram">
            <a:avLst>
              <a:gd fmla="val 45310" name="adj"/>
            </a:avLst>
          </a:prstGeom>
          <a:gradFill>
            <a:gsLst>
              <a:gs pos="0">
                <a:schemeClr val="dk2"/>
              </a:gs>
              <a:gs pos="65000">
                <a:schemeClr val="lt1"/>
              </a:gs>
              <a:gs pos="100000">
                <a:schemeClr val="l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2" name="Google Shape;112;g133e68395f5_0_400"/>
          <p:cNvSpPr/>
          <p:nvPr/>
        </p:nvSpPr>
        <p:spPr>
          <a:xfrm>
            <a:off x="3018638" y="350799"/>
            <a:ext cx="105672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13" name="Google Shape;113;g133e68395f5_0_400"/>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solidFill>
                  <a:schemeClr val="accent1"/>
                </a:solidFill>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type="obj">
  <p:cSld name="OBJECT">
    <p:spTree>
      <p:nvGrpSpPr>
        <p:cNvPr id="114" name="Shape 114"/>
        <p:cNvGrpSpPr/>
        <p:nvPr/>
      </p:nvGrpSpPr>
      <p:grpSpPr>
        <a:xfrm>
          <a:off x="0" y="0"/>
          <a:ext cx="0" cy="0"/>
          <a:chOff x="0" y="0"/>
          <a:chExt cx="0" cy="0"/>
        </a:xfrm>
      </p:grpSpPr>
      <p:sp>
        <p:nvSpPr>
          <p:cNvPr id="115" name="Google Shape;115;g133e68395f5_0_408"/>
          <p:cNvSpPr/>
          <p:nvPr/>
        </p:nvSpPr>
        <p:spPr>
          <a:xfrm>
            <a:off x="1694799" y="350799"/>
            <a:ext cx="1986600" cy="1340700"/>
          </a:xfrm>
          <a:prstGeom prst="parallelogram">
            <a:avLst>
              <a:gd fmla="val 45310" name="adj"/>
            </a:avLst>
          </a:prstGeom>
          <a:solidFill>
            <a:schemeClr val="accen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6" name="Google Shape;116;g133e68395f5_0_408"/>
          <p:cNvSpPr/>
          <p:nvPr/>
        </p:nvSpPr>
        <p:spPr>
          <a:xfrm>
            <a:off x="321925" y="350799"/>
            <a:ext cx="1986600" cy="1340700"/>
          </a:xfrm>
          <a:prstGeom prst="parallelogram">
            <a:avLst>
              <a:gd fmla="val 45310" name="adj"/>
            </a:avLst>
          </a:prstGeom>
          <a:gradFill>
            <a:gsLst>
              <a:gs pos="0">
                <a:srgbClr val="FFFFFF"/>
              </a:gs>
              <a:gs pos="65000">
                <a:schemeClr val="accent1"/>
              </a:gs>
              <a:gs pos="100000">
                <a:schemeClr val="accen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17" name="Google Shape;117;g133e68395f5_0_408"/>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18" name="Google Shape;118;g133e68395f5_0_408"/>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19" name="Google Shape;119;g133e68395f5_0_408"/>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20" name="Google Shape;120;g133e68395f5_0_408"/>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21" name="Google Shape;121;g133e68395f5_0_408"/>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
  <p:cSld name="TITLE_4_1_1">
    <p:bg>
      <p:bgPr>
        <a:solidFill>
          <a:schemeClr val="dk2"/>
        </a:solidFill>
      </p:bgPr>
    </p:bg>
    <p:spTree>
      <p:nvGrpSpPr>
        <p:cNvPr id="122" name="Shape 122"/>
        <p:cNvGrpSpPr/>
        <p:nvPr/>
      </p:nvGrpSpPr>
      <p:grpSpPr>
        <a:xfrm>
          <a:off x="0" y="0"/>
          <a:ext cx="0" cy="0"/>
          <a:chOff x="0" y="0"/>
          <a:chExt cx="0" cy="0"/>
        </a:xfrm>
      </p:grpSpPr>
      <p:pic>
        <p:nvPicPr>
          <p:cNvPr id="123" name="Google Shape;123;g133e68395f5_0_416"/>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grpSp>
        <p:nvGrpSpPr>
          <p:cNvPr id="124" name="Google Shape;124;g133e68395f5_0_416"/>
          <p:cNvGrpSpPr/>
          <p:nvPr/>
        </p:nvGrpSpPr>
        <p:grpSpPr>
          <a:xfrm>
            <a:off x="0" y="-205"/>
            <a:ext cx="10671505" cy="9466204"/>
            <a:chOff x="0" y="-126"/>
            <a:chExt cx="4554438" cy="5386482"/>
          </a:xfrm>
        </p:grpSpPr>
        <p:sp>
          <p:nvSpPr>
            <p:cNvPr id="125" name="Google Shape;125;g133e68395f5_0_416"/>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descr="Una caricatura de una ciudad&#10;&#10;Descripción generada automáticamente" id="126" name="Google Shape;126;g133e68395f5_0_416"/>
            <p:cNvPicPr preferRelativeResize="0"/>
            <p:nvPr/>
          </p:nvPicPr>
          <p:blipFill rotWithShape="1">
            <a:blip r:embed="rId3">
              <a:alphaModFix/>
            </a:blip>
            <a:srcRect b="0" l="9870" r="6482"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127" name="Google Shape;127;g133e68395f5_0_416"/>
          <p:cNvSpPr txBox="1"/>
          <p:nvPr>
            <p:ph type="title"/>
          </p:nvPr>
        </p:nvSpPr>
        <p:spPr>
          <a:xfrm>
            <a:off x="6605892" y="5732429"/>
            <a:ext cx="13182300" cy="2643900"/>
          </a:xfrm>
          <a:prstGeom prst="rect">
            <a:avLst/>
          </a:prstGeom>
          <a:solidFill>
            <a:srgbClr val="DE3075">
              <a:alpha val="63529"/>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Título y objetos 1">
    <p:spTree>
      <p:nvGrpSpPr>
        <p:cNvPr id="128" name="Shape 128"/>
        <p:cNvGrpSpPr/>
        <p:nvPr/>
      </p:nvGrpSpPr>
      <p:grpSpPr>
        <a:xfrm>
          <a:off x="0" y="0"/>
          <a:ext cx="0" cy="0"/>
          <a:chOff x="0" y="0"/>
          <a:chExt cx="0" cy="0"/>
        </a:xfrm>
      </p:grpSpPr>
      <p:sp>
        <p:nvSpPr>
          <p:cNvPr id="129" name="Google Shape;129;g133e68395f5_0_422"/>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30" name="Google Shape;130;g133e68395f5_0_422"/>
          <p:cNvSpPr/>
          <p:nvPr/>
        </p:nvSpPr>
        <p:spPr>
          <a:xfrm>
            <a:off x="1694799" y="350799"/>
            <a:ext cx="1986600" cy="1340700"/>
          </a:xfrm>
          <a:prstGeom prst="parallelogram">
            <a:avLst>
              <a:gd fmla="val 45310" name="adj"/>
            </a:avLst>
          </a:prstGeom>
          <a:solidFill>
            <a:srgbClr val="81899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1" name="Google Shape;131;g133e68395f5_0_422"/>
          <p:cNvSpPr/>
          <p:nvPr/>
        </p:nvSpPr>
        <p:spPr>
          <a:xfrm>
            <a:off x="321925" y="350799"/>
            <a:ext cx="1986600" cy="1340700"/>
          </a:xfrm>
          <a:prstGeom prst="parallelogram">
            <a:avLst>
              <a:gd fmla="val 45310" name="adj"/>
            </a:avLst>
          </a:prstGeom>
          <a:gradFill>
            <a:gsLst>
              <a:gs pos="0">
                <a:srgbClr val="FFFFFF"/>
              </a:gs>
              <a:gs pos="65000">
                <a:schemeClr val="dk2"/>
              </a:gs>
              <a:gs pos="100000">
                <a:schemeClr val="dk2"/>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2" name="Google Shape;132;g133e68395f5_0_422"/>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pic>
        <p:nvPicPr>
          <p:cNvPr id="133" name="Google Shape;133;g133e68395f5_0_422"/>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34" name="Google Shape;134;g133e68395f5_0_422"/>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35" name="Google Shape;135;g133e68395f5_0_422"/>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solidFill>
          <a:schemeClr val="dk2"/>
        </a:solidFill>
      </p:bgPr>
    </p:bg>
    <p:spTree>
      <p:nvGrpSpPr>
        <p:cNvPr id="136" name="Shape 136"/>
        <p:cNvGrpSpPr/>
        <p:nvPr/>
      </p:nvGrpSpPr>
      <p:grpSpPr>
        <a:xfrm>
          <a:off x="0" y="0"/>
          <a:ext cx="0" cy="0"/>
          <a:chOff x="0" y="0"/>
          <a:chExt cx="0" cy="0"/>
        </a:xfrm>
      </p:grpSpPr>
      <p:sp>
        <p:nvSpPr>
          <p:cNvPr id="137" name="Google Shape;137;g133e68395f5_0_394"/>
          <p:cNvSpPr/>
          <p:nvPr/>
        </p:nvSpPr>
        <p:spPr>
          <a:xfrm flipH="1">
            <a:off x="-6431" y="0"/>
            <a:ext cx="10185090" cy="1131570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chemeClr val="lt1"/>
              </a:buClr>
              <a:buSzPts val="3600"/>
              <a:buFont typeface="Calibri"/>
              <a:buNone/>
            </a:pPr>
            <a:r>
              <a:t/>
            </a:r>
            <a:endParaRPr b="0" i="0" sz="3600" u="none" cap="none" strike="noStrike">
              <a:solidFill>
                <a:srgbClr val="FFFFFF"/>
              </a:solidFill>
              <a:latin typeface="Calibri"/>
              <a:ea typeface="Calibri"/>
              <a:cs typeface="Calibri"/>
              <a:sym typeface="Calibri"/>
            </a:endParaRPr>
          </a:p>
        </p:txBody>
      </p:sp>
      <p:pic>
        <p:nvPicPr>
          <p:cNvPr id="138" name="Google Shape;138;g133e68395f5_0_394"/>
          <p:cNvPicPr preferRelativeResize="0"/>
          <p:nvPr/>
        </p:nvPicPr>
        <p:blipFill rotWithShape="1">
          <a:blip r:embed="rId2">
            <a:alphaModFix/>
          </a:blip>
          <a:srcRect b="0" l="0" r="0" t="0"/>
          <a:stretch/>
        </p:blipFill>
        <p:spPr>
          <a:xfrm>
            <a:off x="44" y="19720"/>
            <a:ext cx="9939854" cy="1128141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39" name="Google Shape;139;g133e68395f5_0_394"/>
          <p:cNvPicPr preferRelativeResize="0"/>
          <p:nvPr/>
        </p:nvPicPr>
        <p:blipFill rotWithShape="1">
          <a:blip r:embed="rId3">
            <a:alphaModFix/>
          </a:blip>
          <a:srcRect b="0" l="0" r="0" t="0"/>
          <a:stretch/>
        </p:blipFill>
        <p:spPr>
          <a:xfrm>
            <a:off x="11411062" y="350049"/>
            <a:ext cx="6181164" cy="966722"/>
          </a:xfrm>
          <a:prstGeom prst="rect">
            <a:avLst/>
          </a:prstGeom>
          <a:noFill/>
          <a:ln>
            <a:noFill/>
          </a:ln>
        </p:spPr>
      </p:pic>
      <p:sp>
        <p:nvSpPr>
          <p:cNvPr id="140" name="Google Shape;140;g133e68395f5_0_394"/>
          <p:cNvSpPr txBox="1"/>
          <p:nvPr>
            <p:ph idx="1" type="subTitle"/>
          </p:nvPr>
        </p:nvSpPr>
        <p:spPr>
          <a:xfrm>
            <a:off x="11619000" y="9269239"/>
            <a:ext cx="7923600" cy="1441200"/>
          </a:xfrm>
          <a:prstGeom prst="rect">
            <a:avLst/>
          </a:prstGeom>
          <a:solidFill>
            <a:srgbClr val="DE3075"/>
          </a:solidFill>
          <a:ln>
            <a:noFill/>
          </a:ln>
        </p:spPr>
        <p:txBody>
          <a:bodyPr anchorCtr="0" anchor="t" bIns="0" lIns="184250" spcFirstLastPara="1" rIns="368575" wrap="square" tIns="0">
            <a:noAutofit/>
          </a:bodyPr>
          <a:lstStyle>
            <a:lvl1pPr lvl="0" algn="r">
              <a:lnSpc>
                <a:spcPct val="90000"/>
              </a:lnSpc>
              <a:spcBef>
                <a:spcPts val="2000"/>
              </a:spcBef>
              <a:spcAft>
                <a:spcPts val="0"/>
              </a:spcAft>
              <a:buSzPts val="5600"/>
              <a:buNone/>
              <a:defRPr b="1" sz="9700">
                <a:solidFill>
                  <a:srgbClr val="FFFFFF"/>
                </a:solidFill>
                <a:latin typeface="Calibri"/>
                <a:ea typeface="Calibri"/>
                <a:cs typeface="Calibri"/>
                <a:sym typeface="Calibri"/>
              </a:defRPr>
            </a:lvl1pPr>
            <a:lvl2pPr lvl="1" algn="r">
              <a:lnSpc>
                <a:spcPct val="90000"/>
              </a:lnSpc>
              <a:spcBef>
                <a:spcPts val="2000"/>
              </a:spcBef>
              <a:spcAft>
                <a:spcPts val="0"/>
              </a:spcAft>
              <a:buSzPts val="4800"/>
              <a:buNone/>
              <a:defRPr b="1" sz="9700">
                <a:solidFill>
                  <a:srgbClr val="FFFFFF"/>
                </a:solidFill>
              </a:defRPr>
            </a:lvl2pPr>
            <a:lvl3pPr lvl="2" algn="r">
              <a:lnSpc>
                <a:spcPct val="90000"/>
              </a:lnSpc>
              <a:spcBef>
                <a:spcPts val="2000"/>
              </a:spcBef>
              <a:spcAft>
                <a:spcPts val="0"/>
              </a:spcAft>
              <a:buSzPts val="3600"/>
              <a:buNone/>
              <a:defRPr b="1" sz="9700">
                <a:solidFill>
                  <a:srgbClr val="FFFFFF"/>
                </a:solidFill>
              </a:defRPr>
            </a:lvl3pPr>
            <a:lvl4pPr lvl="3" algn="r">
              <a:lnSpc>
                <a:spcPct val="90000"/>
              </a:lnSpc>
              <a:spcBef>
                <a:spcPts val="2000"/>
              </a:spcBef>
              <a:spcAft>
                <a:spcPts val="0"/>
              </a:spcAft>
              <a:buSzPts val="3200"/>
              <a:buNone/>
              <a:defRPr b="1" sz="9700">
                <a:solidFill>
                  <a:srgbClr val="FFFFFF"/>
                </a:solidFill>
              </a:defRPr>
            </a:lvl4pPr>
            <a:lvl5pPr lvl="4" algn="r">
              <a:lnSpc>
                <a:spcPct val="90000"/>
              </a:lnSpc>
              <a:spcBef>
                <a:spcPts val="2000"/>
              </a:spcBef>
              <a:spcAft>
                <a:spcPts val="0"/>
              </a:spcAft>
              <a:buSzPts val="2800"/>
              <a:buNone/>
              <a:defRPr b="1" sz="9700">
                <a:solidFill>
                  <a:srgbClr val="FFFFFF"/>
                </a:solidFill>
              </a:defRPr>
            </a:lvl5pPr>
            <a:lvl6pPr lvl="5" algn="r">
              <a:lnSpc>
                <a:spcPct val="90000"/>
              </a:lnSpc>
              <a:spcBef>
                <a:spcPts val="2000"/>
              </a:spcBef>
              <a:spcAft>
                <a:spcPts val="0"/>
              </a:spcAft>
              <a:buSzPts val="2400"/>
              <a:buNone/>
              <a:defRPr b="1" sz="9700">
                <a:solidFill>
                  <a:srgbClr val="FFFFFF"/>
                </a:solidFill>
              </a:defRPr>
            </a:lvl6pPr>
            <a:lvl7pPr lvl="6" algn="r">
              <a:lnSpc>
                <a:spcPct val="90000"/>
              </a:lnSpc>
              <a:spcBef>
                <a:spcPts val="2000"/>
              </a:spcBef>
              <a:spcAft>
                <a:spcPts val="0"/>
              </a:spcAft>
              <a:buSzPts val="2000"/>
              <a:buNone/>
              <a:defRPr b="1" sz="9700">
                <a:solidFill>
                  <a:srgbClr val="FFFFFF"/>
                </a:solidFill>
              </a:defRPr>
            </a:lvl7pPr>
            <a:lvl8pPr lvl="7" algn="r">
              <a:lnSpc>
                <a:spcPct val="90000"/>
              </a:lnSpc>
              <a:spcBef>
                <a:spcPts val="2000"/>
              </a:spcBef>
              <a:spcAft>
                <a:spcPts val="0"/>
              </a:spcAft>
              <a:buSzPts val="1600"/>
              <a:buNone/>
              <a:defRPr b="1" sz="9700">
                <a:solidFill>
                  <a:srgbClr val="FFFFFF"/>
                </a:solidFill>
              </a:defRPr>
            </a:lvl8pPr>
            <a:lvl9pPr lvl="8" algn="r">
              <a:lnSpc>
                <a:spcPct val="90000"/>
              </a:lnSpc>
              <a:spcBef>
                <a:spcPts val="2000"/>
              </a:spcBef>
              <a:spcAft>
                <a:spcPts val="0"/>
              </a:spcAft>
              <a:buSzPts val="1200"/>
              <a:buNone/>
              <a:defRPr b="1" sz="9700">
                <a:solidFill>
                  <a:srgbClr val="FFFFFF"/>
                </a:solidFill>
              </a:defRPr>
            </a:lvl9pPr>
          </a:lstStyle>
          <a:p/>
        </p:txBody>
      </p:sp>
      <p:sp>
        <p:nvSpPr>
          <p:cNvPr id="141" name="Google Shape;141;g133e68395f5_0_394"/>
          <p:cNvSpPr txBox="1"/>
          <p:nvPr>
            <p:ph type="title"/>
          </p:nvPr>
        </p:nvSpPr>
        <p:spPr>
          <a:xfrm>
            <a:off x="8780758" y="4102402"/>
            <a:ext cx="10761900" cy="4767600"/>
          </a:xfrm>
          <a:prstGeom prst="rect">
            <a:avLst/>
          </a:prstGeom>
          <a:noFill/>
          <a:ln>
            <a:noFill/>
          </a:ln>
        </p:spPr>
        <p:txBody>
          <a:bodyPr anchorCtr="0" anchor="b" bIns="92100" lIns="184250" spcFirstLastPara="1" rIns="184250" wrap="square" tIns="92100">
            <a:noAutofit/>
          </a:bodyPr>
          <a:lstStyle>
            <a:lvl1pPr lvl="0" algn="r">
              <a:lnSpc>
                <a:spcPct val="90000"/>
              </a:lnSpc>
              <a:spcBef>
                <a:spcPts val="0"/>
              </a:spcBef>
              <a:spcAft>
                <a:spcPts val="0"/>
              </a:spcAft>
              <a:buSzPts val="6000"/>
              <a:buNone/>
              <a:defRPr sz="13300">
                <a:latin typeface="Calibri"/>
                <a:ea typeface="Calibri"/>
                <a:cs typeface="Calibri"/>
                <a:sym typeface="Calibri"/>
              </a:defRPr>
            </a:lvl1pPr>
            <a:lvl2pPr lvl="1" algn="r">
              <a:lnSpc>
                <a:spcPct val="100000"/>
              </a:lnSpc>
              <a:spcBef>
                <a:spcPts val="0"/>
              </a:spcBef>
              <a:spcAft>
                <a:spcPts val="0"/>
              </a:spcAft>
              <a:buSzPts val="6000"/>
              <a:buNone/>
              <a:defRPr sz="11300"/>
            </a:lvl2pPr>
            <a:lvl3pPr lvl="2" algn="r">
              <a:lnSpc>
                <a:spcPct val="100000"/>
              </a:lnSpc>
              <a:spcBef>
                <a:spcPts val="0"/>
              </a:spcBef>
              <a:spcAft>
                <a:spcPts val="0"/>
              </a:spcAft>
              <a:buSzPts val="6000"/>
              <a:buNone/>
              <a:defRPr sz="11300"/>
            </a:lvl3pPr>
            <a:lvl4pPr lvl="3" algn="r">
              <a:lnSpc>
                <a:spcPct val="100000"/>
              </a:lnSpc>
              <a:spcBef>
                <a:spcPts val="0"/>
              </a:spcBef>
              <a:spcAft>
                <a:spcPts val="0"/>
              </a:spcAft>
              <a:buSzPts val="6000"/>
              <a:buNone/>
              <a:defRPr sz="11300"/>
            </a:lvl4pPr>
            <a:lvl5pPr lvl="4" algn="r">
              <a:lnSpc>
                <a:spcPct val="100000"/>
              </a:lnSpc>
              <a:spcBef>
                <a:spcPts val="0"/>
              </a:spcBef>
              <a:spcAft>
                <a:spcPts val="0"/>
              </a:spcAft>
              <a:buSzPts val="6000"/>
              <a:buNone/>
              <a:defRPr sz="11300"/>
            </a:lvl5pPr>
            <a:lvl6pPr lvl="5" algn="r">
              <a:lnSpc>
                <a:spcPct val="100000"/>
              </a:lnSpc>
              <a:spcBef>
                <a:spcPts val="0"/>
              </a:spcBef>
              <a:spcAft>
                <a:spcPts val="0"/>
              </a:spcAft>
              <a:buSzPts val="6000"/>
              <a:buNone/>
              <a:defRPr sz="11300"/>
            </a:lvl6pPr>
            <a:lvl7pPr lvl="6" algn="r">
              <a:lnSpc>
                <a:spcPct val="100000"/>
              </a:lnSpc>
              <a:spcBef>
                <a:spcPts val="0"/>
              </a:spcBef>
              <a:spcAft>
                <a:spcPts val="0"/>
              </a:spcAft>
              <a:buSzPts val="6000"/>
              <a:buNone/>
              <a:defRPr sz="11300"/>
            </a:lvl7pPr>
            <a:lvl8pPr lvl="7" algn="r">
              <a:lnSpc>
                <a:spcPct val="100000"/>
              </a:lnSpc>
              <a:spcBef>
                <a:spcPts val="0"/>
              </a:spcBef>
              <a:spcAft>
                <a:spcPts val="0"/>
              </a:spcAft>
              <a:buSzPts val="6000"/>
              <a:buNone/>
              <a:defRPr sz="11300"/>
            </a:lvl8pPr>
            <a:lvl9pPr lvl="8" algn="r">
              <a:lnSpc>
                <a:spcPct val="100000"/>
              </a:lnSpc>
              <a:spcBef>
                <a:spcPts val="0"/>
              </a:spcBef>
              <a:spcAft>
                <a:spcPts val="0"/>
              </a:spcAft>
              <a:buSzPts val="6000"/>
              <a:buNone/>
              <a:defRPr sz="113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0">
  <p:cSld name="TITLE_3_4_1">
    <p:bg>
      <p:bgPr>
        <a:solidFill>
          <a:srgbClr val="733814"/>
        </a:solidFill>
      </p:bgPr>
    </p:bg>
    <p:spTree>
      <p:nvGrpSpPr>
        <p:cNvPr id="142" name="Shape 142"/>
        <p:cNvGrpSpPr/>
        <p:nvPr/>
      </p:nvGrpSpPr>
      <p:grpSpPr>
        <a:xfrm>
          <a:off x="0" y="0"/>
          <a:ext cx="0" cy="0"/>
          <a:chOff x="0" y="0"/>
          <a:chExt cx="0" cy="0"/>
        </a:xfrm>
      </p:grpSpPr>
      <p:sp>
        <p:nvSpPr>
          <p:cNvPr id="143" name="Google Shape;143;g133e68395f5_0_430"/>
          <p:cNvSpPr/>
          <p:nvPr/>
        </p:nvSpPr>
        <p:spPr>
          <a:xfrm flipH="1" rot="10800000">
            <a:off x="0" y="-226"/>
            <a:ext cx="10671939" cy="9466184"/>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id="144" name="Google Shape;144;g133e68395f5_0_430"/>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pic>
        <p:nvPicPr>
          <p:cNvPr descr="Imagen que contiene persona, foto, hombre, mujer&#10;&#10;Descripción generada automáticamente" id="145" name="Google Shape;145;g133e68395f5_0_430"/>
          <p:cNvPicPr preferRelativeResize="0"/>
          <p:nvPr/>
        </p:nvPicPr>
        <p:blipFill rotWithShape="1">
          <a:blip r:embed="rId3">
            <a:alphaModFix/>
          </a:blip>
          <a:srcRect b="0" l="0" r="16351" t="0"/>
          <a:stretch/>
        </p:blipFill>
        <p:spPr>
          <a:xfrm>
            <a:off x="2" y="16"/>
            <a:ext cx="7773261" cy="9222784"/>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46" name="Google Shape;146;g133e68395f5_0_430"/>
          <p:cNvSpPr txBox="1"/>
          <p:nvPr>
            <p:ph type="title"/>
          </p:nvPr>
        </p:nvSpPr>
        <p:spPr>
          <a:xfrm>
            <a:off x="6605892" y="5732429"/>
            <a:ext cx="13182300" cy="2643900"/>
          </a:xfrm>
          <a:prstGeom prst="rect">
            <a:avLst/>
          </a:prstGeom>
          <a:solidFill>
            <a:srgbClr val="898B90">
              <a:alpha val="68235"/>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_1_1_1_4">
    <p:spTree>
      <p:nvGrpSpPr>
        <p:cNvPr id="147" name="Shape 147"/>
        <p:cNvGrpSpPr/>
        <p:nvPr/>
      </p:nvGrpSpPr>
      <p:grpSpPr>
        <a:xfrm>
          <a:off x="0" y="0"/>
          <a:ext cx="0" cy="0"/>
          <a:chOff x="0" y="0"/>
          <a:chExt cx="0" cy="0"/>
        </a:xfrm>
      </p:grpSpPr>
      <p:sp>
        <p:nvSpPr>
          <p:cNvPr id="148" name="Google Shape;148;g133e68395f5_0_435"/>
          <p:cNvSpPr/>
          <p:nvPr/>
        </p:nvSpPr>
        <p:spPr>
          <a:xfrm>
            <a:off x="1694799" y="350799"/>
            <a:ext cx="1986600" cy="1340700"/>
          </a:xfrm>
          <a:prstGeom prst="parallelogram">
            <a:avLst>
              <a:gd fmla="val 45310" name="adj"/>
            </a:avLst>
          </a:prstGeom>
          <a:solidFill>
            <a:srgbClr val="733814"/>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9" name="Google Shape;149;g133e68395f5_0_435"/>
          <p:cNvSpPr/>
          <p:nvPr/>
        </p:nvSpPr>
        <p:spPr>
          <a:xfrm>
            <a:off x="321925" y="350799"/>
            <a:ext cx="1986600" cy="1340700"/>
          </a:xfrm>
          <a:prstGeom prst="parallelogram">
            <a:avLst>
              <a:gd fmla="val 45310" name="adj"/>
            </a:avLst>
          </a:prstGeom>
          <a:gradFill>
            <a:gsLst>
              <a:gs pos="0">
                <a:srgbClr val="FFFFFF"/>
              </a:gs>
              <a:gs pos="65000">
                <a:srgbClr val="733814"/>
              </a:gs>
              <a:gs pos="100000">
                <a:srgbClr val="733814"/>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50" name="Google Shape;150;g133e68395f5_0_435"/>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51" name="Google Shape;151;g133e68395f5_0_435"/>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52" name="Google Shape;152;g133e68395f5_0_435"/>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53" name="Google Shape;153;g133e68395f5_0_435"/>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54" name="Google Shape;154;g133e68395f5_0_435"/>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5" name="Shape 155"/>
        <p:cNvGrpSpPr/>
        <p:nvPr/>
      </p:nvGrpSpPr>
      <p:grpSpPr>
        <a:xfrm>
          <a:off x="0" y="0"/>
          <a:ext cx="0" cy="0"/>
          <a:chOff x="0" y="0"/>
          <a:chExt cx="0" cy="0"/>
        </a:xfrm>
      </p:grpSpPr>
      <p:sp>
        <p:nvSpPr>
          <p:cNvPr id="156" name="Google Shape;156;g133e68395f5_0_443"/>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5" name="Shape 16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6" name="Shape 166"/>
        <p:cNvGrpSpPr/>
        <p:nvPr/>
      </p:nvGrpSpPr>
      <p:grpSpPr>
        <a:xfrm>
          <a:off x="0" y="0"/>
          <a:ext cx="0" cy="0"/>
          <a:chOff x="0" y="0"/>
          <a:chExt cx="0" cy="0"/>
        </a:xfrm>
      </p:grpSpPr>
      <p:sp>
        <p:nvSpPr>
          <p:cNvPr id="167" name="Google Shape;167;g1343706a5ce_0_108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68" name="Google Shape;168;g1343706a5ce_0_1084"/>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9" name="Shape 169"/>
        <p:cNvGrpSpPr/>
        <p:nvPr/>
      </p:nvGrpSpPr>
      <p:grpSpPr>
        <a:xfrm>
          <a:off x="0" y="0"/>
          <a:ext cx="0" cy="0"/>
          <a:chOff x="0" y="0"/>
          <a:chExt cx="0" cy="0"/>
        </a:xfrm>
      </p:grpSpPr>
      <p:sp>
        <p:nvSpPr>
          <p:cNvPr id="170" name="Google Shape;170;g1343706a5ce_0_108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1" name="Google Shape;171;g1343706a5ce_0_1087"/>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2" name="Shape 172"/>
        <p:cNvGrpSpPr/>
        <p:nvPr/>
      </p:nvGrpSpPr>
      <p:grpSpPr>
        <a:xfrm>
          <a:off x="0" y="0"/>
          <a:ext cx="0" cy="0"/>
          <a:chOff x="0" y="0"/>
          <a:chExt cx="0" cy="0"/>
        </a:xfrm>
      </p:grpSpPr>
      <p:sp>
        <p:nvSpPr>
          <p:cNvPr id="173" name="Google Shape;173;g1343706a5ce_0_109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4" name="Google Shape;174;g1343706a5ce_0_1090"/>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75" name="Google Shape;175;g1343706a5ce_0_1090"/>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6" name="Shape 176"/>
        <p:cNvGrpSpPr/>
        <p:nvPr/>
      </p:nvGrpSpPr>
      <p:grpSpPr>
        <a:xfrm>
          <a:off x="0" y="0"/>
          <a:ext cx="0" cy="0"/>
          <a:chOff x="0" y="0"/>
          <a:chExt cx="0" cy="0"/>
        </a:xfrm>
      </p:grpSpPr>
      <p:sp>
        <p:nvSpPr>
          <p:cNvPr id="177" name="Google Shape;177;g1343706a5ce_0_109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78" name="Shape 178"/>
        <p:cNvGrpSpPr/>
        <p:nvPr/>
      </p:nvGrpSpPr>
      <p:grpSpPr>
        <a:xfrm>
          <a:off x="0" y="0"/>
          <a:ext cx="0" cy="0"/>
          <a:chOff x="0" y="0"/>
          <a:chExt cx="0" cy="0"/>
        </a:xfrm>
      </p:grpSpPr>
      <p:sp>
        <p:nvSpPr>
          <p:cNvPr id="179" name="Google Shape;179;g1343706a5ce_0_1096"/>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80" name="Shape 180"/>
        <p:cNvGrpSpPr/>
        <p:nvPr/>
      </p:nvGrpSpPr>
      <p:grpSpPr>
        <a:xfrm>
          <a:off x="0" y="0"/>
          <a:ext cx="0" cy="0"/>
          <a:chOff x="0" y="0"/>
          <a:chExt cx="0" cy="0"/>
        </a:xfrm>
      </p:grpSpPr>
      <p:sp>
        <p:nvSpPr>
          <p:cNvPr id="181" name="Google Shape;181;g1343706a5ce_0_109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82" name="Google Shape;182;g1343706a5ce_0_109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3" name="Google Shape;183;g1343706a5ce_0_1098"/>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4" name="Google Shape;184;g1343706a5ce_0_1098"/>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85" name="Shape 185"/>
        <p:cNvGrpSpPr/>
        <p:nvPr/>
      </p:nvGrpSpPr>
      <p:grpSpPr>
        <a:xfrm>
          <a:off x="0" y="0"/>
          <a:ext cx="0" cy="0"/>
          <a:chOff x="0" y="0"/>
          <a:chExt cx="0" cy="0"/>
        </a:xfrm>
      </p:grpSpPr>
      <p:sp>
        <p:nvSpPr>
          <p:cNvPr id="186" name="Google Shape;186;g1343706a5ce_0_110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87" name="Google Shape;187;g1343706a5ce_0_1103"/>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8" name="Google Shape;188;g1343706a5ce_0_1103"/>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9" name="Google Shape;189;g1343706a5ce_0_1103"/>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90" name="Shape 190"/>
        <p:cNvGrpSpPr/>
        <p:nvPr/>
      </p:nvGrpSpPr>
      <p:grpSpPr>
        <a:xfrm>
          <a:off x="0" y="0"/>
          <a:ext cx="0" cy="0"/>
          <a:chOff x="0" y="0"/>
          <a:chExt cx="0" cy="0"/>
        </a:xfrm>
      </p:grpSpPr>
      <p:sp>
        <p:nvSpPr>
          <p:cNvPr id="191" name="Google Shape;191;g1343706a5ce_0_110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92" name="Google Shape;192;g1343706a5ce_0_110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3" name="Google Shape;193;g1343706a5ce_0_1108"/>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4" name="Google Shape;194;g1343706a5ce_0_1108"/>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95" name="Shape 195"/>
        <p:cNvGrpSpPr/>
        <p:nvPr/>
      </p:nvGrpSpPr>
      <p:grpSpPr>
        <a:xfrm>
          <a:off x="0" y="0"/>
          <a:ext cx="0" cy="0"/>
          <a:chOff x="0" y="0"/>
          <a:chExt cx="0" cy="0"/>
        </a:xfrm>
      </p:grpSpPr>
      <p:sp>
        <p:nvSpPr>
          <p:cNvPr id="196" name="Google Shape;196;g1343706a5ce_0_111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97" name="Google Shape;197;g1343706a5ce_0_1113"/>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8" name="Google Shape;198;g1343706a5ce_0_1113"/>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99" name="Shape 199"/>
        <p:cNvGrpSpPr/>
        <p:nvPr/>
      </p:nvGrpSpPr>
      <p:grpSpPr>
        <a:xfrm>
          <a:off x="0" y="0"/>
          <a:ext cx="0" cy="0"/>
          <a:chOff x="0" y="0"/>
          <a:chExt cx="0" cy="0"/>
        </a:xfrm>
      </p:grpSpPr>
      <p:sp>
        <p:nvSpPr>
          <p:cNvPr id="200" name="Google Shape;200;g1343706a5ce_0_111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01" name="Google Shape;201;g1343706a5ce_0_1117"/>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2" name="Google Shape;202;g1343706a5ce_0_1117"/>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3" name="Google Shape;203;g1343706a5ce_0_1117"/>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4" name="Google Shape;204;g1343706a5ce_0_1117"/>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05" name="Shape 205"/>
        <p:cNvGrpSpPr/>
        <p:nvPr/>
      </p:nvGrpSpPr>
      <p:grpSpPr>
        <a:xfrm>
          <a:off x="0" y="0"/>
          <a:ext cx="0" cy="0"/>
          <a:chOff x="0" y="0"/>
          <a:chExt cx="0" cy="0"/>
        </a:xfrm>
      </p:grpSpPr>
      <p:sp>
        <p:nvSpPr>
          <p:cNvPr id="206" name="Google Shape;206;g1343706a5ce_0_112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07" name="Google Shape;207;g1343706a5ce_0_1123"/>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8" name="Google Shape;208;g1343706a5ce_0_1123"/>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9" name="Google Shape;209;g1343706a5ce_0_1123"/>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0" name="Google Shape;210;g1343706a5ce_0_1123"/>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1" name="Google Shape;211;g1343706a5ce_0_1123"/>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2" name="Google Shape;212;g1343706a5ce_0_1123"/>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19" name="Shape 219"/>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0" name="Shape 220"/>
        <p:cNvGrpSpPr/>
        <p:nvPr/>
      </p:nvGrpSpPr>
      <p:grpSpPr>
        <a:xfrm>
          <a:off x="0" y="0"/>
          <a:ext cx="0" cy="0"/>
          <a:chOff x="0" y="0"/>
          <a:chExt cx="0" cy="0"/>
        </a:xfrm>
      </p:grpSpPr>
      <p:sp>
        <p:nvSpPr>
          <p:cNvPr id="221" name="Google Shape;221;g1343706a5ce_0_124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2" name="Google Shape;222;g1343706a5ce_0_1248"/>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23" name="Shape 223"/>
        <p:cNvGrpSpPr/>
        <p:nvPr/>
      </p:nvGrpSpPr>
      <p:grpSpPr>
        <a:xfrm>
          <a:off x="0" y="0"/>
          <a:ext cx="0" cy="0"/>
          <a:chOff x="0" y="0"/>
          <a:chExt cx="0" cy="0"/>
        </a:xfrm>
      </p:grpSpPr>
      <p:sp>
        <p:nvSpPr>
          <p:cNvPr id="224" name="Google Shape;224;g1343706a5ce_0_125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5" name="Google Shape;225;g1343706a5ce_0_1251"/>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6" name="Shape 226"/>
        <p:cNvGrpSpPr/>
        <p:nvPr/>
      </p:nvGrpSpPr>
      <p:grpSpPr>
        <a:xfrm>
          <a:off x="0" y="0"/>
          <a:ext cx="0" cy="0"/>
          <a:chOff x="0" y="0"/>
          <a:chExt cx="0" cy="0"/>
        </a:xfrm>
      </p:grpSpPr>
      <p:sp>
        <p:nvSpPr>
          <p:cNvPr id="227" name="Google Shape;227;g1343706a5ce_0_125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8" name="Google Shape;228;g1343706a5ce_0_1254"/>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29" name="Google Shape;229;g1343706a5ce_0_1254"/>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0" name="Shape 230"/>
        <p:cNvGrpSpPr/>
        <p:nvPr/>
      </p:nvGrpSpPr>
      <p:grpSpPr>
        <a:xfrm>
          <a:off x="0" y="0"/>
          <a:ext cx="0" cy="0"/>
          <a:chOff x="0" y="0"/>
          <a:chExt cx="0" cy="0"/>
        </a:xfrm>
      </p:grpSpPr>
      <p:sp>
        <p:nvSpPr>
          <p:cNvPr id="231" name="Google Shape;231;g1343706a5ce_0_125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32" name="Shape 232"/>
        <p:cNvGrpSpPr/>
        <p:nvPr/>
      </p:nvGrpSpPr>
      <p:grpSpPr>
        <a:xfrm>
          <a:off x="0" y="0"/>
          <a:ext cx="0" cy="0"/>
          <a:chOff x="0" y="0"/>
          <a:chExt cx="0" cy="0"/>
        </a:xfrm>
      </p:grpSpPr>
      <p:sp>
        <p:nvSpPr>
          <p:cNvPr id="233" name="Google Shape;233;g1343706a5ce_0_1260"/>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4" name="Shape 234"/>
        <p:cNvGrpSpPr/>
        <p:nvPr/>
      </p:nvGrpSpPr>
      <p:grpSpPr>
        <a:xfrm>
          <a:off x="0" y="0"/>
          <a:ext cx="0" cy="0"/>
          <a:chOff x="0" y="0"/>
          <a:chExt cx="0" cy="0"/>
        </a:xfrm>
      </p:grpSpPr>
      <p:sp>
        <p:nvSpPr>
          <p:cNvPr id="235" name="Google Shape;235;g1343706a5ce_0_1262"/>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36" name="Google Shape;236;g1343706a5ce_0_1262"/>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37" name="Google Shape;237;g1343706a5ce_0_1262"/>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38" name="Google Shape;238;g1343706a5ce_0_1262"/>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39" name="Shape 239"/>
        <p:cNvGrpSpPr/>
        <p:nvPr/>
      </p:nvGrpSpPr>
      <p:grpSpPr>
        <a:xfrm>
          <a:off x="0" y="0"/>
          <a:ext cx="0" cy="0"/>
          <a:chOff x="0" y="0"/>
          <a:chExt cx="0" cy="0"/>
        </a:xfrm>
      </p:grpSpPr>
      <p:sp>
        <p:nvSpPr>
          <p:cNvPr id="240" name="Google Shape;240;g1343706a5ce_0_126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41" name="Google Shape;241;g1343706a5ce_0_1267"/>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2" name="Google Shape;242;g1343706a5ce_0_1267"/>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3" name="Google Shape;243;g1343706a5ce_0_1267"/>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44" name="Shape 244"/>
        <p:cNvGrpSpPr/>
        <p:nvPr/>
      </p:nvGrpSpPr>
      <p:grpSpPr>
        <a:xfrm>
          <a:off x="0" y="0"/>
          <a:ext cx="0" cy="0"/>
          <a:chOff x="0" y="0"/>
          <a:chExt cx="0" cy="0"/>
        </a:xfrm>
      </p:grpSpPr>
      <p:sp>
        <p:nvSpPr>
          <p:cNvPr id="245" name="Google Shape;245;g1343706a5ce_0_1272"/>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46" name="Google Shape;246;g1343706a5ce_0_1272"/>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7" name="Google Shape;247;g1343706a5ce_0_1272"/>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8" name="Google Shape;248;g1343706a5ce_0_1272"/>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49" name="Shape 249"/>
        <p:cNvGrpSpPr/>
        <p:nvPr/>
      </p:nvGrpSpPr>
      <p:grpSpPr>
        <a:xfrm>
          <a:off x="0" y="0"/>
          <a:ext cx="0" cy="0"/>
          <a:chOff x="0" y="0"/>
          <a:chExt cx="0" cy="0"/>
        </a:xfrm>
      </p:grpSpPr>
      <p:sp>
        <p:nvSpPr>
          <p:cNvPr id="250" name="Google Shape;250;g1343706a5ce_0_127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51" name="Google Shape;251;g1343706a5ce_0_1277"/>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2" name="Google Shape;252;g1343706a5ce_0_1277"/>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53" name="Shape 253"/>
        <p:cNvGrpSpPr/>
        <p:nvPr/>
      </p:nvGrpSpPr>
      <p:grpSpPr>
        <a:xfrm>
          <a:off x="0" y="0"/>
          <a:ext cx="0" cy="0"/>
          <a:chOff x="0" y="0"/>
          <a:chExt cx="0" cy="0"/>
        </a:xfrm>
      </p:grpSpPr>
      <p:sp>
        <p:nvSpPr>
          <p:cNvPr id="254" name="Google Shape;254;g1343706a5ce_0_128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55" name="Google Shape;255;g1343706a5ce_0_1281"/>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6" name="Google Shape;256;g1343706a5ce_0_1281"/>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7" name="Google Shape;257;g1343706a5ce_0_1281"/>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8" name="Google Shape;258;g1343706a5ce_0_1281"/>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59" name="Shape 259"/>
        <p:cNvGrpSpPr/>
        <p:nvPr/>
      </p:nvGrpSpPr>
      <p:grpSpPr>
        <a:xfrm>
          <a:off x="0" y="0"/>
          <a:ext cx="0" cy="0"/>
          <a:chOff x="0" y="0"/>
          <a:chExt cx="0" cy="0"/>
        </a:xfrm>
      </p:grpSpPr>
      <p:sp>
        <p:nvSpPr>
          <p:cNvPr id="260" name="Google Shape;260;g1343706a5ce_0_128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61" name="Google Shape;261;g1343706a5ce_0_1287"/>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2" name="Google Shape;262;g1343706a5ce_0_1287"/>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3" name="Google Shape;263;g1343706a5ce_0_1287"/>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4" name="Google Shape;264;g1343706a5ce_0_1287"/>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5" name="Google Shape;265;g1343706a5ce_0_1287"/>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6" name="Google Shape;266;g1343706a5ce_0_1287"/>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75" name="Shape 275"/>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76" name="Shape 276"/>
        <p:cNvGrpSpPr/>
        <p:nvPr/>
      </p:nvGrpSpPr>
      <p:grpSpPr>
        <a:xfrm>
          <a:off x="0" y="0"/>
          <a:ext cx="0" cy="0"/>
          <a:chOff x="0" y="0"/>
          <a:chExt cx="0" cy="0"/>
        </a:xfrm>
      </p:grpSpPr>
      <p:sp>
        <p:nvSpPr>
          <p:cNvPr id="277" name="Google Shape;277;g1343706a5ce_0_130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78" name="Google Shape;278;g1343706a5ce_0_1304"/>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79" name="Shape 279"/>
        <p:cNvGrpSpPr/>
        <p:nvPr/>
      </p:nvGrpSpPr>
      <p:grpSpPr>
        <a:xfrm>
          <a:off x="0" y="0"/>
          <a:ext cx="0" cy="0"/>
          <a:chOff x="0" y="0"/>
          <a:chExt cx="0" cy="0"/>
        </a:xfrm>
      </p:grpSpPr>
      <p:sp>
        <p:nvSpPr>
          <p:cNvPr id="280" name="Google Shape;280;g1343706a5ce_0_130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81" name="Google Shape;281;g1343706a5ce_0_1307"/>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2" name="Shape 282"/>
        <p:cNvGrpSpPr/>
        <p:nvPr/>
      </p:nvGrpSpPr>
      <p:grpSpPr>
        <a:xfrm>
          <a:off x="0" y="0"/>
          <a:ext cx="0" cy="0"/>
          <a:chOff x="0" y="0"/>
          <a:chExt cx="0" cy="0"/>
        </a:xfrm>
      </p:grpSpPr>
      <p:sp>
        <p:nvSpPr>
          <p:cNvPr id="283" name="Google Shape;283;g1343706a5ce_0_131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84" name="Google Shape;284;g1343706a5ce_0_1310"/>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85" name="Google Shape;285;g1343706a5ce_0_1310"/>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6" name="Shape 286"/>
        <p:cNvGrpSpPr/>
        <p:nvPr/>
      </p:nvGrpSpPr>
      <p:grpSpPr>
        <a:xfrm>
          <a:off x="0" y="0"/>
          <a:ext cx="0" cy="0"/>
          <a:chOff x="0" y="0"/>
          <a:chExt cx="0" cy="0"/>
        </a:xfrm>
      </p:grpSpPr>
      <p:sp>
        <p:nvSpPr>
          <p:cNvPr id="287" name="Google Shape;287;g1343706a5ce_0_131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8" name="Shape 288"/>
        <p:cNvGrpSpPr/>
        <p:nvPr/>
      </p:nvGrpSpPr>
      <p:grpSpPr>
        <a:xfrm>
          <a:off x="0" y="0"/>
          <a:ext cx="0" cy="0"/>
          <a:chOff x="0" y="0"/>
          <a:chExt cx="0" cy="0"/>
        </a:xfrm>
      </p:grpSpPr>
      <p:sp>
        <p:nvSpPr>
          <p:cNvPr id="289" name="Google Shape;289;g1343706a5ce_0_1316"/>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0" name="Shape 290"/>
        <p:cNvGrpSpPr/>
        <p:nvPr/>
      </p:nvGrpSpPr>
      <p:grpSpPr>
        <a:xfrm>
          <a:off x="0" y="0"/>
          <a:ext cx="0" cy="0"/>
          <a:chOff x="0" y="0"/>
          <a:chExt cx="0" cy="0"/>
        </a:xfrm>
      </p:grpSpPr>
      <p:sp>
        <p:nvSpPr>
          <p:cNvPr id="291" name="Google Shape;291;g1343706a5ce_0_131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92" name="Google Shape;292;g1343706a5ce_0_131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93" name="Google Shape;293;g1343706a5ce_0_1318"/>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94" name="Google Shape;294;g1343706a5ce_0_1318"/>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5" name="Shape 295"/>
        <p:cNvGrpSpPr/>
        <p:nvPr/>
      </p:nvGrpSpPr>
      <p:grpSpPr>
        <a:xfrm>
          <a:off x="0" y="0"/>
          <a:ext cx="0" cy="0"/>
          <a:chOff x="0" y="0"/>
          <a:chExt cx="0" cy="0"/>
        </a:xfrm>
      </p:grpSpPr>
      <p:sp>
        <p:nvSpPr>
          <p:cNvPr id="296" name="Google Shape;296;g1343706a5ce_0_132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97" name="Google Shape;297;g1343706a5ce_0_1323"/>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98" name="Google Shape;298;g1343706a5ce_0_1323"/>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99" name="Google Shape;299;g1343706a5ce_0_1323"/>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00" name="Shape 300"/>
        <p:cNvGrpSpPr/>
        <p:nvPr/>
      </p:nvGrpSpPr>
      <p:grpSpPr>
        <a:xfrm>
          <a:off x="0" y="0"/>
          <a:ext cx="0" cy="0"/>
          <a:chOff x="0" y="0"/>
          <a:chExt cx="0" cy="0"/>
        </a:xfrm>
      </p:grpSpPr>
      <p:sp>
        <p:nvSpPr>
          <p:cNvPr id="301" name="Google Shape;301;g1343706a5ce_0_132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02" name="Google Shape;302;g1343706a5ce_0_1328"/>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03" name="Google Shape;303;g1343706a5ce_0_1328"/>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04" name="Google Shape;304;g1343706a5ce_0_1328"/>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05" name="Shape 305"/>
        <p:cNvGrpSpPr/>
        <p:nvPr/>
      </p:nvGrpSpPr>
      <p:grpSpPr>
        <a:xfrm>
          <a:off x="0" y="0"/>
          <a:ext cx="0" cy="0"/>
          <a:chOff x="0" y="0"/>
          <a:chExt cx="0" cy="0"/>
        </a:xfrm>
      </p:grpSpPr>
      <p:sp>
        <p:nvSpPr>
          <p:cNvPr id="306" name="Google Shape;306;g1343706a5ce_0_133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07" name="Google Shape;307;g1343706a5ce_0_1333"/>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08" name="Google Shape;308;g1343706a5ce_0_1333"/>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09" name="Shape 309"/>
        <p:cNvGrpSpPr/>
        <p:nvPr/>
      </p:nvGrpSpPr>
      <p:grpSpPr>
        <a:xfrm>
          <a:off x="0" y="0"/>
          <a:ext cx="0" cy="0"/>
          <a:chOff x="0" y="0"/>
          <a:chExt cx="0" cy="0"/>
        </a:xfrm>
      </p:grpSpPr>
      <p:sp>
        <p:nvSpPr>
          <p:cNvPr id="310" name="Google Shape;310;g1343706a5ce_0_133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11" name="Google Shape;311;g1343706a5ce_0_1337"/>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12" name="Google Shape;312;g1343706a5ce_0_1337"/>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13" name="Google Shape;313;g1343706a5ce_0_1337"/>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14" name="Google Shape;314;g1343706a5ce_0_1337"/>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15" name="Shape 315"/>
        <p:cNvGrpSpPr/>
        <p:nvPr/>
      </p:nvGrpSpPr>
      <p:grpSpPr>
        <a:xfrm>
          <a:off x="0" y="0"/>
          <a:ext cx="0" cy="0"/>
          <a:chOff x="0" y="0"/>
          <a:chExt cx="0" cy="0"/>
        </a:xfrm>
      </p:grpSpPr>
      <p:sp>
        <p:nvSpPr>
          <p:cNvPr id="316" name="Google Shape;316;g1343706a5ce_0_134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17" name="Google Shape;317;g1343706a5ce_0_1343"/>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18" name="Google Shape;318;g1343706a5ce_0_1343"/>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19" name="Google Shape;319;g1343706a5ce_0_1343"/>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20" name="Google Shape;320;g1343706a5ce_0_1343"/>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21" name="Google Shape;321;g1343706a5ce_0_1343"/>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22" name="Google Shape;322;g1343706a5ce_0_1343"/>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1" name="Shape 331"/>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32" name="Shape 332"/>
        <p:cNvGrpSpPr/>
        <p:nvPr/>
      </p:nvGrpSpPr>
      <p:grpSpPr>
        <a:xfrm>
          <a:off x="0" y="0"/>
          <a:ext cx="0" cy="0"/>
          <a:chOff x="0" y="0"/>
          <a:chExt cx="0" cy="0"/>
        </a:xfrm>
      </p:grpSpPr>
      <p:sp>
        <p:nvSpPr>
          <p:cNvPr id="333" name="Google Shape;333;g1343706a5ce_0_141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34" name="Google Shape;334;g1343706a5ce_0_1416"/>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35" name="Shape 335"/>
        <p:cNvGrpSpPr/>
        <p:nvPr/>
      </p:nvGrpSpPr>
      <p:grpSpPr>
        <a:xfrm>
          <a:off x="0" y="0"/>
          <a:ext cx="0" cy="0"/>
          <a:chOff x="0" y="0"/>
          <a:chExt cx="0" cy="0"/>
        </a:xfrm>
      </p:grpSpPr>
      <p:sp>
        <p:nvSpPr>
          <p:cNvPr id="336" name="Google Shape;336;g1343706a5ce_0_1419"/>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37" name="Google Shape;337;g1343706a5ce_0_1419"/>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38" name="Shape 338"/>
        <p:cNvGrpSpPr/>
        <p:nvPr/>
      </p:nvGrpSpPr>
      <p:grpSpPr>
        <a:xfrm>
          <a:off x="0" y="0"/>
          <a:ext cx="0" cy="0"/>
          <a:chOff x="0" y="0"/>
          <a:chExt cx="0" cy="0"/>
        </a:xfrm>
      </p:grpSpPr>
      <p:sp>
        <p:nvSpPr>
          <p:cNvPr id="339" name="Google Shape;339;g1343706a5ce_0_1422"/>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40" name="Google Shape;340;g1343706a5ce_0_1422"/>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41" name="Google Shape;341;g1343706a5ce_0_1422"/>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2" name="Shape 342"/>
        <p:cNvGrpSpPr/>
        <p:nvPr/>
      </p:nvGrpSpPr>
      <p:grpSpPr>
        <a:xfrm>
          <a:off x="0" y="0"/>
          <a:ext cx="0" cy="0"/>
          <a:chOff x="0" y="0"/>
          <a:chExt cx="0" cy="0"/>
        </a:xfrm>
      </p:grpSpPr>
      <p:sp>
        <p:nvSpPr>
          <p:cNvPr id="343" name="Google Shape;343;g1343706a5ce_0_142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44" name="Shape 344"/>
        <p:cNvGrpSpPr/>
        <p:nvPr/>
      </p:nvGrpSpPr>
      <p:grpSpPr>
        <a:xfrm>
          <a:off x="0" y="0"/>
          <a:ext cx="0" cy="0"/>
          <a:chOff x="0" y="0"/>
          <a:chExt cx="0" cy="0"/>
        </a:xfrm>
      </p:grpSpPr>
      <p:sp>
        <p:nvSpPr>
          <p:cNvPr id="345" name="Google Shape;345;g1343706a5ce_0_1428"/>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46" name="Shape 346"/>
        <p:cNvGrpSpPr/>
        <p:nvPr/>
      </p:nvGrpSpPr>
      <p:grpSpPr>
        <a:xfrm>
          <a:off x="0" y="0"/>
          <a:ext cx="0" cy="0"/>
          <a:chOff x="0" y="0"/>
          <a:chExt cx="0" cy="0"/>
        </a:xfrm>
      </p:grpSpPr>
      <p:sp>
        <p:nvSpPr>
          <p:cNvPr id="347" name="Google Shape;347;g1343706a5ce_0_143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48" name="Google Shape;348;g1343706a5ce_0_1430"/>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49" name="Google Shape;349;g1343706a5ce_0_1430"/>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50" name="Google Shape;350;g1343706a5ce_0_1430"/>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1" name="Shape 351"/>
        <p:cNvGrpSpPr/>
        <p:nvPr/>
      </p:nvGrpSpPr>
      <p:grpSpPr>
        <a:xfrm>
          <a:off x="0" y="0"/>
          <a:ext cx="0" cy="0"/>
          <a:chOff x="0" y="0"/>
          <a:chExt cx="0" cy="0"/>
        </a:xfrm>
      </p:grpSpPr>
      <p:sp>
        <p:nvSpPr>
          <p:cNvPr id="352" name="Google Shape;352;g1343706a5ce_0_1435"/>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53" name="Google Shape;353;g1343706a5ce_0_1435"/>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54" name="Google Shape;354;g1343706a5ce_0_1435"/>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55" name="Google Shape;355;g1343706a5ce_0_1435"/>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56" name="Shape 356"/>
        <p:cNvGrpSpPr/>
        <p:nvPr/>
      </p:nvGrpSpPr>
      <p:grpSpPr>
        <a:xfrm>
          <a:off x="0" y="0"/>
          <a:ext cx="0" cy="0"/>
          <a:chOff x="0" y="0"/>
          <a:chExt cx="0" cy="0"/>
        </a:xfrm>
      </p:grpSpPr>
      <p:sp>
        <p:nvSpPr>
          <p:cNvPr id="357" name="Google Shape;357;g1343706a5ce_0_144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58" name="Google Shape;358;g1343706a5ce_0_1440"/>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59" name="Google Shape;359;g1343706a5ce_0_1440"/>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60" name="Google Shape;360;g1343706a5ce_0_1440"/>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61" name="Shape 361"/>
        <p:cNvGrpSpPr/>
        <p:nvPr/>
      </p:nvGrpSpPr>
      <p:grpSpPr>
        <a:xfrm>
          <a:off x="0" y="0"/>
          <a:ext cx="0" cy="0"/>
          <a:chOff x="0" y="0"/>
          <a:chExt cx="0" cy="0"/>
        </a:xfrm>
      </p:grpSpPr>
      <p:sp>
        <p:nvSpPr>
          <p:cNvPr id="362" name="Google Shape;362;g1343706a5ce_0_1445"/>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63" name="Google Shape;363;g1343706a5ce_0_1445"/>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64" name="Google Shape;364;g1343706a5ce_0_1445"/>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65" name="Shape 365"/>
        <p:cNvGrpSpPr/>
        <p:nvPr/>
      </p:nvGrpSpPr>
      <p:grpSpPr>
        <a:xfrm>
          <a:off x="0" y="0"/>
          <a:ext cx="0" cy="0"/>
          <a:chOff x="0" y="0"/>
          <a:chExt cx="0" cy="0"/>
        </a:xfrm>
      </p:grpSpPr>
      <p:sp>
        <p:nvSpPr>
          <p:cNvPr id="366" name="Google Shape;366;g1343706a5ce_0_1449"/>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67" name="Google Shape;367;g1343706a5ce_0_1449"/>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68" name="Google Shape;368;g1343706a5ce_0_1449"/>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69" name="Google Shape;369;g1343706a5ce_0_1449"/>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70" name="Google Shape;370;g1343706a5ce_0_1449"/>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71" name="Shape 371"/>
        <p:cNvGrpSpPr/>
        <p:nvPr/>
      </p:nvGrpSpPr>
      <p:grpSpPr>
        <a:xfrm>
          <a:off x="0" y="0"/>
          <a:ext cx="0" cy="0"/>
          <a:chOff x="0" y="0"/>
          <a:chExt cx="0" cy="0"/>
        </a:xfrm>
      </p:grpSpPr>
      <p:sp>
        <p:nvSpPr>
          <p:cNvPr id="372" name="Google Shape;372;g1343706a5ce_0_1455"/>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3" name="Google Shape;373;g1343706a5ce_0_1455"/>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74" name="Google Shape;374;g1343706a5ce_0_1455"/>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75" name="Google Shape;375;g1343706a5ce_0_1455"/>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76" name="Google Shape;376;g1343706a5ce_0_1455"/>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77" name="Google Shape;377;g1343706a5ce_0_1455"/>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78" name="Google Shape;378;g1343706a5ce_0_1455"/>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87" name="Shape 387"/>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88" name="Shape 388"/>
        <p:cNvGrpSpPr/>
        <p:nvPr/>
      </p:nvGrpSpPr>
      <p:grpSpPr>
        <a:xfrm>
          <a:off x="0" y="0"/>
          <a:ext cx="0" cy="0"/>
          <a:chOff x="0" y="0"/>
          <a:chExt cx="0" cy="0"/>
        </a:xfrm>
      </p:grpSpPr>
      <p:sp>
        <p:nvSpPr>
          <p:cNvPr id="389" name="Google Shape;389;g1343706a5ce_0_152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0" name="Google Shape;390;g1343706a5ce_0_1528"/>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91" name="Shape 391"/>
        <p:cNvGrpSpPr/>
        <p:nvPr/>
      </p:nvGrpSpPr>
      <p:grpSpPr>
        <a:xfrm>
          <a:off x="0" y="0"/>
          <a:ext cx="0" cy="0"/>
          <a:chOff x="0" y="0"/>
          <a:chExt cx="0" cy="0"/>
        </a:xfrm>
      </p:grpSpPr>
      <p:sp>
        <p:nvSpPr>
          <p:cNvPr id="392" name="Google Shape;392;g1343706a5ce_0_153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3" name="Google Shape;393;g1343706a5ce_0_1531"/>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94" name="Shape 394"/>
        <p:cNvGrpSpPr/>
        <p:nvPr/>
      </p:nvGrpSpPr>
      <p:grpSpPr>
        <a:xfrm>
          <a:off x="0" y="0"/>
          <a:ext cx="0" cy="0"/>
          <a:chOff x="0" y="0"/>
          <a:chExt cx="0" cy="0"/>
        </a:xfrm>
      </p:grpSpPr>
      <p:sp>
        <p:nvSpPr>
          <p:cNvPr id="395" name="Google Shape;395;g1343706a5ce_0_1534"/>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96" name="Google Shape;396;g1343706a5ce_0_1534"/>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397" name="Google Shape;397;g1343706a5ce_0_1534"/>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8" name="Shape 398"/>
        <p:cNvGrpSpPr/>
        <p:nvPr/>
      </p:nvGrpSpPr>
      <p:grpSpPr>
        <a:xfrm>
          <a:off x="0" y="0"/>
          <a:ext cx="0" cy="0"/>
          <a:chOff x="0" y="0"/>
          <a:chExt cx="0" cy="0"/>
        </a:xfrm>
      </p:grpSpPr>
      <p:sp>
        <p:nvSpPr>
          <p:cNvPr id="399" name="Google Shape;399;g1343706a5ce_0_1538"/>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00" name="Shape 400"/>
        <p:cNvGrpSpPr/>
        <p:nvPr/>
      </p:nvGrpSpPr>
      <p:grpSpPr>
        <a:xfrm>
          <a:off x="0" y="0"/>
          <a:ext cx="0" cy="0"/>
          <a:chOff x="0" y="0"/>
          <a:chExt cx="0" cy="0"/>
        </a:xfrm>
      </p:grpSpPr>
      <p:sp>
        <p:nvSpPr>
          <p:cNvPr id="401" name="Google Shape;401;g1343706a5ce_0_1540"/>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02" name="Shape 402"/>
        <p:cNvGrpSpPr/>
        <p:nvPr/>
      </p:nvGrpSpPr>
      <p:grpSpPr>
        <a:xfrm>
          <a:off x="0" y="0"/>
          <a:ext cx="0" cy="0"/>
          <a:chOff x="0" y="0"/>
          <a:chExt cx="0" cy="0"/>
        </a:xfrm>
      </p:grpSpPr>
      <p:sp>
        <p:nvSpPr>
          <p:cNvPr id="403" name="Google Shape;403;g1343706a5ce_0_1542"/>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04" name="Google Shape;404;g1343706a5ce_0_1542"/>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05" name="Google Shape;405;g1343706a5ce_0_1542"/>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06" name="Google Shape;406;g1343706a5ce_0_1542"/>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07" name="Shape 407"/>
        <p:cNvGrpSpPr/>
        <p:nvPr/>
      </p:nvGrpSpPr>
      <p:grpSpPr>
        <a:xfrm>
          <a:off x="0" y="0"/>
          <a:ext cx="0" cy="0"/>
          <a:chOff x="0" y="0"/>
          <a:chExt cx="0" cy="0"/>
        </a:xfrm>
      </p:grpSpPr>
      <p:sp>
        <p:nvSpPr>
          <p:cNvPr id="408" name="Google Shape;408;g1343706a5ce_0_154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09" name="Google Shape;409;g1343706a5ce_0_1547"/>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10" name="Google Shape;410;g1343706a5ce_0_1547"/>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11" name="Google Shape;411;g1343706a5ce_0_1547"/>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12" name="Shape 412"/>
        <p:cNvGrpSpPr/>
        <p:nvPr/>
      </p:nvGrpSpPr>
      <p:grpSpPr>
        <a:xfrm>
          <a:off x="0" y="0"/>
          <a:ext cx="0" cy="0"/>
          <a:chOff x="0" y="0"/>
          <a:chExt cx="0" cy="0"/>
        </a:xfrm>
      </p:grpSpPr>
      <p:sp>
        <p:nvSpPr>
          <p:cNvPr id="413" name="Google Shape;413;g1343706a5ce_0_1552"/>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14" name="Google Shape;414;g1343706a5ce_0_1552"/>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15" name="Google Shape;415;g1343706a5ce_0_1552"/>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16" name="Google Shape;416;g1343706a5ce_0_1552"/>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7" name="Shape 417"/>
        <p:cNvGrpSpPr/>
        <p:nvPr/>
      </p:nvGrpSpPr>
      <p:grpSpPr>
        <a:xfrm>
          <a:off x="0" y="0"/>
          <a:ext cx="0" cy="0"/>
          <a:chOff x="0" y="0"/>
          <a:chExt cx="0" cy="0"/>
        </a:xfrm>
      </p:grpSpPr>
      <p:sp>
        <p:nvSpPr>
          <p:cNvPr id="418" name="Google Shape;418;g1343706a5ce_0_155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19" name="Google Shape;419;g1343706a5ce_0_1557"/>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20" name="Google Shape;420;g1343706a5ce_0_1557"/>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1" name="Shape 421"/>
        <p:cNvGrpSpPr/>
        <p:nvPr/>
      </p:nvGrpSpPr>
      <p:grpSpPr>
        <a:xfrm>
          <a:off x="0" y="0"/>
          <a:ext cx="0" cy="0"/>
          <a:chOff x="0" y="0"/>
          <a:chExt cx="0" cy="0"/>
        </a:xfrm>
      </p:grpSpPr>
      <p:sp>
        <p:nvSpPr>
          <p:cNvPr id="422" name="Google Shape;422;g1343706a5ce_0_156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23" name="Google Shape;423;g1343706a5ce_0_1561"/>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24" name="Google Shape;424;g1343706a5ce_0_1561"/>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25" name="Google Shape;425;g1343706a5ce_0_1561"/>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26" name="Google Shape;426;g1343706a5ce_0_1561"/>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27" name="Shape 427"/>
        <p:cNvGrpSpPr/>
        <p:nvPr/>
      </p:nvGrpSpPr>
      <p:grpSpPr>
        <a:xfrm>
          <a:off x="0" y="0"/>
          <a:ext cx="0" cy="0"/>
          <a:chOff x="0" y="0"/>
          <a:chExt cx="0" cy="0"/>
        </a:xfrm>
      </p:grpSpPr>
      <p:sp>
        <p:nvSpPr>
          <p:cNvPr id="428" name="Google Shape;428;g1343706a5ce_0_156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29" name="Google Shape;429;g1343706a5ce_0_1567"/>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30" name="Google Shape;430;g1343706a5ce_0_1567"/>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31" name="Google Shape;431;g1343706a5ce_0_1567"/>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32" name="Google Shape;432;g1343706a5ce_0_1567"/>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33" name="Google Shape;433;g1343706a5ce_0_1567"/>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434" name="Google Shape;434;g1343706a5ce_0_1567"/>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theme" Target="../theme/theme5.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image" Target="../media/image21.jp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 Type="http://schemas.openxmlformats.org/officeDocument/2006/relationships/image" Target="../media/image22.png"/><Relationship Id="rId2" Type="http://schemas.openxmlformats.org/officeDocument/2006/relationships/image" Target="../media/image25.png"/><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5" Type="http://schemas.openxmlformats.org/officeDocument/2006/relationships/theme" Target="../theme/theme6.xml"/><Relationship Id="rId14" Type="http://schemas.openxmlformats.org/officeDocument/2006/relationships/slideLayout" Target="../slideLayouts/slideLayout3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 Type="http://schemas.openxmlformats.org/officeDocument/2006/relationships/image" Target="../media/image21.jpg"/><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 Type="http://schemas.openxmlformats.org/officeDocument/2006/relationships/image" Target="../media/image21.jpg"/><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heme" Target="../theme/theme8.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73.xml"/><Relationship Id="rId10" Type="http://schemas.openxmlformats.org/officeDocument/2006/relationships/slideLayout" Target="../slideLayouts/slideLayout72.xml"/><Relationship Id="rId13" Type="http://schemas.openxmlformats.org/officeDocument/2006/relationships/slideLayout" Target="../slideLayouts/slideLayout75.xml"/><Relationship Id="rId12" Type="http://schemas.openxmlformats.org/officeDocument/2006/relationships/slideLayout" Target="../slideLayouts/slideLayout74.xml"/><Relationship Id="rId1" Type="http://schemas.openxmlformats.org/officeDocument/2006/relationships/image" Target="../media/image21.jpg"/><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7.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80393" y="2411901"/>
            <a:ext cx="3956050" cy="13315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8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g133e68395f5_0_390"/>
          <p:cNvSpPr txBox="1"/>
          <p:nvPr>
            <p:ph idx="1" type="body"/>
          </p:nvPr>
        </p:nvSpPr>
        <p:spPr>
          <a:xfrm>
            <a:off x="646721" y="2009562"/>
            <a:ext cx="18810600" cy="8472600"/>
          </a:xfrm>
          <a:prstGeom prst="rect">
            <a:avLst/>
          </a:prstGeom>
          <a:noFill/>
          <a:ln>
            <a:noFill/>
          </a:ln>
        </p:spPr>
        <p:txBody>
          <a:bodyPr anchorCtr="0" anchor="t" bIns="92100" lIns="181400" spcFirstLastPara="1" rIns="184250" wrap="square" tIns="92100">
            <a:noAutofit/>
          </a:bodyPr>
          <a:lstStyle>
            <a:lvl1pPr indent="-584200" lvl="0" marL="457200" marR="0" rtl="0" algn="l">
              <a:lnSpc>
                <a:spcPct val="90000"/>
              </a:lnSpc>
              <a:spcBef>
                <a:spcPts val="2000"/>
              </a:spcBef>
              <a:spcAft>
                <a:spcPts val="0"/>
              </a:spcAft>
              <a:buClr>
                <a:srgbClr val="DE3075"/>
              </a:buClr>
              <a:buSzPts val="5600"/>
              <a:buFont typeface="Franklin Gothic"/>
              <a:buChar char="»"/>
              <a:defRPr b="0" i="0" sz="4800" u="none" cap="none" strike="noStrike">
                <a:solidFill>
                  <a:srgbClr val="818990"/>
                </a:solidFill>
                <a:latin typeface="Franklin Gothic"/>
                <a:ea typeface="Franklin Gothic"/>
                <a:cs typeface="Franklin Gothic"/>
                <a:sym typeface="Franklin Gothic"/>
              </a:defRPr>
            </a:lvl1pPr>
            <a:lvl2pPr indent="-533400" lvl="1" marL="914400" marR="0" rtl="0" algn="l">
              <a:lnSpc>
                <a:spcPct val="90000"/>
              </a:lnSpc>
              <a:spcBef>
                <a:spcPts val="1000"/>
              </a:spcBef>
              <a:spcAft>
                <a:spcPts val="0"/>
              </a:spcAft>
              <a:buClr>
                <a:schemeClr val="accent2"/>
              </a:buClr>
              <a:buSzPts val="4800"/>
              <a:buFont typeface="Franklin Gothic"/>
              <a:buChar char="•"/>
              <a:defRPr b="0" i="0" sz="4000" u="none" cap="none" strike="noStrike">
                <a:solidFill>
                  <a:srgbClr val="818990"/>
                </a:solidFill>
                <a:latin typeface="Franklin Gothic"/>
                <a:ea typeface="Franklin Gothic"/>
                <a:cs typeface="Franklin Gothic"/>
                <a:sym typeface="Franklin Gothic"/>
              </a:defRPr>
            </a:lvl2pPr>
            <a:lvl3pPr indent="-457200" lvl="2" marL="1371600" marR="0" rtl="0" algn="l">
              <a:lnSpc>
                <a:spcPct val="90000"/>
              </a:lnSpc>
              <a:spcBef>
                <a:spcPts val="1000"/>
              </a:spcBef>
              <a:spcAft>
                <a:spcPts val="0"/>
              </a:spcAft>
              <a:buClr>
                <a:schemeClr val="dk2"/>
              </a:buClr>
              <a:buSzPts val="3600"/>
              <a:buFont typeface="Franklin Gothic"/>
              <a:buChar char="○"/>
              <a:defRPr b="0" i="0" sz="3600" u="none" cap="none" strike="noStrike">
                <a:solidFill>
                  <a:schemeClr val="dk2"/>
                </a:solidFill>
                <a:latin typeface="Franklin Gothic"/>
                <a:ea typeface="Franklin Gothic"/>
                <a:cs typeface="Franklin Gothic"/>
                <a:sym typeface="Franklin Gothic"/>
              </a:defRPr>
            </a:lvl3pPr>
            <a:lvl4pPr indent="-431800" lvl="3" marL="1828800" marR="0" rtl="0" algn="l">
              <a:lnSpc>
                <a:spcPct val="90000"/>
              </a:lnSpc>
              <a:spcBef>
                <a:spcPts val="1000"/>
              </a:spcBef>
              <a:spcAft>
                <a:spcPts val="0"/>
              </a:spcAft>
              <a:buClr>
                <a:schemeClr val="dk2"/>
              </a:buClr>
              <a:buSzPts val="3200"/>
              <a:buFont typeface="Franklin Gothic"/>
              <a:buChar char="•"/>
              <a:defRPr b="0" i="0" sz="3200" u="none" cap="none" strike="noStrike">
                <a:solidFill>
                  <a:schemeClr val="dk2"/>
                </a:solidFill>
                <a:latin typeface="Franklin Gothic"/>
                <a:ea typeface="Franklin Gothic"/>
                <a:cs typeface="Franklin Gothic"/>
                <a:sym typeface="Franklin Gothic"/>
              </a:defRPr>
            </a:lvl4pPr>
            <a:lvl5pPr indent="-406400" lvl="4" marL="2286000" marR="0" rtl="0" algn="l">
              <a:lnSpc>
                <a:spcPct val="90000"/>
              </a:lnSpc>
              <a:spcBef>
                <a:spcPts val="1000"/>
              </a:spcBef>
              <a:spcAft>
                <a:spcPts val="0"/>
              </a:spcAft>
              <a:buClr>
                <a:schemeClr val="dk2"/>
              </a:buClr>
              <a:buSzPts val="2800"/>
              <a:buFont typeface="Franklin Gothic"/>
              <a:buChar char="•"/>
              <a:defRPr b="0" i="0" sz="2800" u="none" cap="none" strike="noStrike">
                <a:solidFill>
                  <a:schemeClr val="dk2"/>
                </a:solidFill>
                <a:latin typeface="Franklin Gothic"/>
                <a:ea typeface="Franklin Gothic"/>
                <a:cs typeface="Franklin Gothic"/>
                <a:sym typeface="Franklin Gothic"/>
              </a:defRPr>
            </a:lvl5pPr>
            <a:lvl6pPr indent="-381000" lvl="5" marL="2743200" marR="0" rtl="0" algn="l">
              <a:lnSpc>
                <a:spcPct val="90000"/>
              </a:lnSpc>
              <a:spcBef>
                <a:spcPts val="1000"/>
              </a:spcBef>
              <a:spcAft>
                <a:spcPts val="0"/>
              </a:spcAft>
              <a:buClr>
                <a:schemeClr val="dk2"/>
              </a:buClr>
              <a:buSzPts val="2400"/>
              <a:buFont typeface="Franklin Gothic"/>
              <a:buChar char="•"/>
              <a:defRPr b="0" i="0" sz="2400" u="none" cap="none" strike="noStrike">
                <a:solidFill>
                  <a:schemeClr val="dk2"/>
                </a:solidFill>
                <a:latin typeface="Franklin Gothic"/>
                <a:ea typeface="Franklin Gothic"/>
                <a:cs typeface="Franklin Gothic"/>
                <a:sym typeface="Franklin Gothic"/>
              </a:defRPr>
            </a:lvl6pPr>
            <a:lvl7pPr indent="-355600" lvl="6" marL="3200400" marR="0" rtl="0" algn="l">
              <a:lnSpc>
                <a:spcPct val="90000"/>
              </a:lnSpc>
              <a:spcBef>
                <a:spcPts val="1000"/>
              </a:spcBef>
              <a:spcAft>
                <a:spcPts val="0"/>
              </a:spcAft>
              <a:buClr>
                <a:schemeClr val="dk2"/>
              </a:buClr>
              <a:buSzPts val="2000"/>
              <a:buFont typeface="Franklin Gothic"/>
              <a:buChar char="•"/>
              <a:defRPr b="0" i="0" sz="2000" u="none" cap="none" strike="noStrike">
                <a:solidFill>
                  <a:schemeClr val="dk2"/>
                </a:solidFill>
                <a:latin typeface="Franklin Gothic"/>
                <a:ea typeface="Franklin Gothic"/>
                <a:cs typeface="Franklin Gothic"/>
                <a:sym typeface="Franklin Gothic"/>
              </a:defRPr>
            </a:lvl7pPr>
            <a:lvl8pPr indent="-330200" lvl="7" marL="3657600" marR="0" rtl="0" algn="l">
              <a:lnSpc>
                <a:spcPct val="90000"/>
              </a:lnSpc>
              <a:spcBef>
                <a:spcPts val="1000"/>
              </a:spcBef>
              <a:spcAft>
                <a:spcPts val="0"/>
              </a:spcAft>
              <a:buClr>
                <a:schemeClr val="dk2"/>
              </a:buClr>
              <a:buSzPts val="1600"/>
              <a:buFont typeface="Franklin Gothic"/>
              <a:buChar char="•"/>
              <a:defRPr b="0" i="0" sz="1600" u="none" cap="none" strike="noStrike">
                <a:solidFill>
                  <a:schemeClr val="dk2"/>
                </a:solidFill>
                <a:latin typeface="Franklin Gothic"/>
                <a:ea typeface="Franklin Gothic"/>
                <a:cs typeface="Franklin Gothic"/>
                <a:sym typeface="Franklin Gothic"/>
              </a:defRPr>
            </a:lvl8pPr>
            <a:lvl9pPr indent="-304800" lvl="8" marL="4114800" marR="0" rtl="0" algn="l">
              <a:lnSpc>
                <a:spcPct val="90000"/>
              </a:lnSpc>
              <a:spcBef>
                <a:spcPts val="1000"/>
              </a:spcBef>
              <a:spcAft>
                <a:spcPts val="0"/>
              </a:spcAft>
              <a:buClr>
                <a:schemeClr val="dk2"/>
              </a:buClr>
              <a:buSzPts val="1200"/>
              <a:buFont typeface="Franklin Gothic"/>
              <a:buChar char="•"/>
              <a:defRPr b="0" i="0" sz="1200" u="none" cap="none" strike="noStrike">
                <a:solidFill>
                  <a:schemeClr val="dk2"/>
                </a:solidFill>
                <a:latin typeface="Franklin Gothic"/>
                <a:ea typeface="Franklin Gothic"/>
                <a:cs typeface="Franklin Gothic"/>
                <a:sym typeface="Franklin Gothic"/>
              </a:defRPr>
            </a:lvl9pPr>
          </a:lstStyle>
          <a:p/>
        </p:txBody>
      </p:sp>
      <p:sp>
        <p:nvSpPr>
          <p:cNvPr id="104" name="Google Shape;104;g133e68395f5_0_390"/>
          <p:cNvSpPr txBox="1"/>
          <p:nvPr>
            <p:ph idx="12" type="sldNum"/>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
        <p:nvSpPr>
          <p:cNvPr id="105" name="Google Shape;105;g133e68395f5_0_390"/>
          <p:cNvSpPr txBox="1"/>
          <p:nvPr>
            <p:ph type="title"/>
          </p:nvPr>
        </p:nvSpPr>
        <p:spPr>
          <a:xfrm>
            <a:off x="3877690" y="350799"/>
            <a:ext cx="14844600" cy="1340700"/>
          </a:xfrm>
          <a:prstGeom prst="rect">
            <a:avLst/>
          </a:prstGeom>
          <a:noFill/>
          <a:ln>
            <a:noFill/>
          </a:ln>
        </p:spPr>
        <p:txBody>
          <a:bodyPr anchorCtr="0" anchor="t" bIns="92100" lIns="184250" spcFirstLastPara="1" rIns="184250" wrap="square" tIns="92100">
            <a:noAutofit/>
          </a:bodyPr>
          <a:lstStyle>
            <a:lvl1pPr lvl="0" marR="0" rtl="0" algn="l">
              <a:lnSpc>
                <a:spcPct val="9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2pPr>
            <a:lvl3pPr lvl="2"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3pPr>
            <a:lvl4pPr lvl="3"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4pPr>
            <a:lvl5pPr lvl="4"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5pPr>
            <a:lvl6pPr lvl="5"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6pPr>
            <a:lvl7pPr lvl="6"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7pPr>
            <a:lvl8pPr lvl="7"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8pPr>
            <a:lvl9pPr lvl="8"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9pPr>
          </a:lstStyle>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g1343706a5ce_0_1075"/>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59" name="Google Shape;159;g1343706a5ce_0_1075"/>
          <p:cNvSpPr/>
          <p:nvPr/>
        </p:nvSpPr>
        <p:spPr>
          <a:xfrm>
            <a:off x="1694602" y="350857"/>
            <a:ext cx="1986000" cy="1339800"/>
          </a:xfrm>
          <a:prstGeom prst="parallelogram">
            <a:avLst>
              <a:gd fmla="val 45310" name="adj"/>
            </a:avLst>
          </a:prstGeom>
          <a:solidFill>
            <a:srgbClr val="81899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0" name="Google Shape;160;g1343706a5ce_0_1075"/>
          <p:cNvSpPr/>
          <p:nvPr/>
        </p:nvSpPr>
        <p:spPr>
          <a:xfrm>
            <a:off x="322141" y="350857"/>
            <a:ext cx="1986000" cy="1339800"/>
          </a:xfrm>
          <a:prstGeom prst="parallelogram">
            <a:avLst>
              <a:gd fmla="val 45310" name="adj"/>
            </a:avLst>
          </a:prstGeom>
          <a:gradFill>
            <a:gsLst>
              <a:gs pos="0">
                <a:srgbClr val="81888F"/>
              </a:gs>
              <a:gs pos="35000">
                <a:srgbClr val="81888F"/>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1" name="Google Shape;161;g1343706a5ce_0_1075"/>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pic>
        <p:nvPicPr>
          <p:cNvPr id="162" name="Google Shape;162;g1343706a5ce_0_1075"/>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163" name="Google Shape;163;g1343706a5ce_0_1075"/>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64" name="Google Shape;164;g1343706a5ce_0_1075"/>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814"/>
        </a:solidFill>
      </p:bgPr>
    </p:bg>
    <p:spTree>
      <p:nvGrpSpPr>
        <p:cNvPr id="213" name="Shape 213"/>
        <p:cNvGrpSpPr/>
        <p:nvPr/>
      </p:nvGrpSpPr>
      <p:grpSpPr>
        <a:xfrm>
          <a:off x="0" y="0"/>
          <a:ext cx="0" cy="0"/>
          <a:chOff x="0" y="0"/>
          <a:chExt cx="0" cy="0"/>
        </a:xfrm>
      </p:grpSpPr>
      <p:sp>
        <p:nvSpPr>
          <p:cNvPr id="214" name="Google Shape;214;g1343706a5ce_0_1241"/>
          <p:cNvSpPr/>
          <p:nvPr/>
        </p:nvSpPr>
        <p:spPr>
          <a:xfrm flipH="1" rot="10800000">
            <a:off x="0" y="-169"/>
            <a:ext cx="10671939" cy="9466184"/>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215" name="Google Shape;215;g1343706a5ce_0_1241"/>
          <p:cNvPicPr preferRelativeResize="0"/>
          <p:nvPr/>
        </p:nvPicPr>
        <p:blipFill rotWithShape="1">
          <a:blip r:embed="rId1">
            <a:alphaModFix/>
          </a:blip>
          <a:srcRect b="0" l="0" r="0" t="0"/>
          <a:stretch/>
        </p:blipFill>
        <p:spPr>
          <a:xfrm>
            <a:off x="11382561" y="306926"/>
            <a:ext cx="6285744" cy="990829"/>
          </a:xfrm>
          <a:prstGeom prst="rect">
            <a:avLst/>
          </a:prstGeom>
          <a:noFill/>
          <a:ln>
            <a:noFill/>
          </a:ln>
        </p:spPr>
      </p:pic>
      <p:sp>
        <p:nvSpPr>
          <p:cNvPr id="216" name="Google Shape;216;g1343706a5ce_0_1241"/>
          <p:cNvSpPr/>
          <p:nvPr/>
        </p:nvSpPr>
        <p:spPr>
          <a:xfrm>
            <a:off x="0" y="0"/>
            <a:ext cx="10364348" cy="9222784"/>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blipFill rotWithShape="1">
            <a:blip r:embed="rId2">
              <a:alphaModFix/>
            </a:blip>
            <a:stretch>
              <a:fillRect b="0" l="0" r="0" t="0"/>
            </a:stretch>
          </a:blip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17" name="Google Shape;217;g1343706a5ce_0_1241"/>
          <p:cNvSpPr txBox="1"/>
          <p:nvPr>
            <p:ph type="title"/>
          </p:nvPr>
        </p:nvSpPr>
        <p:spPr>
          <a:xfrm>
            <a:off x="6605859" y="5732445"/>
            <a:ext cx="13181700" cy="2642700"/>
          </a:xfrm>
          <a:prstGeom prst="rect">
            <a:avLst/>
          </a:prstGeom>
          <a:noFill/>
          <a:ln>
            <a:noFill/>
          </a:ln>
        </p:spPr>
        <p:txBody>
          <a:bodyPr anchorCtr="0" anchor="t"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18" name="Google Shape;218;g1343706a5ce_0_1241"/>
          <p:cNvSpPr txBox="1"/>
          <p:nvPr>
            <p:ph idx="1" type="body"/>
          </p:nvPr>
        </p:nvSpPr>
        <p:spPr>
          <a:xfrm>
            <a:off x="1005205" y="2645972"/>
            <a:ext cx="18093000" cy="65589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g1343706a5ce_0_1295"/>
          <p:cNvSpPr/>
          <p:nvPr/>
        </p:nvSpPr>
        <p:spPr>
          <a:xfrm>
            <a:off x="1694602" y="350857"/>
            <a:ext cx="1986000" cy="1339800"/>
          </a:xfrm>
          <a:prstGeom prst="parallelogram">
            <a:avLst>
              <a:gd fmla="val 45310" name="adj"/>
            </a:avLst>
          </a:prstGeom>
          <a:solidFill>
            <a:schemeClr val="accen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69" name="Google Shape;269;g1343706a5ce_0_1295"/>
          <p:cNvSpPr/>
          <p:nvPr/>
        </p:nvSpPr>
        <p:spPr>
          <a:xfrm>
            <a:off x="322141" y="350857"/>
            <a:ext cx="1986000" cy="1339800"/>
          </a:xfrm>
          <a:prstGeom prst="parallelogram">
            <a:avLst>
              <a:gd fmla="val 45310" name="adj"/>
            </a:avLst>
          </a:prstGeom>
          <a:gradFill>
            <a:gsLst>
              <a:gs pos="0">
                <a:srgbClr val="DE3075"/>
              </a:gs>
              <a:gs pos="35000">
                <a:srgbClr val="DE3075"/>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270" name="Google Shape;270;g1343706a5ce_0_1295"/>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271" name="Google Shape;271;g1343706a5ce_0_1295"/>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72" name="Google Shape;272;g1343706a5ce_0_1295"/>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3" name="Google Shape;273;g1343706a5ce_0_1295"/>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74" name="Google Shape;274;g1343706a5ce_0_1295"/>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g1343706a5ce_0_1407"/>
          <p:cNvSpPr/>
          <p:nvPr/>
        </p:nvSpPr>
        <p:spPr>
          <a:xfrm>
            <a:off x="1694602" y="350857"/>
            <a:ext cx="1986000" cy="1339800"/>
          </a:xfrm>
          <a:prstGeom prst="parallelogram">
            <a:avLst>
              <a:gd fmla="val 45310" name="adj"/>
            </a:avLst>
          </a:prstGeom>
          <a:solidFill>
            <a:srgbClr val="BED60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5" name="Google Shape;325;g1343706a5ce_0_1407"/>
          <p:cNvSpPr/>
          <p:nvPr/>
        </p:nvSpPr>
        <p:spPr>
          <a:xfrm>
            <a:off x="322141" y="350857"/>
            <a:ext cx="1986000" cy="1339800"/>
          </a:xfrm>
          <a:prstGeom prst="parallelogram">
            <a:avLst>
              <a:gd fmla="val 45310" name="adj"/>
            </a:avLst>
          </a:prstGeom>
          <a:gradFill>
            <a:gsLst>
              <a:gs pos="0">
                <a:srgbClr val="BDD503"/>
              </a:gs>
              <a:gs pos="35000">
                <a:srgbClr val="BDD503"/>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326" name="Google Shape;326;g1343706a5ce_0_1407"/>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327" name="Google Shape;327;g1343706a5ce_0_1407"/>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328" name="Google Shape;328;g1343706a5ce_0_1407"/>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29" name="Google Shape;329;g1343706a5ce_0_1407"/>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330" name="Google Shape;330;g1343706a5ce_0_1407"/>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g1343706a5ce_0_1519"/>
          <p:cNvSpPr/>
          <p:nvPr/>
        </p:nvSpPr>
        <p:spPr>
          <a:xfrm>
            <a:off x="1694602" y="350857"/>
            <a:ext cx="1986000" cy="1339800"/>
          </a:xfrm>
          <a:prstGeom prst="parallelogram">
            <a:avLst>
              <a:gd fmla="val 45310" name="adj"/>
            </a:avLst>
          </a:prstGeom>
          <a:solidFill>
            <a:srgbClr val="00A0DF"/>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81" name="Google Shape;381;g1343706a5ce_0_1519"/>
          <p:cNvSpPr/>
          <p:nvPr/>
        </p:nvSpPr>
        <p:spPr>
          <a:xfrm>
            <a:off x="322141" y="350857"/>
            <a:ext cx="1986000" cy="1339800"/>
          </a:xfrm>
          <a:prstGeom prst="parallelogram">
            <a:avLst>
              <a:gd fmla="val 45310" name="adj"/>
            </a:avLst>
          </a:prstGeom>
          <a:gradFill>
            <a:gsLst>
              <a:gs pos="0">
                <a:srgbClr val="00A0DE"/>
              </a:gs>
              <a:gs pos="35000">
                <a:srgbClr val="00A0DE"/>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382" name="Google Shape;382;g1343706a5ce_0_1519"/>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383" name="Google Shape;383;g1343706a5ce_0_1519"/>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384" name="Google Shape;384;g1343706a5ce_0_1519"/>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85" name="Google Shape;385;g1343706a5ce_0_1519"/>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386" name="Google Shape;386;g1343706a5ce_0_1519"/>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www.youtube.com/watch?v=lWwyPYDLW8o" TargetMode="External"/><Relationship Id="rId4" Type="http://schemas.openxmlformats.org/officeDocument/2006/relationships/image" Target="../media/image2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 Id="rId3" Type="http://schemas.openxmlformats.org/officeDocument/2006/relationships/image" Target="../media/image40.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5.xml"/><Relationship Id="rId3"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6.xml"/><Relationship Id="rId3"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9.xml"/><Relationship Id="rId3" Type="http://schemas.openxmlformats.org/officeDocument/2006/relationships/image" Target="../media/image47.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0.xml"/><Relationship Id="rId3"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2.xml"/><Relationship Id="rId3"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3.xml"/><Relationship Id="rId3" Type="http://schemas.openxmlformats.org/officeDocument/2006/relationships/image" Target="../media/image48.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4.xml"/><Relationship Id="rId3"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50.png"/><Relationship Id="rId4" Type="http://schemas.openxmlformats.org/officeDocument/2006/relationships/hyperlink" Target="https://www.python.org/dev/peps/pep-0020/" TargetMode="External"/><Relationship Id="rId5" Type="http://schemas.openxmlformats.org/officeDocument/2006/relationships/hyperlink" Target="https://jupyter.org/tr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
          <p:cNvSpPr txBox="1"/>
          <p:nvPr>
            <p:ph idx="1" type="body"/>
          </p:nvPr>
        </p:nvSpPr>
        <p:spPr>
          <a:xfrm>
            <a:off x="5138402" y="6401309"/>
            <a:ext cx="10649100" cy="49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1000"/>
              </a:spcBef>
              <a:spcAft>
                <a:spcPts val="0"/>
              </a:spcAft>
              <a:buClr>
                <a:schemeClr val="dk1"/>
              </a:buClr>
              <a:buSzPts val="2800"/>
              <a:buFont typeface="Arial"/>
              <a:buNone/>
            </a:pPr>
            <a:r>
              <a:rPr lang="es-CL" sz="3600">
                <a:solidFill>
                  <a:schemeClr val="lt1"/>
                </a:solidFill>
                <a:latin typeface="Calibri"/>
                <a:ea typeface="Calibri"/>
                <a:cs typeface="Calibri"/>
                <a:sym typeface="Calibri"/>
              </a:rPr>
              <a:t>SIY6122</a:t>
            </a:r>
            <a:endParaRPr/>
          </a:p>
        </p:txBody>
      </p:sp>
      <p:sp>
        <p:nvSpPr>
          <p:cNvPr id="440" name="Google Shape;440;p1"/>
          <p:cNvSpPr txBox="1"/>
          <p:nvPr>
            <p:ph idx="2" type="body"/>
          </p:nvPr>
        </p:nvSpPr>
        <p:spPr>
          <a:xfrm>
            <a:off x="4718050" y="4103439"/>
            <a:ext cx="11430000" cy="26412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4800"/>
              <a:buFont typeface="Arial"/>
              <a:buNone/>
            </a:pPr>
            <a:r>
              <a:rPr lang="es-CL" sz="5700">
                <a:latin typeface="Calibri"/>
                <a:ea typeface="Calibri"/>
                <a:cs typeface="Calibri"/>
                <a:sym typeface="Calibri"/>
              </a:rPr>
              <a:t>1.2.1 Programando dispositivos para el IoT: Python Raspberry</a:t>
            </a:r>
            <a:endParaRPr sz="2050">
              <a:solidFill>
                <a:schemeClr val="dk1"/>
              </a:solidFill>
            </a:endParaRPr>
          </a:p>
          <a:p>
            <a:pPr indent="0" lvl="0" marL="0" rtl="0" algn="ctr">
              <a:lnSpc>
                <a:spcPct val="100000"/>
              </a:lnSpc>
              <a:spcBef>
                <a:spcPts val="0"/>
              </a:spcBef>
              <a:spcAft>
                <a:spcPts val="0"/>
              </a:spcAft>
              <a:buSzPts val="1400"/>
              <a:buNone/>
            </a:pPr>
            <a:r>
              <a:t/>
            </a:r>
            <a:endParaRPr sz="6900"/>
          </a:p>
        </p:txBody>
      </p:sp>
      <p:sp>
        <p:nvSpPr>
          <p:cNvPr id="441" name="Google Shape;441;p1"/>
          <p:cNvSpPr txBox="1"/>
          <p:nvPr>
            <p:ph idx="3" type="body"/>
          </p:nvPr>
        </p:nvSpPr>
        <p:spPr>
          <a:xfrm>
            <a:off x="5092767" y="7676832"/>
            <a:ext cx="10695000" cy="492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1343706a5ce_0_1631"/>
          <p:cNvSpPr txBox="1"/>
          <p:nvPr>
            <p:ph type="title"/>
          </p:nvPr>
        </p:nvSpPr>
        <p:spPr>
          <a:xfrm>
            <a:off x="1560727" y="350800"/>
            <a:ext cx="11287800" cy="1340700"/>
          </a:xfrm>
          <a:prstGeom prst="rect">
            <a:avLst/>
          </a:prstGeom>
          <a:noFill/>
          <a:ln>
            <a:noFill/>
          </a:ln>
        </p:spPr>
        <p:txBody>
          <a:bodyPr anchorCtr="0" anchor="ctr" bIns="92100" lIns="184250" spcFirstLastPara="1" rIns="184250" wrap="square" tIns="92100">
            <a:noAutofit/>
          </a:bodyPr>
          <a:lstStyle/>
          <a:p>
            <a:pPr indent="0" lvl="0" marL="0" rtl="0" algn="ctr">
              <a:lnSpc>
                <a:spcPct val="90000"/>
              </a:lnSpc>
              <a:spcBef>
                <a:spcPts val="0"/>
              </a:spcBef>
              <a:spcAft>
                <a:spcPts val="0"/>
              </a:spcAft>
              <a:buSzPts val="3600"/>
              <a:buNone/>
            </a:pPr>
            <a:r>
              <a:rPr lang="es-CL"/>
              <a:t>Programación de dispositivos IoT</a:t>
            </a:r>
            <a:endParaRPr/>
          </a:p>
        </p:txBody>
      </p:sp>
      <p:sp>
        <p:nvSpPr>
          <p:cNvPr id="447" name="Google Shape;447;g1343706a5ce_0_1631"/>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p>
            <a:pPr indent="-469900" lvl="0" marL="927100" marR="0" rtl="0" algn="l">
              <a:lnSpc>
                <a:spcPct val="90000"/>
              </a:lnSpc>
              <a:spcBef>
                <a:spcPts val="2000"/>
              </a:spcBef>
              <a:spcAft>
                <a:spcPts val="0"/>
              </a:spcAft>
              <a:buClr>
                <a:srgbClr val="DE3075"/>
              </a:buClr>
              <a:buSzPts val="5600"/>
              <a:buFont typeface="Franklin Gothic"/>
              <a:buNone/>
            </a:pPr>
            <a:r>
              <a:t/>
            </a:r>
            <a:endParaRPr>
              <a:latin typeface="Calibri"/>
              <a:ea typeface="Calibri"/>
              <a:cs typeface="Calibri"/>
              <a:sym typeface="Calibri"/>
            </a:endParaRPr>
          </a:p>
          <a:p>
            <a:pPr indent="-457200" lvl="5" marL="5524500" rtl="0" algn="l">
              <a:lnSpc>
                <a:spcPct val="90000"/>
              </a:lnSpc>
              <a:spcBef>
                <a:spcPts val="1000"/>
              </a:spcBef>
              <a:spcAft>
                <a:spcPts val="0"/>
              </a:spcAft>
              <a:buSzPts val="2400"/>
              <a:buNone/>
            </a:pPr>
            <a:r>
              <a:t/>
            </a:r>
            <a:endParaRPr>
              <a:latin typeface="Calibri"/>
              <a:ea typeface="Calibri"/>
              <a:cs typeface="Calibri"/>
              <a:sym typeface="Calibri"/>
            </a:endParaRPr>
          </a:p>
        </p:txBody>
      </p:sp>
      <p:sp>
        <p:nvSpPr>
          <p:cNvPr id="448" name="Google Shape;448;g1343706a5ce_0_1631"/>
          <p:cNvSpPr/>
          <p:nvPr/>
        </p:nvSpPr>
        <p:spPr>
          <a:xfrm>
            <a:off x="1061050" y="2239979"/>
            <a:ext cx="16697400" cy="58368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2800"/>
              <a:buFont typeface="Arial"/>
              <a:buNone/>
            </a:pPr>
            <a:r>
              <a:rPr lang="es-CL" sz="2800"/>
              <a:t>En IoT, Python es una excelente opción para el desarrollo de back-end, así como para el desarrollo de software de dispositivos. Además, Python está disponible para ejecutarse en dispositivos Linux y puede usar MicroPython para microcontroladores. También es posible utilizarlo directamente sobre sistema operativo Raspberry Pi OS lo que permite controlar una gran cantidad de dispositivos IoT disponibles en el mercado.</a:t>
            </a:r>
            <a:endParaRPr sz="2800"/>
          </a:p>
          <a:p>
            <a:pPr indent="0" lvl="0" marL="0" marR="0" rtl="0" algn="just">
              <a:lnSpc>
                <a:spcPct val="100000"/>
              </a:lnSpc>
              <a:spcBef>
                <a:spcPts val="0"/>
              </a:spcBef>
              <a:spcAft>
                <a:spcPts val="0"/>
              </a:spcAft>
              <a:buClr>
                <a:srgbClr val="000000"/>
              </a:buClr>
              <a:buSzPts val="2800"/>
              <a:buFont typeface="Arial"/>
              <a:buNone/>
            </a:pPr>
            <a:r>
              <a:t/>
            </a:r>
            <a:endParaRPr sz="2800"/>
          </a:p>
          <a:p>
            <a:pPr indent="0" lvl="0" marL="0" marR="0" rtl="0" algn="just">
              <a:lnSpc>
                <a:spcPct val="100000"/>
              </a:lnSpc>
              <a:spcBef>
                <a:spcPts val="0"/>
              </a:spcBef>
              <a:spcAft>
                <a:spcPts val="0"/>
              </a:spcAft>
              <a:buNone/>
            </a:pPr>
            <a:r>
              <a:rPr lang="es-CL" sz="2800"/>
              <a:t>Pero el IoT sirve para mucho más. Empresas de Tecnología en el mundo han instalado por ejemplo sensores de internet de las cosas en estacionamientos de manera que cuando una plaza quedaba libre, avisaba a una app de los conductores, que los guiaba hasta encontrar el espacio.</a:t>
            </a:r>
            <a:endParaRPr sz="2800"/>
          </a:p>
          <a:p>
            <a:pPr indent="0" lvl="0" marL="0" marR="0" rtl="0" algn="just">
              <a:lnSpc>
                <a:spcPct val="100000"/>
              </a:lnSpc>
              <a:spcBef>
                <a:spcPts val="0"/>
              </a:spcBef>
              <a:spcAft>
                <a:spcPts val="0"/>
              </a:spcAft>
              <a:buNone/>
            </a:pPr>
            <a:r>
              <a:t/>
            </a:r>
            <a:endParaRPr sz="2800"/>
          </a:p>
          <a:p>
            <a:pPr indent="0" lvl="0" marL="0" marR="0" rtl="0" algn="just">
              <a:lnSpc>
                <a:spcPct val="100000"/>
              </a:lnSpc>
              <a:spcBef>
                <a:spcPts val="0"/>
              </a:spcBef>
              <a:spcAft>
                <a:spcPts val="0"/>
              </a:spcAft>
              <a:buClr>
                <a:srgbClr val="000000"/>
              </a:buClr>
              <a:buSzPts val="2800"/>
              <a:buFont typeface="Arial"/>
              <a:buNone/>
            </a:pPr>
            <a:r>
              <a:rPr lang="es-CL" sz="2800"/>
              <a:t>No es el único ejemplo de IoT sorprendente, pues también se han colocado sensores en los alrededores de volcanes. El objetivo es anticipar posibles erupciones de manera de estudiar sus gases tóxicos y cómo afectan estos a las personas que viven cerca de él.</a:t>
            </a:r>
            <a:endParaRPr sz="2800"/>
          </a:p>
        </p:txBody>
      </p:sp>
      <p:pic>
        <p:nvPicPr>
          <p:cNvPr id="449" name="Google Shape;449;g1343706a5ce_0_1631"/>
          <p:cNvPicPr preferRelativeResize="0"/>
          <p:nvPr/>
        </p:nvPicPr>
        <p:blipFill>
          <a:blip r:embed="rId3">
            <a:alphaModFix/>
          </a:blip>
          <a:stretch>
            <a:fillRect/>
          </a:stretch>
        </p:blipFill>
        <p:spPr>
          <a:xfrm>
            <a:off x="12671698" y="8809698"/>
            <a:ext cx="2403274" cy="24032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133e68395f5_0_46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Python</a:t>
            </a:r>
            <a:endParaRPr/>
          </a:p>
        </p:txBody>
      </p:sp>
      <p:sp>
        <p:nvSpPr>
          <p:cNvPr id="455" name="Google Shape;455;g133e68395f5_0_466"/>
          <p:cNvSpPr txBox="1"/>
          <p:nvPr>
            <p:ph idx="2" type="body"/>
          </p:nvPr>
        </p:nvSpPr>
        <p:spPr>
          <a:xfrm>
            <a:off x="574675" y="2911475"/>
            <a:ext cx="7240800" cy="892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2900"/>
              <a:t>Veamos un ejemplo de proyecto IoT</a:t>
            </a:r>
            <a:endParaRPr sz="2900"/>
          </a:p>
          <a:p>
            <a:pPr indent="0" lvl="0" marL="0" rtl="0" algn="ctr">
              <a:lnSpc>
                <a:spcPct val="100000"/>
              </a:lnSpc>
              <a:spcBef>
                <a:spcPts val="0"/>
              </a:spcBef>
              <a:spcAft>
                <a:spcPts val="0"/>
              </a:spcAft>
              <a:buSzPts val="1400"/>
              <a:buNone/>
            </a:pPr>
            <a:r>
              <a:rPr lang="es-CL" sz="2900"/>
              <a:t>con Python</a:t>
            </a:r>
            <a:endParaRPr sz="2900"/>
          </a:p>
        </p:txBody>
      </p:sp>
      <p:pic>
        <p:nvPicPr>
          <p:cNvPr descr="En este video explicamos como hacer el control de un Led en el GPIO de la Raspberry Pi 4, usando cliente y servidor.&#10;&#10;Si deseas un curso completo de Internet de las cosas (IoT) con Raspberry el siguiente link le sera de utilidad.&#10;&#10;https://creatividadahora.teachable.com/p/raspberry-pi4-iot" id="456" name="Google Shape;456;g133e68395f5_0_466" title="Sockets en Python con Raspberry Pi 4, lo basico del IoT.">
            <a:hlinkClick r:id="rId3"/>
          </p:cNvPr>
          <p:cNvPicPr preferRelativeResize="0"/>
          <p:nvPr/>
        </p:nvPicPr>
        <p:blipFill>
          <a:blip r:embed="rId4">
            <a:alphaModFix/>
          </a:blip>
          <a:stretch>
            <a:fillRect/>
          </a:stretch>
        </p:blipFill>
        <p:spPr>
          <a:xfrm>
            <a:off x="7691425" y="911200"/>
            <a:ext cx="11642725" cy="873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0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
          <p:cNvSpPr txBox="1"/>
          <p:nvPr>
            <p:ph type="title"/>
          </p:nvPr>
        </p:nvSpPr>
        <p:spPr>
          <a:xfrm>
            <a:off x="1321990" y="8235994"/>
            <a:ext cx="6048300" cy="2493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Fundamentos de la programación en Python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1343706a5ce_0_879"/>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Introducción</a:t>
            </a:r>
            <a:endParaRPr b="0" i="0" sz="6000" u="none" cap="none" strike="noStrike">
              <a:solidFill>
                <a:srgbClr val="000000"/>
              </a:solidFill>
              <a:latin typeface="Arial"/>
              <a:ea typeface="Arial"/>
              <a:cs typeface="Arial"/>
              <a:sym typeface="Arial"/>
            </a:endParaRPr>
          </a:p>
        </p:txBody>
      </p:sp>
      <p:sp>
        <p:nvSpPr>
          <p:cNvPr id="467" name="Google Shape;467;g1343706a5ce_0_879"/>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¿Qué es Python?</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Python es un lenguaje muy común diseñado para ser fácil de leer y escribir. La comunidad de desarrolladores de Python agrega valor al lenguaje creando todo tipo de módulos y poniéndolos a disposición de otros programadores.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
        <p:nvSpPr>
          <p:cNvPr id="468" name="Google Shape;468;g1343706a5ce_0_879"/>
          <p:cNvSpPr/>
          <p:nvPr/>
        </p:nvSpPr>
        <p:spPr>
          <a:xfrm>
            <a:off x="876982" y="2009562"/>
            <a:ext cx="18839100" cy="9063300"/>
          </a:xfrm>
          <a:prstGeom prst="rect">
            <a:avLst/>
          </a:prstGeom>
          <a:noFill/>
          <a:ln>
            <a:noFill/>
          </a:ln>
        </p:spPr>
        <p:txBody>
          <a:bodyPr anchorCtr="0" anchor="t" bIns="90700" lIns="181400" spcFirstLastPara="1" rIns="181400" wrap="square" tIns="90700">
            <a:noAutofit/>
          </a:bodyPr>
          <a:lstStyle/>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0" lvl="0" marL="0" marR="0" rtl="0" algn="just">
              <a:lnSpc>
                <a:spcPct val="100000"/>
              </a:lnSpc>
              <a:spcBef>
                <a:spcPts val="80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pic>
        <p:nvPicPr>
          <p:cNvPr id="469" name="Google Shape;469;g1343706a5ce_0_879"/>
          <p:cNvPicPr preferRelativeResize="0"/>
          <p:nvPr/>
        </p:nvPicPr>
        <p:blipFill rotWithShape="1">
          <a:blip r:embed="rId3">
            <a:alphaModFix/>
          </a:blip>
          <a:srcRect b="0" l="0" r="0" t="0"/>
          <a:stretch/>
        </p:blipFill>
        <p:spPr>
          <a:xfrm>
            <a:off x="6459432" y="5641021"/>
            <a:ext cx="6841416" cy="37834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E3075"/>
        </a:solidFill>
      </p:bgPr>
    </p:bg>
    <p:spTree>
      <p:nvGrpSpPr>
        <p:cNvPr id="473" name="Shape 473"/>
        <p:cNvGrpSpPr/>
        <p:nvPr/>
      </p:nvGrpSpPr>
      <p:grpSpPr>
        <a:xfrm>
          <a:off x="0" y="0"/>
          <a:ext cx="0" cy="0"/>
          <a:chOff x="0" y="0"/>
          <a:chExt cx="0" cy="0"/>
        </a:xfrm>
      </p:grpSpPr>
      <p:sp>
        <p:nvSpPr>
          <p:cNvPr id="474" name="Google Shape;474;g1343706a5ce_0_886"/>
          <p:cNvSpPr txBox="1"/>
          <p:nvPr/>
        </p:nvSpPr>
        <p:spPr>
          <a:xfrm>
            <a:off x="10708204" y="6698341"/>
            <a:ext cx="8299500" cy="1792800"/>
          </a:xfrm>
          <a:prstGeom prst="rect">
            <a:avLst/>
          </a:prstGeom>
          <a:solidFill>
            <a:srgbClr val="898B90">
              <a:alpha val="67450"/>
            </a:srgbClr>
          </a:solidFill>
          <a:ln>
            <a:noFill/>
          </a:ln>
        </p:spPr>
        <p:txBody>
          <a:bodyPr anchorCtr="0" anchor="t" bIns="92100" lIns="184250" spcFirstLastPara="1" rIns="184250" wrap="square" tIns="92100">
            <a:noAutofit/>
          </a:bodyPr>
          <a:lstStyle/>
          <a:p>
            <a:pPr indent="0" lvl="0" marL="0" marR="0" rtl="0" algn="r">
              <a:lnSpc>
                <a:spcPct val="90000"/>
              </a:lnSpc>
              <a:spcBef>
                <a:spcPts val="0"/>
              </a:spcBef>
              <a:spcAft>
                <a:spcPts val="0"/>
              </a:spcAft>
              <a:buClr>
                <a:srgbClr val="000000"/>
              </a:buClr>
              <a:buSzPts val="7300"/>
              <a:buFont typeface="Arial"/>
              <a:buNone/>
            </a:pPr>
            <a:r>
              <a:rPr b="0" i="0" lang="es-CL" sz="7300" u="none" cap="none" strike="noStrike">
                <a:solidFill>
                  <a:srgbClr val="FFFFFF"/>
                </a:solidFill>
                <a:latin typeface="Calibri"/>
                <a:ea typeface="Calibri"/>
                <a:cs typeface="Calibri"/>
                <a:sym typeface="Calibri"/>
              </a:rPr>
              <a:t>Diagramas de flujo</a:t>
            </a:r>
            <a:endParaRPr b="0" i="0" sz="73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1343706a5ce_0_890"/>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diagramas de flujo se utilizan en diferentes industrias, entre ellas ingeniería, ciencias físicas y programación de computadoras, en los cuales se requiere una comprensión completa de los procesos o flujos de trabajo.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diagramas de flujo son diagramas que se utilizan para representar estos procesos o flujos de trabajo.</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diagramas de flujo ilustran cómo debe funcionar un proceso.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diagramas de flujo no requieren terminología ni símbolos complejos y específicos de la industria.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-Un diagrama de flujo debe ser fácil de entender sin tener que ser un experto en el campo elegido.</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
        <p:nvSpPr>
          <p:cNvPr id="480" name="Google Shape;480;g1343706a5ce_0_89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Diagramas de flujo</a:t>
            </a:r>
            <a:endParaRPr b="0" i="0" sz="6000" u="none" cap="none" strike="noStrike">
              <a:solidFill>
                <a:srgbClr val="000000"/>
              </a:solidFill>
              <a:latin typeface="Arial"/>
              <a:ea typeface="Arial"/>
              <a:cs typeface="Arial"/>
              <a:sym typeface="Arial"/>
            </a:endParaRPr>
          </a:p>
        </p:txBody>
      </p:sp>
      <p:pic>
        <p:nvPicPr>
          <p:cNvPr id="481" name="Google Shape;481;g1343706a5ce_0_890"/>
          <p:cNvPicPr preferRelativeResize="0"/>
          <p:nvPr/>
        </p:nvPicPr>
        <p:blipFill rotWithShape="1">
          <a:blip r:embed="rId3">
            <a:alphaModFix/>
          </a:blip>
          <a:srcRect b="0" l="0" r="0" t="0"/>
          <a:stretch/>
        </p:blipFill>
        <p:spPr>
          <a:xfrm>
            <a:off x="5026025" y="6797483"/>
            <a:ext cx="6785611" cy="42364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E3075"/>
        </a:solidFill>
      </p:bgPr>
    </p:bg>
    <p:spTree>
      <p:nvGrpSpPr>
        <p:cNvPr id="485" name="Shape 485"/>
        <p:cNvGrpSpPr/>
        <p:nvPr/>
      </p:nvGrpSpPr>
      <p:grpSpPr>
        <a:xfrm>
          <a:off x="0" y="0"/>
          <a:ext cx="0" cy="0"/>
          <a:chOff x="0" y="0"/>
          <a:chExt cx="0" cy="0"/>
        </a:xfrm>
      </p:grpSpPr>
      <p:sp>
        <p:nvSpPr>
          <p:cNvPr id="486" name="Google Shape;486;g1343706a5ce_0_896"/>
          <p:cNvSpPr txBox="1"/>
          <p:nvPr/>
        </p:nvSpPr>
        <p:spPr>
          <a:xfrm>
            <a:off x="10708204" y="6698341"/>
            <a:ext cx="8299500" cy="1792800"/>
          </a:xfrm>
          <a:prstGeom prst="rect">
            <a:avLst/>
          </a:prstGeom>
          <a:solidFill>
            <a:srgbClr val="898B90">
              <a:alpha val="67450"/>
            </a:srgbClr>
          </a:solidFill>
          <a:ln>
            <a:noFill/>
          </a:ln>
        </p:spPr>
        <p:txBody>
          <a:bodyPr anchorCtr="0" anchor="t" bIns="92100" lIns="184250" spcFirstLastPara="1" rIns="184250" wrap="square" tIns="92100">
            <a:noAutofit/>
          </a:bodyPr>
          <a:lstStyle/>
          <a:p>
            <a:pPr indent="0" lvl="0" marL="0" marR="0" rtl="0" algn="r">
              <a:lnSpc>
                <a:spcPct val="90000"/>
              </a:lnSpc>
              <a:spcBef>
                <a:spcPts val="0"/>
              </a:spcBef>
              <a:spcAft>
                <a:spcPts val="0"/>
              </a:spcAft>
              <a:buClr>
                <a:srgbClr val="000000"/>
              </a:buClr>
              <a:buSzPts val="7300"/>
              <a:buFont typeface="Arial"/>
              <a:buNone/>
            </a:pPr>
            <a:r>
              <a:rPr b="0" i="0" lang="es-CL" sz="7300" u="none" cap="none" strike="noStrike">
                <a:solidFill>
                  <a:srgbClr val="FFFFFF"/>
                </a:solidFill>
                <a:latin typeface="Calibri"/>
                <a:ea typeface="Calibri"/>
                <a:cs typeface="Calibri"/>
                <a:sym typeface="Calibri"/>
              </a:rPr>
              <a:t>Intérprete de Python</a:t>
            </a:r>
            <a:endParaRPr b="0" i="0" sz="73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1343706a5ce_0_900"/>
          <p:cNvSpPr txBox="1"/>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Python es un lenguaje interpretado; por lo tanto, requiere un intérprete para analizar y ejecutar el código de Python. El intérprete de Python comprende y ejecuta el código de Python.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El código de Python pueden crearse en cualquier editor de texto y los intérpretes de Python están disponibles para muchos sistemas operativos.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Las herramientas de terceros, como Py2exe y Pyinstaller, también pueden utilizarse para incluir el código fuente de Python en un archivo ejecutable, lo que elimina la necesidad de intérpretes de Python al ejecutar el código de Python.</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En las máquinas Linux, el intérprete de Python está instalado generalmente en /usr/bin/python o /usr/bin/python3 (según las versiones de Python disponibles en el sistema). Con el nuevo instalador Windows de Python, Python se instala de manera predeterminada en el directorio de inicio del usuario. En equipos Windows más antiguos, Python se colocaba en C:\PythonXX (donde XX es la versión de Python).</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
        <p:nvSpPr>
          <p:cNvPr id="492" name="Google Shape;492;g1343706a5ce_0_90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Intérprete de Python</a:t>
            </a:r>
            <a:endParaRPr b="0" i="0" sz="6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1343706a5ce_0_906"/>
          <p:cNvSpPr txBox="1"/>
          <p:nvPr/>
        </p:nvSpPr>
        <p:spPr>
          <a:xfrm>
            <a:off x="646655" y="200956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Para iniciar el intérprete, simplemente escriba python o python3 en el indicador del shell.</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
        <p:nvSpPr>
          <p:cNvPr id="498" name="Google Shape;498;g1343706a5ce_0_906"/>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Intérprete de Python</a:t>
            </a:r>
            <a:endParaRPr b="0" i="0" sz="6000" u="none" cap="none" strike="noStrike">
              <a:solidFill>
                <a:srgbClr val="000000"/>
              </a:solidFill>
              <a:latin typeface="Arial"/>
              <a:ea typeface="Arial"/>
              <a:cs typeface="Arial"/>
              <a:sym typeface="Arial"/>
            </a:endParaRPr>
          </a:p>
        </p:txBody>
      </p:sp>
      <p:pic>
        <p:nvPicPr>
          <p:cNvPr id="499" name="Google Shape;499;g1343706a5ce_0_906"/>
          <p:cNvPicPr preferRelativeResize="0"/>
          <p:nvPr/>
        </p:nvPicPr>
        <p:blipFill rotWithShape="1">
          <a:blip r:embed="rId3">
            <a:alphaModFix/>
          </a:blip>
          <a:srcRect b="0" l="0" r="0" t="0"/>
          <a:stretch/>
        </p:blipFill>
        <p:spPr>
          <a:xfrm>
            <a:off x="2513013" y="3015827"/>
            <a:ext cx="11309350" cy="3021764"/>
          </a:xfrm>
          <a:prstGeom prst="rect">
            <a:avLst/>
          </a:prstGeom>
          <a:noFill/>
          <a:ln>
            <a:noFill/>
          </a:ln>
        </p:spPr>
      </p:pic>
      <p:sp>
        <p:nvSpPr>
          <p:cNvPr id="500" name="Google Shape;500;g1343706a5ce_0_906"/>
          <p:cNvSpPr txBox="1"/>
          <p:nvPr/>
        </p:nvSpPr>
        <p:spPr>
          <a:xfrm>
            <a:off x="502602" y="6132577"/>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Cuando se llama al intérprete de Python sin argumentos y los comandos se ingresan mediante el teclado, el intérprete se dice que está en modo interactivo. En este modo, el intérprete espera los comandos. El indicador principal está representado por tres signos mayor que (&gt;&gt;&gt;). Las líneas de continuación están representadas por tres puntos (...). La línea de seguimiento es el indicador secundario predeterminado.</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01" name="Google Shape;501;g1343706a5ce_0_906"/>
          <p:cNvPicPr preferRelativeResize="0"/>
          <p:nvPr/>
        </p:nvPicPr>
        <p:blipFill rotWithShape="1">
          <a:blip r:embed="rId4">
            <a:alphaModFix/>
          </a:blip>
          <a:srcRect b="0" l="0" r="0" t="0"/>
          <a:stretch/>
        </p:blipFill>
        <p:spPr>
          <a:xfrm>
            <a:off x="7195475" y="8545151"/>
            <a:ext cx="8957350" cy="2435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1343706a5ce_0_914"/>
          <p:cNvSpPr txBox="1"/>
          <p:nvPr/>
        </p:nvSpPr>
        <p:spPr>
          <a:xfrm>
            <a:off x="646655" y="200956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El intérprete actúa como calculadora simple. Puede ingresar una expresión y escribirá el valor. La sintaxis de la expresión es directa.</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operadores +, -, * y / funcionan al igual que en la mayoría de los otros lenguajes (por ejemplo, Pascal o C). Los paréntesis (()) pueden utilizarse para agrupar, como se muestra en la Figura</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
        <p:nvSpPr>
          <p:cNvPr id="507" name="Google Shape;507;g1343706a5ce_0_914"/>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Variables y declaraciones básicas en Python</a:t>
            </a:r>
            <a:endParaRPr b="0" i="0" sz="6000" u="none" cap="none" strike="noStrike">
              <a:solidFill>
                <a:srgbClr val="000000"/>
              </a:solidFill>
              <a:latin typeface="Arial"/>
              <a:ea typeface="Arial"/>
              <a:cs typeface="Arial"/>
              <a:sym typeface="Arial"/>
            </a:endParaRPr>
          </a:p>
        </p:txBody>
      </p:sp>
      <p:pic>
        <p:nvPicPr>
          <p:cNvPr id="508" name="Google Shape;508;g1343706a5ce_0_914"/>
          <p:cNvPicPr preferRelativeResize="0"/>
          <p:nvPr/>
        </p:nvPicPr>
        <p:blipFill rotWithShape="1">
          <a:blip r:embed="rId3">
            <a:alphaModFix/>
          </a:blip>
          <a:srcRect b="0" l="0" r="0" t="0"/>
          <a:stretch/>
        </p:blipFill>
        <p:spPr>
          <a:xfrm>
            <a:off x="3518217" y="4573608"/>
            <a:ext cx="9370435" cy="3164837"/>
          </a:xfrm>
          <a:prstGeom prst="rect">
            <a:avLst/>
          </a:prstGeom>
          <a:noFill/>
          <a:ln>
            <a:noFill/>
          </a:ln>
        </p:spPr>
      </p:pic>
      <p:sp>
        <p:nvSpPr>
          <p:cNvPr id="509" name="Google Shape;509;g1343706a5ce_0_914"/>
          <p:cNvSpPr txBox="1"/>
          <p:nvPr/>
        </p:nvSpPr>
        <p:spPr>
          <a:xfrm>
            <a:off x="647447" y="7860740"/>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Las variables son áreas de memoria rotuladas que se utilizan para almacenar datos de programas de tiempo de ejecución.</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10" name="Google Shape;510;g1343706a5ce_0_914"/>
          <p:cNvPicPr preferRelativeResize="0"/>
          <p:nvPr/>
        </p:nvPicPr>
        <p:blipFill rotWithShape="1">
          <a:blip r:embed="rId4">
            <a:alphaModFix/>
          </a:blip>
          <a:srcRect b="0" l="0" r="0" t="0"/>
          <a:stretch/>
        </p:blipFill>
        <p:spPr>
          <a:xfrm>
            <a:off x="7182071" y="9047480"/>
            <a:ext cx="4037527" cy="13125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1343706a5ce_0_922"/>
          <p:cNvSpPr txBox="1"/>
          <p:nvPr/>
        </p:nvSpPr>
        <p:spPr>
          <a:xfrm>
            <a:off x="646655" y="200956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intentos de utilizar una variable no definida (sin ningún valor asignado) resultarán en un error, como se muestra en la Figura</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
        <p:nvSpPr>
          <p:cNvPr id="516" name="Google Shape;516;g1343706a5ce_0_922"/>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Variables y declaraciones básicas en Python</a:t>
            </a:r>
            <a:endParaRPr b="0" i="0" sz="6000" u="none" cap="none" strike="noStrike">
              <a:solidFill>
                <a:srgbClr val="000000"/>
              </a:solidFill>
              <a:latin typeface="Arial"/>
              <a:ea typeface="Arial"/>
              <a:cs typeface="Arial"/>
              <a:sym typeface="Arial"/>
            </a:endParaRPr>
          </a:p>
        </p:txBody>
      </p:sp>
      <p:sp>
        <p:nvSpPr>
          <p:cNvPr id="517" name="Google Shape;517;g1343706a5ce_0_922"/>
          <p:cNvSpPr txBox="1"/>
          <p:nvPr/>
        </p:nvSpPr>
        <p:spPr>
          <a:xfrm>
            <a:off x="791500" y="5541878"/>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Las secuencias, definidas como secuencias de caracteres, también pueden manejarse desde el modo interactivo. Utilice el carácter de barra invertida (\) para sustraerse de los caracteres.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Si se requiere generar un comentario en el código se puede utilizar el caracter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18" name="Google Shape;518;g1343706a5ce_0_922"/>
          <p:cNvPicPr preferRelativeResize="0"/>
          <p:nvPr/>
        </p:nvPicPr>
        <p:blipFill rotWithShape="1">
          <a:blip r:embed="rId3">
            <a:alphaModFix/>
          </a:blip>
          <a:srcRect b="0" l="0" r="0" t="0"/>
          <a:stretch/>
        </p:blipFill>
        <p:spPr>
          <a:xfrm>
            <a:off x="3872809" y="3126249"/>
            <a:ext cx="9376964" cy="2151448"/>
          </a:xfrm>
          <a:prstGeom prst="rect">
            <a:avLst/>
          </a:prstGeom>
          <a:noFill/>
          <a:ln>
            <a:noFill/>
          </a:ln>
        </p:spPr>
      </p:pic>
      <p:pic>
        <p:nvPicPr>
          <p:cNvPr id="519" name="Google Shape;519;g1343706a5ce_0_922"/>
          <p:cNvPicPr preferRelativeResize="0"/>
          <p:nvPr/>
        </p:nvPicPr>
        <p:blipFill rotWithShape="1">
          <a:blip r:embed="rId4">
            <a:alphaModFix/>
          </a:blip>
          <a:srcRect b="0" l="0" r="0" t="0"/>
          <a:stretch/>
        </p:blipFill>
        <p:spPr>
          <a:xfrm>
            <a:off x="5401987" y="7916545"/>
            <a:ext cx="7634553" cy="30389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EA002"/>
        </a:solidFill>
      </p:bgPr>
    </p:bg>
    <p:spTree>
      <p:nvGrpSpPr>
        <p:cNvPr id="523" name="Shape 523"/>
        <p:cNvGrpSpPr/>
        <p:nvPr/>
      </p:nvGrpSpPr>
      <p:grpSpPr>
        <a:xfrm>
          <a:off x="0" y="0"/>
          <a:ext cx="0" cy="0"/>
          <a:chOff x="0" y="0"/>
          <a:chExt cx="0" cy="0"/>
        </a:xfrm>
      </p:grpSpPr>
      <p:sp>
        <p:nvSpPr>
          <p:cNvPr id="524" name="Google Shape;524;g1343706a5ce_0_930"/>
          <p:cNvSpPr txBox="1"/>
          <p:nvPr/>
        </p:nvSpPr>
        <p:spPr>
          <a:xfrm>
            <a:off x="7766198" y="8237719"/>
            <a:ext cx="11871300" cy="1412400"/>
          </a:xfrm>
          <a:prstGeom prst="rect">
            <a:avLst/>
          </a:prstGeom>
          <a:solidFill>
            <a:srgbClr val="898B90">
              <a:alpha val="67450"/>
            </a:srgbClr>
          </a:solidFill>
          <a:ln>
            <a:noFill/>
          </a:ln>
        </p:spPr>
        <p:txBody>
          <a:bodyPr anchorCtr="0" anchor="t" bIns="92100" lIns="184250" spcFirstLastPara="1" rIns="184250" wrap="square" tIns="92100">
            <a:noAutofit/>
          </a:bodyPr>
          <a:lstStyle/>
          <a:p>
            <a:pPr indent="0" lvl="0" marL="0" marR="0" rtl="0" algn="r">
              <a:lnSpc>
                <a:spcPct val="90000"/>
              </a:lnSpc>
              <a:spcBef>
                <a:spcPts val="0"/>
              </a:spcBef>
              <a:spcAft>
                <a:spcPts val="0"/>
              </a:spcAft>
              <a:buClr>
                <a:srgbClr val="000000"/>
              </a:buClr>
              <a:buSzPts val="7300"/>
              <a:buFont typeface="Arial"/>
              <a:buNone/>
            </a:pPr>
            <a:r>
              <a:rPr b="0" i="0" lang="es-CL" sz="7300" u="none" cap="none" strike="noStrike">
                <a:solidFill>
                  <a:srgbClr val="FFFFFF"/>
                </a:solidFill>
                <a:latin typeface="Calibri"/>
                <a:ea typeface="Calibri"/>
                <a:cs typeface="Calibri"/>
                <a:sym typeface="Calibri"/>
              </a:rPr>
              <a:t>Funciones útiles y tipos de datos en Python</a:t>
            </a:r>
            <a:endParaRPr b="0" i="0" sz="73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1343706a5ce_0_934"/>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Funciones útiles y tipos de datos en Python</a:t>
            </a:r>
            <a:endParaRPr b="0" i="0" sz="6000" u="none" cap="none" strike="noStrike">
              <a:solidFill>
                <a:srgbClr val="000000"/>
              </a:solidFill>
              <a:latin typeface="Arial"/>
              <a:ea typeface="Arial"/>
              <a:cs typeface="Arial"/>
              <a:sym typeface="Arial"/>
            </a:endParaRPr>
          </a:p>
        </p:txBody>
      </p:sp>
      <p:sp>
        <p:nvSpPr>
          <p:cNvPr id="530" name="Google Shape;530;g1343706a5ce_0_934"/>
          <p:cNvSpPr txBox="1"/>
          <p:nvPr/>
        </p:nvSpPr>
        <p:spPr>
          <a:xfrm>
            <a:off x="647447" y="221853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La declaración de publicación imprime el resultado de la expresión dada, como se muestra en la Figura</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31" name="Google Shape;531;g1343706a5ce_0_934"/>
          <p:cNvPicPr preferRelativeResize="0"/>
          <p:nvPr/>
        </p:nvPicPr>
        <p:blipFill rotWithShape="1">
          <a:blip r:embed="rId3">
            <a:alphaModFix/>
          </a:blip>
          <a:srcRect b="0" l="0" r="0" t="0"/>
          <a:stretch/>
        </p:blipFill>
        <p:spPr>
          <a:xfrm>
            <a:off x="5529419" y="3204613"/>
            <a:ext cx="6408038" cy="2073084"/>
          </a:xfrm>
          <a:prstGeom prst="rect">
            <a:avLst/>
          </a:prstGeom>
          <a:noFill/>
          <a:ln>
            <a:noFill/>
          </a:ln>
        </p:spPr>
      </p:pic>
      <p:sp>
        <p:nvSpPr>
          <p:cNvPr id="532" name="Google Shape;532;g1343706a5ce_0_934"/>
          <p:cNvSpPr txBox="1"/>
          <p:nvPr/>
        </p:nvSpPr>
        <p:spPr>
          <a:xfrm>
            <a:off x="792291" y="5679015"/>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Las funciones son una parte importante de muchos lenguajes de programación. Las funciones permiten que un bloque de códigos reciba un nombre y se vuelva a utilizar según sea necesario.</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33" name="Google Shape;533;g1343706a5ce_0_934"/>
          <p:cNvPicPr preferRelativeResize="0"/>
          <p:nvPr/>
        </p:nvPicPr>
        <p:blipFill rotWithShape="1">
          <a:blip r:embed="rId4">
            <a:alphaModFix/>
          </a:blip>
          <a:srcRect b="0" l="0" r="0" t="0"/>
          <a:stretch/>
        </p:blipFill>
        <p:spPr>
          <a:xfrm>
            <a:off x="6354954" y="7163182"/>
            <a:ext cx="5654082" cy="3297818"/>
          </a:xfrm>
          <a:prstGeom prst="rect">
            <a:avLst/>
          </a:prstGeom>
          <a:noFill/>
          <a:ln>
            <a:noFill/>
          </a:ln>
        </p:spPr>
      </p:pic>
      <p:pic>
        <p:nvPicPr>
          <p:cNvPr id="534" name="Google Shape;534;g1343706a5ce_0_934"/>
          <p:cNvPicPr preferRelativeResize="0"/>
          <p:nvPr/>
        </p:nvPicPr>
        <p:blipFill rotWithShape="1">
          <a:blip r:embed="rId5">
            <a:alphaModFix/>
          </a:blip>
          <a:srcRect b="0" l="0" r="0" t="0"/>
          <a:stretch/>
        </p:blipFill>
        <p:spPr>
          <a:xfrm>
            <a:off x="6354954" y="7163182"/>
            <a:ext cx="5654082" cy="3297818"/>
          </a:xfrm>
          <a:prstGeom prst="rect">
            <a:avLst/>
          </a:prstGeom>
          <a:noFill/>
          <a:ln>
            <a:noFill/>
          </a:ln>
        </p:spPr>
      </p:pic>
      <p:pic>
        <p:nvPicPr>
          <p:cNvPr id="535" name="Google Shape;535;g1343706a5ce_0_934"/>
          <p:cNvPicPr preferRelativeResize="0"/>
          <p:nvPr/>
        </p:nvPicPr>
        <p:blipFill rotWithShape="1">
          <a:blip r:embed="rId6">
            <a:alphaModFix/>
          </a:blip>
          <a:srcRect b="0" l="0" r="0" t="0"/>
          <a:stretch/>
        </p:blipFill>
        <p:spPr>
          <a:xfrm>
            <a:off x="6354954" y="7163182"/>
            <a:ext cx="5654082" cy="329781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1343706a5ce_0_944"/>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Funciones útiles y tipos de datos en Python</a:t>
            </a:r>
            <a:endParaRPr b="0" i="0" sz="6000" u="none" cap="none" strike="noStrike">
              <a:solidFill>
                <a:srgbClr val="000000"/>
              </a:solidFill>
              <a:latin typeface="Arial"/>
              <a:ea typeface="Arial"/>
              <a:cs typeface="Arial"/>
              <a:sym typeface="Arial"/>
            </a:endParaRPr>
          </a:p>
        </p:txBody>
      </p:sp>
      <p:sp>
        <p:nvSpPr>
          <p:cNvPr id="541" name="Google Shape;541;g1343706a5ce_0_944"/>
          <p:cNvSpPr txBox="1"/>
          <p:nvPr/>
        </p:nvSpPr>
        <p:spPr>
          <a:xfrm>
            <a:off x="647447" y="221853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300" u="none" cap="none" strike="noStrike">
                <a:solidFill>
                  <a:srgbClr val="818990"/>
                </a:solidFill>
                <a:latin typeface="Calibri"/>
                <a:ea typeface="Calibri"/>
                <a:cs typeface="Calibri"/>
                <a:sym typeface="Calibri"/>
              </a:rPr>
              <a:t>- Python admite muchas funciones y tipos de datos útiles.</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1" i="0" lang="es-CL" sz="3300" u="none" cap="none" strike="noStrike">
                <a:solidFill>
                  <a:srgbClr val="818990"/>
                </a:solidFill>
                <a:latin typeface="Calibri"/>
                <a:ea typeface="Calibri"/>
                <a:cs typeface="Calibri"/>
                <a:sym typeface="Calibri"/>
              </a:rPr>
              <a:t> 	Range()</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300" u="none" cap="none" strike="noStrike">
                <a:solidFill>
                  <a:srgbClr val="818990"/>
                </a:solidFill>
                <a:latin typeface="Calibri"/>
                <a:ea typeface="Calibri"/>
                <a:cs typeface="Calibri"/>
                <a:sym typeface="Calibri"/>
              </a:rPr>
              <a:t>    		La función de range() genera una lista de números utilizados generalmente para 		iterar con bucles FOR</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300" u="none" cap="none" strike="noStrike">
                <a:solidFill>
                  <a:srgbClr val="818990"/>
                </a:solidFill>
                <a:latin typeface="Calibri"/>
                <a:ea typeface="Calibri"/>
                <a:cs typeface="Calibri"/>
                <a:sym typeface="Calibri"/>
              </a:rPr>
              <a:t>    			</a:t>
            </a:r>
            <a:r>
              <a:rPr b="1" i="0" lang="es-CL" sz="3300" u="none" cap="none" strike="noStrike">
                <a:solidFill>
                  <a:srgbClr val="818990"/>
                </a:solidFill>
                <a:latin typeface="Calibri"/>
                <a:ea typeface="Calibri"/>
                <a:cs typeface="Calibri"/>
                <a:sym typeface="Calibri"/>
              </a:rPr>
              <a:t>range(stop):</a:t>
            </a:r>
            <a:r>
              <a:rPr b="0" i="0" lang="es-CL" sz="3300" u="none" cap="none" strike="noStrike">
                <a:solidFill>
                  <a:srgbClr val="818990"/>
                </a:solidFill>
                <a:latin typeface="Calibri"/>
                <a:ea typeface="Calibri"/>
                <a:cs typeface="Calibri"/>
                <a:sym typeface="Calibri"/>
              </a:rPr>
              <a:t> es la cantidad de números enteros que se deberán generar a 			partir de cero.</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300" u="none" cap="none" strike="noStrike">
                <a:solidFill>
                  <a:srgbClr val="818990"/>
                </a:solidFill>
                <a:latin typeface="Calibri"/>
                <a:ea typeface="Calibri"/>
                <a:cs typeface="Calibri"/>
                <a:sym typeface="Calibri"/>
              </a:rPr>
              <a:t>    			</a:t>
            </a:r>
            <a:r>
              <a:rPr b="1" i="0" lang="es-CL" sz="3300" u="none" cap="none" strike="noStrike">
                <a:solidFill>
                  <a:srgbClr val="818990"/>
                </a:solidFill>
                <a:latin typeface="Calibri"/>
                <a:ea typeface="Calibri"/>
                <a:cs typeface="Calibri"/>
                <a:sym typeface="Calibri"/>
              </a:rPr>
              <a:t>range([start], stop[, step]:</a:t>
            </a:r>
            <a:r>
              <a:rPr b="0" i="0" lang="es-CL" sz="3300" u="none" cap="none" strike="noStrike">
                <a:solidFill>
                  <a:srgbClr val="818990"/>
                </a:solidFill>
                <a:latin typeface="Calibri"/>
                <a:ea typeface="Calibri"/>
                <a:cs typeface="Calibri"/>
                <a:sym typeface="Calibri"/>
              </a:rPr>
              <a:t> es el número inicial de la secuencia, el número 			final de la secuencia y la diferencia entre cada número de la secuencia.</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300" u="none" cap="none" strike="noStrike">
                <a:solidFill>
                  <a:srgbClr val="818990"/>
                </a:solidFill>
                <a:latin typeface="Calibri"/>
                <a:ea typeface="Calibri"/>
                <a:cs typeface="Calibri"/>
                <a:sym typeface="Calibri"/>
              </a:rPr>
              <a:t>  </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3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3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3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300" u="none" cap="none" strike="noStrike">
              <a:solidFill>
                <a:srgbClr val="000000"/>
              </a:solidFill>
              <a:latin typeface="Calibri"/>
              <a:ea typeface="Calibri"/>
              <a:cs typeface="Calibri"/>
              <a:sym typeface="Calibri"/>
            </a:endParaRPr>
          </a:p>
        </p:txBody>
      </p:sp>
      <p:pic>
        <p:nvPicPr>
          <p:cNvPr id="542" name="Google Shape;542;g1343706a5ce_0_944"/>
          <p:cNvPicPr preferRelativeResize="0"/>
          <p:nvPr/>
        </p:nvPicPr>
        <p:blipFill rotWithShape="1">
          <a:blip r:embed="rId3">
            <a:alphaModFix/>
          </a:blip>
          <a:srcRect b="0" l="0" r="0" t="0"/>
          <a:stretch/>
        </p:blipFill>
        <p:spPr>
          <a:xfrm>
            <a:off x="5784800" y="6837850"/>
            <a:ext cx="8526526" cy="39758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1343706a5ce_0_95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Funciones útiles y tipos de datos en Python</a:t>
            </a:r>
            <a:endParaRPr b="0" i="0" sz="6000" u="none" cap="none" strike="noStrike">
              <a:solidFill>
                <a:srgbClr val="000000"/>
              </a:solidFill>
              <a:latin typeface="Arial"/>
              <a:ea typeface="Arial"/>
              <a:cs typeface="Arial"/>
              <a:sym typeface="Arial"/>
            </a:endParaRPr>
          </a:p>
        </p:txBody>
      </p:sp>
      <p:sp>
        <p:nvSpPr>
          <p:cNvPr id="548" name="Google Shape;548;g1343706a5ce_0_950"/>
          <p:cNvSpPr txBox="1"/>
          <p:nvPr/>
        </p:nvSpPr>
        <p:spPr>
          <a:xfrm>
            <a:off x="647447" y="2218532"/>
            <a:ext cx="18810000" cy="1006200"/>
          </a:xfrm>
          <a:prstGeom prst="rect">
            <a:avLst/>
          </a:prstGeom>
          <a:noFill/>
          <a:ln>
            <a:noFill/>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Python admite muchas funciones y tipos de datos útiles.</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1" i="0" lang="es-CL" sz="3600" u="none" cap="none" strike="noStrike">
                <a:solidFill>
                  <a:srgbClr val="818990"/>
                </a:solidFill>
                <a:latin typeface="Calibri"/>
                <a:ea typeface="Calibri"/>
                <a:cs typeface="Calibri"/>
                <a:sym typeface="Calibri"/>
              </a:rPr>
              <a:t> 	 Tuplas:</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1" i="0" lang="es-CL" sz="3600" u="none" cap="none" strike="noStrike">
                <a:solidFill>
                  <a:srgbClr val="818990"/>
                </a:solidFill>
                <a:latin typeface="Calibri"/>
                <a:ea typeface="Calibri"/>
                <a:cs typeface="Calibri"/>
                <a:sym typeface="Calibri"/>
              </a:rPr>
              <a:t>  		</a:t>
            </a:r>
            <a:r>
              <a:rPr b="0" i="0" lang="es-CL" sz="3600" u="none" cap="none" strike="noStrike">
                <a:solidFill>
                  <a:srgbClr val="818990"/>
                </a:solidFill>
                <a:latin typeface="Calibri"/>
                <a:ea typeface="Calibri"/>
                <a:cs typeface="Calibri"/>
                <a:sym typeface="Calibri"/>
              </a:rPr>
              <a:t>Una tupla es una secuencia de objetos intercambiables de Python. Las tuplas son 	secuencias separadas por paréntesis.</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49" name="Google Shape;549;g1343706a5ce_0_950"/>
          <p:cNvPicPr preferRelativeResize="0"/>
          <p:nvPr/>
        </p:nvPicPr>
        <p:blipFill rotWithShape="1">
          <a:blip r:embed="rId3">
            <a:alphaModFix/>
          </a:blip>
          <a:srcRect b="0" l="0" r="0" t="0"/>
          <a:stretch/>
        </p:blipFill>
        <p:spPr>
          <a:xfrm>
            <a:off x="5221991" y="5396891"/>
            <a:ext cx="10501369" cy="488647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1343706a5ce_0_956"/>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Funciones útiles y tipos de datos en Python</a:t>
            </a:r>
            <a:endParaRPr b="0" i="0" sz="6000" u="none" cap="none" strike="noStrike">
              <a:solidFill>
                <a:srgbClr val="000000"/>
              </a:solidFill>
              <a:latin typeface="Arial"/>
              <a:ea typeface="Arial"/>
              <a:cs typeface="Arial"/>
              <a:sym typeface="Arial"/>
            </a:endParaRPr>
          </a:p>
        </p:txBody>
      </p:sp>
      <p:sp>
        <p:nvSpPr>
          <p:cNvPr id="555" name="Google Shape;555;g1343706a5ce_0_956"/>
          <p:cNvSpPr txBox="1"/>
          <p:nvPr/>
        </p:nvSpPr>
        <p:spPr>
          <a:xfrm>
            <a:off x="647447" y="221853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Python admite muchas funciones y tipos de datos útiles.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1" i="0" lang="es-CL" sz="3600" u="none" cap="none" strike="noStrike">
                <a:solidFill>
                  <a:srgbClr val="818990"/>
                </a:solidFill>
                <a:latin typeface="Calibri"/>
                <a:ea typeface="Calibri"/>
                <a:cs typeface="Calibri"/>
                <a:sym typeface="Calibri"/>
              </a:rPr>
              <a:t> 	  Listas:</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1" i="0" lang="es-CL" sz="3600" u="none" cap="none" strike="noStrike">
                <a:solidFill>
                  <a:srgbClr val="818990"/>
                </a:solidFill>
                <a:latin typeface="Calibri"/>
                <a:ea typeface="Calibri"/>
                <a:cs typeface="Calibri"/>
                <a:sym typeface="Calibri"/>
              </a:rPr>
              <a:t> 		</a:t>
            </a:r>
            <a:r>
              <a:rPr b="0" i="0" lang="es-CL" sz="3600" u="none" cap="none" strike="noStrike">
                <a:solidFill>
                  <a:srgbClr val="818990"/>
                </a:solidFill>
                <a:latin typeface="Calibri"/>
                <a:ea typeface="Calibri"/>
                <a:cs typeface="Calibri"/>
                <a:sym typeface="Calibri"/>
              </a:rPr>
              <a:t>Las listas son una secuencia de objetos cambiables de Python. Las listas</a:t>
            </a:r>
            <a:r>
              <a:rPr lang="es-CL" sz="3600">
                <a:solidFill>
                  <a:srgbClr val="818990"/>
                </a:solidFill>
                <a:latin typeface="Calibri"/>
                <a:ea typeface="Calibri"/>
                <a:cs typeface="Calibri"/>
                <a:sym typeface="Calibri"/>
              </a:rPr>
              <a:t> </a:t>
            </a:r>
            <a:r>
              <a:rPr b="0" i="0" lang="es-CL" sz="3600" u="none" cap="none" strike="noStrike">
                <a:solidFill>
                  <a:srgbClr val="818990"/>
                </a:solidFill>
                <a:latin typeface="Calibri"/>
                <a:ea typeface="Calibri"/>
                <a:cs typeface="Calibri"/>
                <a:sym typeface="Calibri"/>
              </a:rPr>
              <a:t>pueden crearse</a:t>
            </a:r>
            <a:r>
              <a:rPr lang="es-CL" sz="3600">
                <a:solidFill>
                  <a:srgbClr val="818990"/>
                </a:solidFill>
                <a:latin typeface="Calibri"/>
                <a:ea typeface="Calibri"/>
                <a:cs typeface="Calibri"/>
                <a:sym typeface="Calibri"/>
              </a:rPr>
              <a:t> </a:t>
            </a:r>
            <a:r>
              <a:rPr b="0" i="0" lang="es-CL" sz="3600" u="none" cap="none" strike="noStrike">
                <a:solidFill>
                  <a:srgbClr val="818990"/>
                </a:solidFill>
                <a:latin typeface="Calibri"/>
                <a:ea typeface="Calibri"/>
                <a:cs typeface="Calibri"/>
                <a:sym typeface="Calibri"/>
              </a:rPr>
              <a:t>configurando distintos valores separados por comas entre</a:t>
            </a:r>
            <a:r>
              <a:rPr lang="es-CL" sz="3600">
                <a:solidFill>
                  <a:srgbClr val="818990"/>
                </a:solidFill>
                <a:latin typeface="Calibri"/>
                <a:ea typeface="Calibri"/>
                <a:cs typeface="Calibri"/>
                <a:sym typeface="Calibri"/>
              </a:rPr>
              <a:t> </a:t>
            </a:r>
            <a:r>
              <a:rPr b="0" i="0" lang="es-CL" sz="3600" u="none" cap="none" strike="noStrike">
                <a:solidFill>
                  <a:srgbClr val="818990"/>
                </a:solidFill>
                <a:latin typeface="Calibri"/>
                <a:ea typeface="Calibri"/>
                <a:cs typeface="Calibri"/>
                <a:sym typeface="Calibri"/>
              </a:rPr>
              <a:t>corchetes.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56" name="Google Shape;556;g1343706a5ce_0_956"/>
          <p:cNvPicPr preferRelativeResize="0"/>
          <p:nvPr/>
        </p:nvPicPr>
        <p:blipFill rotWithShape="1">
          <a:blip r:embed="rId3">
            <a:alphaModFix/>
          </a:blip>
          <a:srcRect b="0" l="0" r="0" t="0"/>
          <a:stretch/>
        </p:blipFill>
        <p:spPr>
          <a:xfrm>
            <a:off x="2585053" y="5497349"/>
            <a:ext cx="13991400" cy="4524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1343706a5ce_0_962"/>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Funciones útiles y tipos de datos en Python</a:t>
            </a:r>
            <a:endParaRPr b="0" i="0" sz="6000" u="none" cap="none" strike="noStrike">
              <a:solidFill>
                <a:srgbClr val="000000"/>
              </a:solidFill>
              <a:latin typeface="Arial"/>
              <a:ea typeface="Arial"/>
              <a:cs typeface="Arial"/>
              <a:sym typeface="Arial"/>
            </a:endParaRPr>
          </a:p>
        </p:txBody>
      </p:sp>
      <p:sp>
        <p:nvSpPr>
          <p:cNvPr id="562" name="Google Shape;562;g1343706a5ce_0_962"/>
          <p:cNvSpPr txBox="1"/>
          <p:nvPr/>
        </p:nvSpPr>
        <p:spPr>
          <a:xfrm>
            <a:off x="647447" y="221853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Python admite muchas funciones y tipos de datos útiles.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1" i="0" lang="es-CL" sz="3600" u="none" cap="none" strike="noStrike">
                <a:solidFill>
                  <a:srgbClr val="818990"/>
                </a:solidFill>
                <a:latin typeface="Calibri"/>
                <a:ea typeface="Calibri"/>
                <a:cs typeface="Calibri"/>
                <a:sym typeface="Calibri"/>
              </a:rPr>
              <a:t> 	   Conjuntos:</a:t>
            </a:r>
            <a:endParaRPr b="0" i="0" sz="3600" u="none" cap="none" strike="noStrike">
              <a:solidFill>
                <a:srgbClr val="000000"/>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conjuntos son colecciones no ordenadas de elementos únicos. Las</a:t>
            </a:r>
            <a:r>
              <a:rPr lang="es-CL" sz="3600">
                <a:solidFill>
                  <a:srgbClr val="818990"/>
                </a:solidFill>
                <a:latin typeface="Calibri"/>
                <a:ea typeface="Calibri"/>
                <a:cs typeface="Calibri"/>
                <a:sym typeface="Calibri"/>
              </a:rPr>
              <a:t> </a:t>
            </a:r>
            <a:r>
              <a:rPr b="0" i="0" lang="es-CL" sz="3600" u="none" cap="none" strike="noStrike">
                <a:solidFill>
                  <a:srgbClr val="818990"/>
                </a:solidFill>
                <a:latin typeface="Calibri"/>
                <a:ea typeface="Calibri"/>
                <a:cs typeface="Calibri"/>
                <a:sym typeface="Calibri"/>
              </a:rPr>
              <a:t>aplicaciones comunes incluyen verificación de pertenencia, la eliminación de duplicados de una secuencia y cálculos de operaciones matemáticas estándar 	en conjuntos, como la intersección, unión, diferencia y diferencia simétrica. </a:t>
            </a:r>
            <a:r>
              <a:rPr b="1"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63" name="Google Shape;563;g1343706a5ce_0_962"/>
          <p:cNvPicPr preferRelativeResize="0"/>
          <p:nvPr/>
        </p:nvPicPr>
        <p:blipFill rotWithShape="1">
          <a:blip r:embed="rId3">
            <a:alphaModFix/>
          </a:blip>
          <a:srcRect b="0" l="0" r="0" t="0"/>
          <a:stretch/>
        </p:blipFill>
        <p:spPr>
          <a:xfrm>
            <a:off x="296993" y="6479009"/>
            <a:ext cx="9747410" cy="2590762"/>
          </a:xfrm>
          <a:prstGeom prst="rect">
            <a:avLst/>
          </a:prstGeom>
          <a:noFill/>
          <a:ln>
            <a:noFill/>
          </a:ln>
        </p:spPr>
      </p:pic>
      <p:pic>
        <p:nvPicPr>
          <p:cNvPr id="564" name="Google Shape;564;g1343706a5ce_0_962"/>
          <p:cNvPicPr preferRelativeResize="0"/>
          <p:nvPr/>
        </p:nvPicPr>
        <p:blipFill rotWithShape="1">
          <a:blip r:embed="rId4">
            <a:alphaModFix/>
          </a:blip>
          <a:srcRect b="0" l="0" r="0" t="0"/>
          <a:stretch/>
        </p:blipFill>
        <p:spPr>
          <a:xfrm>
            <a:off x="10122325" y="8313500"/>
            <a:ext cx="8262224" cy="2687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1343706a5ce_0_969"/>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Funciones útiles y tipos de datos en Python</a:t>
            </a:r>
            <a:endParaRPr b="0" i="0" sz="6000" u="none" cap="none" strike="noStrike">
              <a:solidFill>
                <a:srgbClr val="000000"/>
              </a:solidFill>
              <a:latin typeface="Arial"/>
              <a:ea typeface="Arial"/>
              <a:cs typeface="Arial"/>
              <a:sym typeface="Arial"/>
            </a:endParaRPr>
          </a:p>
        </p:txBody>
      </p:sp>
      <p:sp>
        <p:nvSpPr>
          <p:cNvPr id="570" name="Google Shape;570;g1343706a5ce_0_969"/>
          <p:cNvSpPr txBox="1"/>
          <p:nvPr/>
        </p:nvSpPr>
        <p:spPr>
          <a:xfrm>
            <a:off x="647447" y="221853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Python admite muchas funciones y tipos de datos útiles.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1" i="0" lang="es-CL" sz="3600" u="none" cap="none" strike="noStrike">
                <a:solidFill>
                  <a:srgbClr val="818990"/>
                </a:solidFill>
                <a:latin typeface="Calibri"/>
                <a:ea typeface="Calibri"/>
                <a:cs typeface="Calibri"/>
                <a:sym typeface="Calibri"/>
              </a:rPr>
              <a:t> 	   Diccionario:</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 Un diccionario es una lista de elementos separados por comas.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 Cada elemento es una combinación de un valor y una clave única.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 Cada clave se separa de su valor por dos puntos.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71" name="Google Shape;571;g1343706a5ce_0_969"/>
          <p:cNvPicPr preferRelativeResize="0"/>
          <p:nvPr/>
        </p:nvPicPr>
        <p:blipFill rotWithShape="1">
          <a:blip r:embed="rId3">
            <a:alphaModFix/>
          </a:blip>
          <a:srcRect b="0" l="0" r="0" t="0"/>
          <a:stretch/>
        </p:blipFill>
        <p:spPr>
          <a:xfrm>
            <a:off x="2010410" y="5277697"/>
            <a:ext cx="12386260" cy="2200723"/>
          </a:xfrm>
          <a:prstGeom prst="rect">
            <a:avLst/>
          </a:prstGeom>
          <a:noFill/>
          <a:ln>
            <a:noFill/>
          </a:ln>
        </p:spPr>
      </p:pic>
      <p:pic>
        <p:nvPicPr>
          <p:cNvPr id="572" name="Google Shape;572;g1343706a5ce_0_969"/>
          <p:cNvPicPr preferRelativeResize="0"/>
          <p:nvPr/>
        </p:nvPicPr>
        <p:blipFill rotWithShape="1">
          <a:blip r:embed="rId4">
            <a:alphaModFix/>
          </a:blip>
          <a:srcRect b="0" l="0" r="0" t="0"/>
          <a:stretch/>
        </p:blipFill>
        <p:spPr>
          <a:xfrm>
            <a:off x="2011201" y="8293523"/>
            <a:ext cx="12439692" cy="199709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1343706a5ce_0_976"/>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Funciones útiles y tipos de datos en Python</a:t>
            </a:r>
            <a:endParaRPr b="0" i="0" sz="6000" u="none" cap="none" strike="noStrike">
              <a:solidFill>
                <a:srgbClr val="000000"/>
              </a:solidFill>
              <a:latin typeface="Arial"/>
              <a:ea typeface="Arial"/>
              <a:cs typeface="Arial"/>
              <a:sym typeface="Arial"/>
            </a:endParaRPr>
          </a:p>
        </p:txBody>
      </p:sp>
      <p:sp>
        <p:nvSpPr>
          <p:cNvPr id="578" name="Google Shape;578;g1343706a5ce_0_976"/>
          <p:cNvSpPr txBox="1"/>
          <p:nvPr/>
        </p:nvSpPr>
        <p:spPr>
          <a:xfrm>
            <a:off x="647447" y="2218532"/>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Python admite muchas funciones y tipos de datos útiles.</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1" i="0" lang="es-CL" sz="3600" u="none" cap="none" strike="noStrike">
                <a:solidFill>
                  <a:srgbClr val="818990"/>
                </a:solidFill>
                <a:latin typeface="Calibri"/>
                <a:ea typeface="Calibri"/>
                <a:cs typeface="Calibri"/>
                <a:sym typeface="Calibri"/>
              </a:rPr>
              <a:t> 	   Diccionario:</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 El diccionario completo se escribe entre llaves. Se puede acceder a, actualizar 		o eliminar los elementos del diccionario.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 También hay muchas funciones integradas en el diccionario, como la función 			que compara elementos dentro de diferentes diccionarios y la que proporciona 		un conteo de la cantidad total de elementos de un diccionario.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79" name="Google Shape;579;g1343706a5ce_0_976"/>
          <p:cNvPicPr preferRelativeResize="0"/>
          <p:nvPr/>
        </p:nvPicPr>
        <p:blipFill rotWithShape="1">
          <a:blip r:embed="rId3">
            <a:alphaModFix/>
          </a:blip>
          <a:srcRect b="0" l="0" r="0" t="0"/>
          <a:stretch/>
        </p:blipFill>
        <p:spPr>
          <a:xfrm>
            <a:off x="2011201" y="6785610"/>
            <a:ext cx="12062713" cy="19098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A0DE"/>
        </a:solidFill>
      </p:bgPr>
    </p:bg>
    <p:spTree>
      <p:nvGrpSpPr>
        <p:cNvPr id="583" name="Shape 583"/>
        <p:cNvGrpSpPr/>
        <p:nvPr/>
      </p:nvGrpSpPr>
      <p:grpSpPr>
        <a:xfrm>
          <a:off x="0" y="0"/>
          <a:ext cx="0" cy="0"/>
          <a:chOff x="0" y="0"/>
          <a:chExt cx="0" cy="0"/>
        </a:xfrm>
      </p:grpSpPr>
      <p:sp>
        <p:nvSpPr>
          <p:cNvPr id="584" name="Google Shape;584;g1343706a5ce_0_982"/>
          <p:cNvSpPr txBox="1"/>
          <p:nvPr/>
        </p:nvSpPr>
        <p:spPr>
          <a:xfrm>
            <a:off x="7364116" y="8376043"/>
            <a:ext cx="12148200" cy="2067900"/>
          </a:xfrm>
          <a:prstGeom prst="rect">
            <a:avLst/>
          </a:prstGeom>
          <a:solidFill>
            <a:srgbClr val="898B90">
              <a:alpha val="67450"/>
            </a:srgbClr>
          </a:solidFill>
          <a:ln>
            <a:noFill/>
          </a:ln>
        </p:spPr>
        <p:txBody>
          <a:bodyPr anchorCtr="0" anchor="t" bIns="92100" lIns="184250" spcFirstLastPara="1" rIns="184250" wrap="square" tIns="92100">
            <a:noAutofit/>
          </a:bodyPr>
          <a:lstStyle/>
          <a:p>
            <a:pPr indent="0" lvl="0" marL="0" marR="0" rtl="0" algn="r">
              <a:lnSpc>
                <a:spcPct val="90000"/>
              </a:lnSpc>
              <a:spcBef>
                <a:spcPts val="0"/>
              </a:spcBef>
              <a:spcAft>
                <a:spcPts val="0"/>
              </a:spcAft>
              <a:buClr>
                <a:srgbClr val="000000"/>
              </a:buClr>
              <a:buSzPts val="8100"/>
              <a:buFont typeface="Arial"/>
              <a:buNone/>
            </a:pPr>
            <a:r>
              <a:rPr b="0" i="0" lang="es-CL" sz="8100" u="none" cap="none" strike="noStrike">
                <a:solidFill>
                  <a:srgbClr val="FFFFFF"/>
                </a:solidFill>
                <a:latin typeface="Calibri"/>
                <a:ea typeface="Calibri"/>
                <a:cs typeface="Calibri"/>
                <a:sym typeface="Calibri"/>
              </a:rPr>
              <a:t>Estructuras de programación en Python</a:t>
            </a:r>
            <a:endParaRPr b="0" i="0" sz="8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1343706a5ce_0_986"/>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Estructuras de programación en Python</a:t>
            </a:r>
            <a:endParaRPr b="0" i="0" sz="6000" u="none" cap="none" strike="noStrike">
              <a:solidFill>
                <a:srgbClr val="000000"/>
              </a:solidFill>
              <a:latin typeface="Arial"/>
              <a:ea typeface="Arial"/>
              <a:cs typeface="Arial"/>
              <a:sym typeface="Arial"/>
            </a:endParaRPr>
          </a:p>
        </p:txBody>
      </p:sp>
      <p:sp>
        <p:nvSpPr>
          <p:cNvPr id="590" name="Google Shape;590;g1343706a5ce_0_986"/>
          <p:cNvSpPr txBox="1"/>
          <p:nvPr/>
        </p:nvSpPr>
        <p:spPr>
          <a:xfrm>
            <a:off x="648238" y="2226250"/>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Los bloques IF-THEN se pueden utilizar para permitir que el código tome decisiones según el resultado de una expresión</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Python también implementa dos subestructuras denominadas ELSE y ELIF.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 ELSE permite al programador especificar instrucciones para ejecutar si la expresión 		es falsa.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 La forma abreviada de ELSE IF, ELIF, se usa para realizar una segunda prueba en caso 		de que la primera expresión sea falsa y se requiera otra prueba.</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91" name="Google Shape;591;g1343706a5ce_0_986"/>
          <p:cNvPicPr preferRelativeResize="0"/>
          <p:nvPr/>
        </p:nvPicPr>
        <p:blipFill rotWithShape="1">
          <a:blip r:embed="rId3">
            <a:alphaModFix/>
          </a:blip>
          <a:srcRect b="0" l="0" r="0" t="0"/>
          <a:stretch/>
        </p:blipFill>
        <p:spPr>
          <a:xfrm>
            <a:off x="4092846" y="6908499"/>
            <a:ext cx="8616479" cy="348957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1343706a5ce_0_992"/>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Estructuras de programación en Python</a:t>
            </a:r>
            <a:endParaRPr b="0" i="0" sz="6000" u="none" cap="none" strike="noStrike">
              <a:solidFill>
                <a:srgbClr val="000000"/>
              </a:solidFill>
              <a:latin typeface="Arial"/>
              <a:ea typeface="Arial"/>
              <a:cs typeface="Arial"/>
              <a:sym typeface="Arial"/>
            </a:endParaRPr>
          </a:p>
        </p:txBody>
      </p:sp>
      <p:sp>
        <p:nvSpPr>
          <p:cNvPr id="597" name="Google Shape;597;g1343706a5ce_0_992"/>
          <p:cNvSpPr txBox="1"/>
          <p:nvPr/>
        </p:nvSpPr>
        <p:spPr>
          <a:xfrm>
            <a:off x="648238" y="2226250"/>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El bucle FOR en Python itera los elementos de cualquier secuencia (una lista o una cadena) en el orden en que aparecen en la secuencia.</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598" name="Google Shape;598;g1343706a5ce_0_992"/>
          <p:cNvPicPr preferRelativeResize="0"/>
          <p:nvPr/>
        </p:nvPicPr>
        <p:blipFill rotWithShape="1">
          <a:blip r:embed="rId3">
            <a:alphaModFix/>
          </a:blip>
          <a:srcRect b="0" l="0" r="0" t="0"/>
          <a:stretch/>
        </p:blipFill>
        <p:spPr>
          <a:xfrm>
            <a:off x="3015615" y="3232515"/>
            <a:ext cx="10178415" cy="2847819"/>
          </a:xfrm>
          <a:prstGeom prst="rect">
            <a:avLst/>
          </a:prstGeom>
          <a:noFill/>
          <a:ln>
            <a:noFill/>
          </a:ln>
        </p:spPr>
      </p:pic>
      <p:sp>
        <p:nvSpPr>
          <p:cNvPr id="599" name="Google Shape;599;g1343706a5ce_0_992"/>
          <p:cNvSpPr txBox="1"/>
          <p:nvPr/>
        </p:nvSpPr>
        <p:spPr>
          <a:xfrm>
            <a:off x="649030" y="6245967"/>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El bucle WHILE ejecuta un bloque de códigos si la expresión es verdadera.</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600" name="Google Shape;600;g1343706a5ce_0_992"/>
          <p:cNvPicPr preferRelativeResize="0"/>
          <p:nvPr/>
        </p:nvPicPr>
        <p:blipFill rotWithShape="1">
          <a:blip r:embed="rId4">
            <a:alphaModFix/>
          </a:blip>
          <a:srcRect b="0" l="0" r="0" t="0"/>
          <a:stretch/>
        </p:blipFill>
        <p:spPr>
          <a:xfrm>
            <a:off x="3087641" y="6984488"/>
            <a:ext cx="10124388" cy="408502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1343706a5ce_0_1000"/>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Estructuras de programación en Python</a:t>
            </a:r>
            <a:endParaRPr b="0" i="0" sz="6000" u="none" cap="none" strike="noStrike">
              <a:solidFill>
                <a:srgbClr val="000000"/>
              </a:solidFill>
              <a:latin typeface="Arial"/>
              <a:ea typeface="Arial"/>
              <a:cs typeface="Arial"/>
              <a:sym typeface="Arial"/>
            </a:endParaRPr>
          </a:p>
        </p:txBody>
      </p:sp>
      <p:sp>
        <p:nvSpPr>
          <p:cNvPr id="606" name="Google Shape;606;g1343706a5ce_0_1000"/>
          <p:cNvSpPr txBox="1"/>
          <p:nvPr/>
        </p:nvSpPr>
        <p:spPr>
          <a:xfrm>
            <a:off x="648238" y="2226250"/>
            <a:ext cx="18810000" cy="1006200"/>
          </a:xfrm>
          <a:prstGeom prst="rect">
            <a:avLst/>
          </a:prstGeom>
          <a:noFill/>
          <a:ln>
            <a:noFill/>
          </a:ln>
        </p:spPr>
        <p:txBody>
          <a:bodyPr anchorCtr="0" anchor="t" bIns="92100" lIns="184250" spcFirstLastPara="1" rIns="184250" wrap="square" tIns="92100">
            <a:noAutofit/>
          </a:bodyPr>
          <a:lstStyle/>
          <a:p>
            <a:pPr indent="0" lvl="0" marL="0" marR="0" rtl="0" algn="l">
              <a:lnSpc>
                <a:spcPct val="90000"/>
              </a:lnSpc>
              <a:spcBef>
                <a:spcPts val="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La indentación es la forma en que Python agrupa las declaraciones.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En el indicador interactivo, debe escribir una tabulación o espacio para cada línea indentada.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Las entradas más complejas de Python deben realizarse con un editor de texto.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Cuando una declaración compuesta se ingresa interactivamente, debe ir secundada por una línea en blanco para indicar la finalización</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rPr b="0" i="0" lang="es-CL" sz="3600" u="none" cap="none" strike="noStrike">
                <a:solidFill>
                  <a:srgbClr val="818990"/>
                </a:solidFill>
                <a:latin typeface="Calibri"/>
                <a:ea typeface="Calibri"/>
                <a:cs typeface="Calibri"/>
                <a:sym typeface="Calibri"/>
              </a:rPr>
              <a:t>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a:p>
            <a:pPr indent="0" lvl="0" marL="101600" marR="0" rtl="0" algn="l">
              <a:lnSpc>
                <a:spcPct val="90000"/>
              </a:lnSpc>
              <a:spcBef>
                <a:spcPts val="200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pic>
        <p:nvPicPr>
          <p:cNvPr id="607" name="Google Shape;607;g1343706a5ce_0_1000"/>
          <p:cNvPicPr preferRelativeResize="0"/>
          <p:nvPr/>
        </p:nvPicPr>
        <p:blipFill rotWithShape="1">
          <a:blip r:embed="rId3">
            <a:alphaModFix/>
          </a:blip>
          <a:srcRect b="0" l="0" r="0" t="0"/>
          <a:stretch/>
        </p:blipFill>
        <p:spPr>
          <a:xfrm>
            <a:off x="3245941" y="6093988"/>
            <a:ext cx="10124388" cy="40850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133e68395f5_0_451"/>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Python</a:t>
            </a:r>
            <a:endParaRPr/>
          </a:p>
          <a:p>
            <a:pPr indent="0" lvl="0" marL="0" rtl="0" algn="l">
              <a:lnSpc>
                <a:spcPct val="100000"/>
              </a:lnSpc>
              <a:spcBef>
                <a:spcPts val="0"/>
              </a:spcBef>
              <a:spcAft>
                <a:spcPts val="0"/>
              </a:spcAft>
              <a:buSzPts val="1400"/>
              <a:buNone/>
            </a:pPr>
            <a:r>
              <a:rPr lang="es-CL"/>
              <a:t>RPI.GPIO</a:t>
            </a:r>
            <a:endParaRPr/>
          </a:p>
        </p:txBody>
      </p:sp>
      <p:sp>
        <p:nvSpPr>
          <p:cNvPr id="613" name="Google Shape;613;g133e68395f5_0_451"/>
          <p:cNvSpPr txBox="1"/>
          <p:nvPr>
            <p:ph idx="1" type="body"/>
          </p:nvPr>
        </p:nvSpPr>
        <p:spPr>
          <a:xfrm>
            <a:off x="8314271" y="8170445"/>
            <a:ext cx="111936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2900"/>
              <a:t>Módulo para el acceso a la interfaz GPIO de Raspberry</a:t>
            </a:r>
            <a:endParaRPr sz="29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Python</a:t>
            </a:r>
            <a:endParaRPr/>
          </a:p>
        </p:txBody>
      </p:sp>
      <p:sp>
        <p:nvSpPr>
          <p:cNvPr id="619" name="Google Shape;619;p6"/>
          <p:cNvSpPr txBox="1"/>
          <p:nvPr>
            <p:ph idx="2" type="body"/>
          </p:nvPr>
        </p:nvSpPr>
        <p:spPr>
          <a:xfrm>
            <a:off x="574675" y="2911475"/>
            <a:ext cx="7240800" cy="22320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400"/>
              <a:buNone/>
            </a:pPr>
            <a:r>
              <a:t/>
            </a:r>
            <a:endParaRPr sz="2900"/>
          </a:p>
          <a:p>
            <a:pPr indent="0" lvl="0" marL="0" rtl="0" algn="just">
              <a:lnSpc>
                <a:spcPct val="100000"/>
              </a:lnSpc>
              <a:spcBef>
                <a:spcPts val="0"/>
              </a:spcBef>
              <a:spcAft>
                <a:spcPts val="0"/>
              </a:spcAft>
              <a:buSzPts val="1100"/>
              <a:buNone/>
            </a:pPr>
            <a:r>
              <a:rPr lang="es-CL" sz="2900"/>
              <a:t>El paquete estándar de Python para acceder a GPIO se llama RPi.GPIO. La mejor manera de describir cómo funciona es con un código ejemplo:</a:t>
            </a:r>
            <a:endParaRPr sz="2900"/>
          </a:p>
        </p:txBody>
      </p:sp>
      <p:sp>
        <p:nvSpPr>
          <p:cNvPr id="620" name="Google Shape;620;p6"/>
          <p:cNvSpPr txBox="1"/>
          <p:nvPr/>
        </p:nvSpPr>
        <p:spPr>
          <a:xfrm>
            <a:off x="11297375" y="8353425"/>
            <a:ext cx="5950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lang="es-CL" sz="2500">
                <a:latin typeface="Calibri"/>
                <a:ea typeface="Calibri"/>
                <a:cs typeface="Calibri"/>
                <a:sym typeface="Calibri"/>
              </a:rPr>
              <a:t>Diagrama del Raspberry PI GPIO pins</a:t>
            </a:r>
            <a:endParaRPr b="0" i="0" sz="2500" u="none" cap="none" strike="noStrike">
              <a:solidFill>
                <a:srgbClr val="000000"/>
              </a:solidFill>
              <a:latin typeface="Calibri"/>
              <a:ea typeface="Calibri"/>
              <a:cs typeface="Calibri"/>
              <a:sym typeface="Calibri"/>
            </a:endParaRPr>
          </a:p>
        </p:txBody>
      </p:sp>
      <p:pic>
        <p:nvPicPr>
          <p:cNvPr id="621" name="Google Shape;621;p6"/>
          <p:cNvPicPr preferRelativeResize="0"/>
          <p:nvPr/>
        </p:nvPicPr>
        <p:blipFill>
          <a:blip r:embed="rId3">
            <a:alphaModFix/>
          </a:blip>
          <a:stretch>
            <a:fillRect/>
          </a:stretch>
        </p:blipFill>
        <p:spPr>
          <a:xfrm>
            <a:off x="11513625" y="790575"/>
            <a:ext cx="4505325" cy="7562850"/>
          </a:xfrm>
          <a:prstGeom prst="rect">
            <a:avLst/>
          </a:prstGeom>
          <a:noFill/>
          <a:ln>
            <a:noFill/>
          </a:ln>
        </p:spPr>
      </p:pic>
      <p:sp>
        <p:nvSpPr>
          <p:cNvPr id="622" name="Google Shape;622;p6"/>
          <p:cNvSpPr txBox="1"/>
          <p:nvPr/>
        </p:nvSpPr>
        <p:spPr>
          <a:xfrm>
            <a:off x="2340875" y="5852200"/>
            <a:ext cx="6748800" cy="330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CL" sz="2900"/>
              <a:t>import RPi.GPIO as GPIO</a:t>
            </a:r>
            <a:endParaRPr i="1" sz="2900"/>
          </a:p>
          <a:p>
            <a:pPr indent="0" lvl="0" marL="0" rtl="0" algn="l">
              <a:spcBef>
                <a:spcPts val="0"/>
              </a:spcBef>
              <a:spcAft>
                <a:spcPts val="0"/>
              </a:spcAft>
              <a:buNone/>
            </a:pPr>
            <a:r>
              <a:rPr i="1" lang="es-CL" sz="2900"/>
              <a:t>import time</a:t>
            </a:r>
            <a:endParaRPr i="1" sz="2900"/>
          </a:p>
          <a:p>
            <a:pPr indent="0" lvl="0" marL="0" rtl="0" algn="l">
              <a:spcBef>
                <a:spcPts val="0"/>
              </a:spcBef>
              <a:spcAft>
                <a:spcPts val="0"/>
              </a:spcAft>
              <a:buNone/>
            </a:pPr>
            <a:r>
              <a:rPr i="1" lang="es-CL" sz="2900"/>
              <a:t>GPIO.setmode(GPIO.BCM)</a:t>
            </a:r>
            <a:endParaRPr i="1" sz="2900"/>
          </a:p>
          <a:p>
            <a:pPr indent="0" lvl="0" marL="0" rtl="0" algn="l">
              <a:spcBef>
                <a:spcPts val="0"/>
              </a:spcBef>
              <a:spcAft>
                <a:spcPts val="0"/>
              </a:spcAft>
              <a:buNone/>
            </a:pPr>
            <a:r>
              <a:rPr i="1" lang="es-CL" sz="2900"/>
              <a:t>GPIO.setup(18, GPIO.OUT)</a:t>
            </a:r>
            <a:endParaRPr i="1" sz="2900"/>
          </a:p>
          <a:p>
            <a:pPr indent="0" lvl="0" marL="0" rtl="0" algn="l">
              <a:spcBef>
                <a:spcPts val="0"/>
              </a:spcBef>
              <a:spcAft>
                <a:spcPts val="0"/>
              </a:spcAft>
              <a:buNone/>
            </a:pPr>
            <a:r>
              <a:rPr i="1" lang="es-CL" sz="2900"/>
              <a:t>GPIO.output(18, GPIO.HIGH)</a:t>
            </a:r>
            <a:endParaRPr i="1" sz="2900"/>
          </a:p>
          <a:p>
            <a:pPr indent="0" lvl="0" marL="0" rtl="0" algn="l">
              <a:spcBef>
                <a:spcPts val="0"/>
              </a:spcBef>
              <a:spcAft>
                <a:spcPts val="0"/>
              </a:spcAft>
              <a:buNone/>
            </a:pPr>
            <a:r>
              <a:rPr i="1" lang="es-CL" sz="2900"/>
              <a:t>time.sleep(5)</a:t>
            </a:r>
            <a:endParaRPr i="1" sz="2900"/>
          </a:p>
          <a:p>
            <a:pPr indent="0" lvl="0" marL="0" rtl="0" algn="l">
              <a:spcBef>
                <a:spcPts val="0"/>
              </a:spcBef>
              <a:spcAft>
                <a:spcPts val="0"/>
              </a:spcAft>
              <a:buNone/>
            </a:pPr>
            <a:r>
              <a:rPr i="1" lang="es-CL" sz="2900"/>
              <a:t>GPIO.output(18, GPIO.LOW)</a:t>
            </a:r>
            <a:endParaRPr i="1" sz="2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1343706a5ce_0_165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Python</a:t>
            </a:r>
            <a:endParaRPr/>
          </a:p>
        </p:txBody>
      </p:sp>
      <p:sp>
        <p:nvSpPr>
          <p:cNvPr id="628" name="Google Shape;628;g1343706a5ce_0_1656"/>
          <p:cNvSpPr txBox="1"/>
          <p:nvPr/>
        </p:nvSpPr>
        <p:spPr>
          <a:xfrm>
            <a:off x="11678375" y="8658225"/>
            <a:ext cx="5950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lang="es-CL" sz="2500">
                <a:latin typeface="Calibri"/>
                <a:ea typeface="Calibri"/>
                <a:cs typeface="Calibri"/>
                <a:sym typeface="Calibri"/>
              </a:rPr>
              <a:t>Diagrama del Raspberry PI GPIO pins</a:t>
            </a:r>
            <a:endParaRPr b="0" i="0" sz="2500" u="none" cap="none" strike="noStrike">
              <a:solidFill>
                <a:srgbClr val="000000"/>
              </a:solidFill>
              <a:latin typeface="Calibri"/>
              <a:ea typeface="Calibri"/>
              <a:cs typeface="Calibri"/>
              <a:sym typeface="Calibri"/>
            </a:endParaRPr>
          </a:p>
        </p:txBody>
      </p:sp>
      <p:pic>
        <p:nvPicPr>
          <p:cNvPr id="629" name="Google Shape;629;g1343706a5ce_0_1656"/>
          <p:cNvPicPr preferRelativeResize="0"/>
          <p:nvPr/>
        </p:nvPicPr>
        <p:blipFill>
          <a:blip r:embed="rId3">
            <a:alphaModFix/>
          </a:blip>
          <a:stretch>
            <a:fillRect/>
          </a:stretch>
        </p:blipFill>
        <p:spPr>
          <a:xfrm>
            <a:off x="11742225" y="1095375"/>
            <a:ext cx="4505325" cy="7562850"/>
          </a:xfrm>
          <a:prstGeom prst="rect">
            <a:avLst/>
          </a:prstGeom>
          <a:noFill/>
          <a:ln>
            <a:noFill/>
          </a:ln>
        </p:spPr>
      </p:pic>
      <p:sp>
        <p:nvSpPr>
          <p:cNvPr id="630" name="Google Shape;630;g1343706a5ce_0_1656"/>
          <p:cNvSpPr txBox="1"/>
          <p:nvPr/>
        </p:nvSpPr>
        <p:spPr>
          <a:xfrm>
            <a:off x="1349900" y="2500800"/>
            <a:ext cx="9296100" cy="8496600"/>
          </a:xfrm>
          <a:prstGeom prst="rect">
            <a:avLst/>
          </a:prstGeom>
          <a:noFill/>
          <a:ln>
            <a:noFill/>
          </a:ln>
        </p:spPr>
        <p:txBody>
          <a:bodyPr anchorCtr="0" anchor="t" bIns="91425" lIns="91425" spcFirstLastPara="1" rIns="91425" wrap="square" tIns="91425">
            <a:spAutoFit/>
          </a:bodyPr>
          <a:lstStyle/>
          <a:p>
            <a:pPr indent="-400050" lvl="0" marL="457200" rtl="0" algn="l">
              <a:spcBef>
                <a:spcPts val="0"/>
              </a:spcBef>
              <a:spcAft>
                <a:spcPts val="0"/>
              </a:spcAft>
              <a:buSzPts val="2700"/>
              <a:buChar char="-"/>
            </a:pPr>
            <a:r>
              <a:rPr i="1" lang="es-CL" sz="2700"/>
              <a:t>Primero importamos el módulo de trabajo</a:t>
            </a:r>
            <a:endParaRPr i="1" sz="2700"/>
          </a:p>
          <a:p>
            <a:pPr indent="0" lvl="0" marL="0" rtl="0" algn="l">
              <a:spcBef>
                <a:spcPts val="0"/>
              </a:spcBef>
              <a:spcAft>
                <a:spcPts val="0"/>
              </a:spcAft>
              <a:buNone/>
            </a:pPr>
            <a:r>
              <a:t/>
            </a:r>
            <a:endParaRPr i="1" sz="2700"/>
          </a:p>
          <a:p>
            <a:pPr indent="0" lvl="0" marL="0" rtl="0" algn="l">
              <a:spcBef>
                <a:spcPts val="0"/>
              </a:spcBef>
              <a:spcAft>
                <a:spcPts val="0"/>
              </a:spcAft>
              <a:buNone/>
            </a:pPr>
            <a:r>
              <a:rPr i="1" lang="es-CL" sz="2700"/>
              <a:t>import RPi.GPIO as GPIO</a:t>
            </a:r>
            <a:endParaRPr i="1" sz="2700"/>
          </a:p>
          <a:p>
            <a:pPr indent="0" lvl="0" marL="0" rtl="0" algn="l">
              <a:spcBef>
                <a:spcPts val="0"/>
              </a:spcBef>
              <a:spcAft>
                <a:spcPts val="0"/>
              </a:spcAft>
              <a:buNone/>
            </a:pPr>
            <a:r>
              <a:rPr i="1" lang="es-CL" sz="2700"/>
              <a:t>import time</a:t>
            </a:r>
            <a:endParaRPr i="1" sz="2700"/>
          </a:p>
          <a:p>
            <a:pPr indent="0" lvl="0" marL="0" rtl="0" algn="l">
              <a:spcBef>
                <a:spcPts val="0"/>
              </a:spcBef>
              <a:spcAft>
                <a:spcPts val="0"/>
              </a:spcAft>
              <a:buNone/>
            </a:pPr>
            <a:r>
              <a:t/>
            </a:r>
            <a:endParaRPr i="1" sz="2700"/>
          </a:p>
          <a:p>
            <a:pPr indent="-400050" lvl="0" marL="457200" rtl="0" algn="l">
              <a:spcBef>
                <a:spcPts val="0"/>
              </a:spcBef>
              <a:spcAft>
                <a:spcPts val="0"/>
              </a:spcAft>
              <a:buSzPts val="2700"/>
              <a:buChar char="-"/>
            </a:pPr>
            <a:r>
              <a:rPr i="1" lang="es-CL" sz="2700"/>
              <a:t>En modo BCM accedemos al pin a través de números GPIO</a:t>
            </a:r>
            <a:endParaRPr i="1" sz="2700"/>
          </a:p>
          <a:p>
            <a:pPr indent="0" lvl="0" marL="0" rtl="0" algn="l">
              <a:spcBef>
                <a:spcPts val="0"/>
              </a:spcBef>
              <a:spcAft>
                <a:spcPts val="0"/>
              </a:spcAft>
              <a:buNone/>
            </a:pPr>
            <a:r>
              <a:t/>
            </a:r>
            <a:endParaRPr i="1" sz="2700"/>
          </a:p>
          <a:p>
            <a:pPr indent="0" lvl="0" marL="0" rtl="0" algn="l">
              <a:spcBef>
                <a:spcPts val="0"/>
              </a:spcBef>
              <a:spcAft>
                <a:spcPts val="0"/>
              </a:spcAft>
              <a:buNone/>
            </a:pPr>
            <a:r>
              <a:rPr i="1" lang="es-CL" sz="2700"/>
              <a:t>GPIO.setmode(GPIO.BCM)</a:t>
            </a:r>
            <a:endParaRPr i="1" sz="2700"/>
          </a:p>
          <a:p>
            <a:pPr indent="0" lvl="0" marL="0" rtl="0" algn="l">
              <a:spcBef>
                <a:spcPts val="0"/>
              </a:spcBef>
              <a:spcAft>
                <a:spcPts val="0"/>
              </a:spcAft>
              <a:buNone/>
            </a:pPr>
            <a:r>
              <a:t/>
            </a:r>
            <a:endParaRPr i="1" sz="2700"/>
          </a:p>
          <a:p>
            <a:pPr indent="-400050" lvl="0" marL="457200" rtl="0" algn="l">
              <a:spcBef>
                <a:spcPts val="0"/>
              </a:spcBef>
              <a:spcAft>
                <a:spcPts val="0"/>
              </a:spcAft>
              <a:buSzPts val="2700"/>
              <a:buChar char="-"/>
            </a:pPr>
            <a:r>
              <a:rPr i="1" lang="es-CL" sz="2700"/>
              <a:t>Configuramos el pin 18 como salida</a:t>
            </a:r>
            <a:endParaRPr i="1" sz="2700"/>
          </a:p>
          <a:p>
            <a:pPr indent="-400050" lvl="0" marL="457200" rtl="0" algn="l">
              <a:spcBef>
                <a:spcPts val="0"/>
              </a:spcBef>
              <a:spcAft>
                <a:spcPts val="0"/>
              </a:spcAft>
              <a:buSzPts val="2700"/>
              <a:buChar char="-"/>
            </a:pPr>
            <a:r>
              <a:t/>
            </a:r>
            <a:endParaRPr i="1" sz="2700"/>
          </a:p>
          <a:p>
            <a:pPr indent="0" lvl="0" marL="0" rtl="0" algn="l">
              <a:spcBef>
                <a:spcPts val="0"/>
              </a:spcBef>
              <a:spcAft>
                <a:spcPts val="0"/>
              </a:spcAft>
              <a:buNone/>
            </a:pPr>
            <a:r>
              <a:rPr i="1" lang="es-CL" sz="2700"/>
              <a:t>GPIO.setup(18, GPIO.OUT)</a:t>
            </a:r>
            <a:endParaRPr i="1" sz="2700"/>
          </a:p>
          <a:p>
            <a:pPr indent="0" lvl="0" marL="0" rtl="0" algn="l">
              <a:spcBef>
                <a:spcPts val="0"/>
              </a:spcBef>
              <a:spcAft>
                <a:spcPts val="0"/>
              </a:spcAft>
              <a:buNone/>
            </a:pPr>
            <a:r>
              <a:t/>
            </a:r>
            <a:endParaRPr i="1" sz="2700"/>
          </a:p>
          <a:p>
            <a:pPr indent="-400050" lvl="0" marL="457200" rtl="0" algn="l">
              <a:spcBef>
                <a:spcPts val="0"/>
              </a:spcBef>
              <a:spcAft>
                <a:spcPts val="0"/>
              </a:spcAft>
              <a:buSzPts val="2700"/>
              <a:buChar char="-"/>
            </a:pPr>
            <a:r>
              <a:rPr i="1" lang="es-CL" sz="2700"/>
              <a:t>Luego encendemos el pin 18 por 5 segundos antes de apagarlo</a:t>
            </a:r>
            <a:endParaRPr i="1" sz="2700"/>
          </a:p>
          <a:p>
            <a:pPr indent="-400050" lvl="0" marL="457200" rtl="0" algn="l">
              <a:spcBef>
                <a:spcPts val="0"/>
              </a:spcBef>
              <a:spcAft>
                <a:spcPts val="0"/>
              </a:spcAft>
              <a:buSzPts val="2700"/>
              <a:buChar char="-"/>
            </a:pPr>
            <a:r>
              <a:t/>
            </a:r>
            <a:endParaRPr i="1" sz="2700"/>
          </a:p>
          <a:p>
            <a:pPr indent="0" lvl="0" marL="0" rtl="0" algn="l">
              <a:spcBef>
                <a:spcPts val="0"/>
              </a:spcBef>
              <a:spcAft>
                <a:spcPts val="0"/>
              </a:spcAft>
              <a:buNone/>
            </a:pPr>
            <a:r>
              <a:rPr i="1" lang="es-CL" sz="2700"/>
              <a:t>GPIO.output(18, GPIO.HIGH)</a:t>
            </a:r>
            <a:endParaRPr i="1" sz="2700"/>
          </a:p>
          <a:p>
            <a:pPr indent="0" lvl="0" marL="0" rtl="0" algn="l">
              <a:spcBef>
                <a:spcPts val="0"/>
              </a:spcBef>
              <a:spcAft>
                <a:spcPts val="0"/>
              </a:spcAft>
              <a:buNone/>
            </a:pPr>
            <a:r>
              <a:rPr i="1" lang="es-CL" sz="2700"/>
              <a:t>time.sleep(5)</a:t>
            </a:r>
            <a:endParaRPr i="1" sz="2700"/>
          </a:p>
          <a:p>
            <a:pPr indent="0" lvl="0" marL="0" rtl="0" algn="l">
              <a:spcBef>
                <a:spcPts val="0"/>
              </a:spcBef>
              <a:spcAft>
                <a:spcPts val="0"/>
              </a:spcAft>
              <a:buNone/>
            </a:pPr>
            <a:r>
              <a:rPr i="1" lang="es-CL" sz="2700"/>
              <a:t>GPIO.output(18, GPIO.LOW)</a:t>
            </a:r>
            <a:endParaRPr i="1" sz="2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1343706a5ce_0_1667"/>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Que hemos aprendido hoy?</a:t>
            </a:r>
            <a:endParaRPr/>
          </a:p>
        </p:txBody>
      </p:sp>
      <p:sp>
        <p:nvSpPr>
          <p:cNvPr id="636" name="Google Shape;636;g1343706a5ce_0_1667"/>
          <p:cNvSpPr txBox="1"/>
          <p:nvPr>
            <p:ph idx="1" type="body"/>
          </p:nvPr>
        </p:nvSpPr>
        <p:spPr>
          <a:xfrm>
            <a:off x="8314271" y="8170445"/>
            <a:ext cx="11193600" cy="1416000"/>
          </a:xfrm>
          <a:prstGeom prst="rect">
            <a:avLst/>
          </a:prstGeom>
          <a:noFill/>
          <a:ln>
            <a:noFill/>
          </a:ln>
        </p:spPr>
        <p:txBody>
          <a:bodyPr anchorCtr="0" anchor="t" bIns="0" lIns="0" spcFirstLastPara="1" rIns="0" wrap="square" tIns="0">
            <a:spAutoFit/>
          </a:bodyPr>
          <a:lstStyle/>
          <a:p>
            <a:pPr indent="-374650" lvl="0" marL="457200" rtl="0" algn="l">
              <a:lnSpc>
                <a:spcPct val="100000"/>
              </a:lnSpc>
              <a:spcBef>
                <a:spcPts val="0"/>
              </a:spcBef>
              <a:spcAft>
                <a:spcPts val="0"/>
              </a:spcAft>
              <a:buSzPts val="2300"/>
              <a:buChar char="●"/>
            </a:pPr>
            <a:r>
              <a:rPr lang="es-CL" sz="2300"/>
              <a:t>Iot utiizando programación en Python</a:t>
            </a:r>
            <a:endParaRPr sz="2300"/>
          </a:p>
          <a:p>
            <a:pPr indent="-374650" lvl="0" marL="457200" rtl="0" algn="l">
              <a:lnSpc>
                <a:spcPct val="100000"/>
              </a:lnSpc>
              <a:spcBef>
                <a:spcPts val="0"/>
              </a:spcBef>
              <a:spcAft>
                <a:spcPts val="0"/>
              </a:spcAft>
              <a:buSzPts val="2300"/>
              <a:buChar char="●"/>
            </a:pPr>
            <a:r>
              <a:rPr lang="es-CL" sz="2300"/>
              <a:t>Estructuras Python</a:t>
            </a:r>
            <a:endParaRPr sz="2300"/>
          </a:p>
          <a:p>
            <a:pPr indent="-374650" lvl="0" marL="457200" rtl="0" algn="l">
              <a:lnSpc>
                <a:spcPct val="100000"/>
              </a:lnSpc>
              <a:spcBef>
                <a:spcPts val="0"/>
              </a:spcBef>
              <a:spcAft>
                <a:spcPts val="0"/>
              </a:spcAft>
              <a:buSzPts val="2300"/>
              <a:buChar char="●"/>
            </a:pPr>
            <a:r>
              <a:rPr lang="es-CL" sz="2300"/>
              <a:t>Módulos de programación para IoT</a:t>
            </a:r>
            <a:endParaRPr sz="2300"/>
          </a:p>
          <a:p>
            <a:pPr indent="-374650" lvl="0" marL="457200" rtl="0" algn="l">
              <a:lnSpc>
                <a:spcPct val="100000"/>
              </a:lnSpc>
              <a:spcBef>
                <a:spcPts val="0"/>
              </a:spcBef>
              <a:spcAft>
                <a:spcPts val="0"/>
              </a:spcAft>
              <a:buSzPts val="2300"/>
              <a:buChar char="●"/>
            </a:pPr>
            <a:r>
              <a:rPr lang="es-CL" sz="2300"/>
              <a:t>Ejemplos prácticos</a:t>
            </a:r>
            <a:endParaRPr sz="23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133e68395f5_0_501"/>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Resumen</a:t>
            </a:r>
            <a:endParaRPr/>
          </a:p>
        </p:txBody>
      </p:sp>
      <p:sp>
        <p:nvSpPr>
          <p:cNvPr id="642" name="Google Shape;642;g133e68395f5_0_501"/>
          <p:cNvSpPr/>
          <p:nvPr/>
        </p:nvSpPr>
        <p:spPr>
          <a:xfrm>
            <a:off x="956912" y="5597963"/>
            <a:ext cx="806450" cy="787400"/>
          </a:xfrm>
          <a:custGeom>
            <a:rect b="b" l="l" r="r" t="t"/>
            <a:pathLst>
              <a:path extrusionOk="0" h="787400" w="80645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extrusionOk="0" h="787400" w="806450">
                <a:moveTo>
                  <a:pt x="415882" y="566420"/>
                </a:moveTo>
                <a:lnTo>
                  <a:pt x="390710" y="566420"/>
                </a:lnTo>
                <a:lnTo>
                  <a:pt x="390867" y="762000"/>
                </a:lnTo>
                <a:lnTo>
                  <a:pt x="416039" y="762000"/>
                </a:lnTo>
                <a:lnTo>
                  <a:pt x="415882" y="566420"/>
                </a:lnTo>
                <a:close/>
              </a:path>
              <a:path extrusionOk="0" h="787400" w="80645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extrusionOk="0" h="787400" w="80645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extrusionOk="0" h="787400" w="80645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extrusionOk="0" h="787400" w="80645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extrusionOk="0" h="787400" w="80645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extrusionOk="0" h="787400" w="80645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extrusionOk="0" h="787400" w="80645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extrusionOk="0" h="787400" w="80645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extrusionOk="0" h="787400" w="80645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extrusionOk="0" h="787400" w="80645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extrusionOk="0" h="787400" w="80645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extrusionOk="0" h="787400" w="806450">
                <a:moveTo>
                  <a:pt x="415453" y="25400"/>
                </a:moveTo>
                <a:lnTo>
                  <a:pt x="390260" y="25400"/>
                </a:lnTo>
                <a:lnTo>
                  <a:pt x="390438" y="222250"/>
                </a:lnTo>
                <a:lnTo>
                  <a:pt x="415610" y="222250"/>
                </a:lnTo>
                <a:lnTo>
                  <a:pt x="415453" y="25400"/>
                </a:lnTo>
                <a:close/>
              </a:path>
              <a:path extrusionOk="0" h="787400" w="80645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extrusionOk="0" h="787400" w="80645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extrusionOk="0" h="787400" w="80645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43" name="Google Shape;643;g133e68395f5_0_501"/>
          <p:cNvPicPr preferRelativeResize="0"/>
          <p:nvPr/>
        </p:nvPicPr>
        <p:blipFill rotWithShape="1">
          <a:blip r:embed="rId3">
            <a:alphaModFix/>
          </a:blip>
          <a:srcRect b="0" l="0" r="0" t="0"/>
          <a:stretch/>
        </p:blipFill>
        <p:spPr>
          <a:xfrm>
            <a:off x="844258" y="2725631"/>
            <a:ext cx="1031738" cy="562610"/>
          </a:xfrm>
          <a:prstGeom prst="rect">
            <a:avLst/>
          </a:prstGeom>
          <a:noFill/>
          <a:ln>
            <a:noFill/>
          </a:ln>
        </p:spPr>
      </p:pic>
      <p:pic>
        <p:nvPicPr>
          <p:cNvPr id="644" name="Google Shape;644;g133e68395f5_0_501"/>
          <p:cNvPicPr preferRelativeResize="0"/>
          <p:nvPr/>
        </p:nvPicPr>
        <p:blipFill rotWithShape="1">
          <a:blip r:embed="rId3">
            <a:alphaModFix/>
          </a:blip>
          <a:srcRect b="0" l="0" r="0" t="0"/>
          <a:stretch/>
        </p:blipFill>
        <p:spPr>
          <a:xfrm>
            <a:off x="731620" y="8109856"/>
            <a:ext cx="1031738" cy="562610"/>
          </a:xfrm>
          <a:prstGeom prst="rect">
            <a:avLst/>
          </a:prstGeom>
          <a:noFill/>
          <a:ln>
            <a:noFill/>
          </a:ln>
        </p:spPr>
      </p:pic>
      <p:sp>
        <p:nvSpPr>
          <p:cNvPr id="645" name="Google Shape;645;g133e68395f5_0_501"/>
          <p:cNvSpPr txBox="1"/>
          <p:nvPr/>
        </p:nvSpPr>
        <p:spPr>
          <a:xfrm>
            <a:off x="2164525" y="2282100"/>
            <a:ext cx="16237800" cy="7367700"/>
          </a:xfrm>
          <a:prstGeom prst="rect">
            <a:avLst/>
          </a:prstGeom>
          <a:noFill/>
          <a:ln cap="flat" cmpd="sng" w="9525">
            <a:solidFill>
              <a:srgbClr val="FFFFFF"/>
            </a:solidFill>
            <a:prstDash val="solid"/>
            <a:round/>
            <a:headEnd len="sm" w="sm" type="none"/>
            <a:tailEnd len="sm" w="sm" type="none"/>
          </a:ln>
        </p:spPr>
        <p:txBody>
          <a:bodyPr anchorCtr="0" anchor="t" bIns="92100" lIns="184250" spcFirstLastPara="1" rIns="184250" wrap="square" tIns="92100">
            <a:noAutofit/>
          </a:bodyPr>
          <a:lstStyle/>
          <a:p>
            <a:pPr indent="0" lvl="0" marL="0" marR="0" rtl="0" algn="just">
              <a:lnSpc>
                <a:spcPct val="90000"/>
              </a:lnSpc>
              <a:spcBef>
                <a:spcPts val="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Los diagramas de flujo son diagramas que se utilizan para representar procesos.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Existen dos tipos comunes de software informático: software del sistema y software de aplicaciones.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Los programas para software de aplicaciones se crean con el fin de realizar una tarea determinada.</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Las variables de programación se pueden clasificar en dos categorías:</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r>
              <a:rPr b="1" i="0" lang="es-CL" sz="2700" u="none" cap="none" strike="noStrike">
                <a:solidFill>
                  <a:schemeClr val="dk1"/>
                </a:solidFill>
                <a:latin typeface="Calibri"/>
                <a:ea typeface="Calibri"/>
                <a:cs typeface="Calibri"/>
                <a:sym typeface="Calibri"/>
              </a:rPr>
              <a:t>Variables locales</a:t>
            </a:r>
            <a:r>
              <a:rPr b="0" i="0" lang="es-CL" sz="2700" u="none" cap="none" strike="noStrike">
                <a:solidFill>
                  <a:schemeClr val="dk1"/>
                </a:solidFill>
                <a:latin typeface="Calibri"/>
                <a:ea typeface="Calibri"/>
                <a:cs typeface="Calibri"/>
                <a:sym typeface="Calibri"/>
              </a:rPr>
              <a:t>: estas</a:t>
            </a:r>
            <a:r>
              <a:rPr lang="es-CL" sz="2700">
                <a:solidFill>
                  <a:schemeClr val="dk1"/>
                </a:solidFill>
                <a:latin typeface="Calibri"/>
                <a:ea typeface="Calibri"/>
                <a:cs typeface="Calibri"/>
                <a:sym typeface="Calibri"/>
              </a:rPr>
              <a:t> </a:t>
            </a:r>
            <a:r>
              <a:rPr b="0" i="0" lang="es-CL" sz="2700" u="none" cap="none" strike="noStrike">
                <a:solidFill>
                  <a:schemeClr val="dk1"/>
                </a:solidFill>
                <a:latin typeface="Calibri"/>
                <a:ea typeface="Calibri"/>
                <a:cs typeface="Calibri"/>
                <a:sym typeface="Calibri"/>
              </a:rPr>
              <a:t>son</a:t>
            </a:r>
            <a:r>
              <a:rPr lang="es-CL" sz="2700">
                <a:solidFill>
                  <a:schemeClr val="dk1"/>
                </a:solidFill>
                <a:latin typeface="Calibri"/>
                <a:ea typeface="Calibri"/>
                <a:cs typeface="Calibri"/>
                <a:sym typeface="Calibri"/>
              </a:rPr>
              <a:t> </a:t>
            </a:r>
            <a:r>
              <a:rPr b="0" i="0" lang="es-CL" sz="2700" u="none" cap="none" strike="noStrike">
                <a:solidFill>
                  <a:schemeClr val="dk1"/>
                </a:solidFill>
                <a:latin typeface="Calibri"/>
                <a:ea typeface="Calibri"/>
                <a:cs typeface="Calibri"/>
                <a:sym typeface="Calibri"/>
              </a:rPr>
              <a:t>variables que se encuentran dentro del alcance de un programa/función/procedimiento.</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r>
              <a:rPr b="1" i="0" lang="es-CL" sz="2700" u="none" cap="none" strike="noStrike">
                <a:solidFill>
                  <a:schemeClr val="dk1"/>
                </a:solidFill>
                <a:latin typeface="Calibri"/>
                <a:ea typeface="Calibri"/>
                <a:cs typeface="Calibri"/>
                <a:sym typeface="Calibri"/>
              </a:rPr>
              <a:t>Variables globales</a:t>
            </a:r>
            <a:r>
              <a:rPr b="0" i="0" lang="es-CL" sz="2700" u="none" cap="none" strike="noStrike">
                <a:solidFill>
                  <a:schemeClr val="dk1"/>
                </a:solidFill>
                <a:latin typeface="Calibri"/>
                <a:ea typeface="Calibri"/>
                <a:cs typeface="Calibri"/>
                <a:sym typeface="Calibri"/>
              </a:rPr>
              <a:t>: estas son variables que se encuentran dentro del alcance en el </a:t>
            </a:r>
            <a:r>
              <a:rPr lang="es-CL" sz="2700">
                <a:solidFill>
                  <a:schemeClr val="dk1"/>
                </a:solidFill>
                <a:latin typeface="Calibri"/>
                <a:ea typeface="Calibri"/>
                <a:cs typeface="Calibri"/>
                <a:sym typeface="Calibri"/>
              </a:rPr>
              <a:t>t</a:t>
            </a:r>
            <a:r>
              <a:rPr b="0" i="0" lang="es-CL" sz="2700" u="none" cap="none" strike="noStrike">
                <a:solidFill>
                  <a:schemeClr val="dk1"/>
                </a:solidFill>
                <a:latin typeface="Calibri"/>
                <a:ea typeface="Calibri"/>
                <a:cs typeface="Calibri"/>
                <a:sym typeface="Calibri"/>
              </a:rPr>
              <a:t>iempo de ejecución del programa. Cualquier parte del programa puede</a:t>
            </a:r>
            <a:r>
              <a:rPr lang="es-CL" sz="2700">
                <a:solidFill>
                  <a:schemeClr val="dk1"/>
                </a:solidFill>
                <a:latin typeface="Calibri"/>
                <a:ea typeface="Calibri"/>
                <a:cs typeface="Calibri"/>
                <a:sym typeface="Calibri"/>
              </a:rPr>
              <a:t> </a:t>
            </a:r>
            <a:r>
              <a:rPr b="0" i="0" lang="es-CL" sz="2700" u="none" cap="none" strike="noStrike">
                <a:solidFill>
                  <a:schemeClr val="dk1"/>
                </a:solidFill>
                <a:latin typeface="Calibri"/>
                <a:ea typeface="Calibri"/>
                <a:cs typeface="Calibri"/>
                <a:sym typeface="Calibri"/>
              </a:rPr>
              <a:t>recuperarlas.</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Python es un lenguaje muy común diseñado para ser fácil de leer y escribir.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Python es un lenguaje interpretado; por lo tanto, requiere un intérprete para analizar y ejecutar el código de Python.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Las variables son áreas de memoria rotuladas que se utilizan para almacenar datos de programas de tiempo de ejecución.</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rPr b="0" i="0" lang="es-CL" sz="2700" u="none" cap="none" strike="noStrike">
                <a:solidFill>
                  <a:schemeClr val="dk1"/>
                </a:solidFill>
                <a:latin typeface="Calibri"/>
                <a:ea typeface="Calibri"/>
                <a:cs typeface="Calibri"/>
                <a:sym typeface="Calibri"/>
              </a:rPr>
              <a:t>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a:p>
            <a:pPr indent="0" lvl="0" marL="101600" marR="0" rtl="0" algn="just">
              <a:lnSpc>
                <a:spcPct val="90000"/>
              </a:lnSpc>
              <a:spcBef>
                <a:spcPts val="2000"/>
              </a:spcBef>
              <a:spcAft>
                <a:spcPts val="0"/>
              </a:spcAft>
              <a:buClr>
                <a:srgbClr val="000000"/>
              </a:buClr>
              <a:buSzPts val="3600"/>
              <a:buFont typeface="Arial"/>
              <a:buNone/>
            </a:pPr>
            <a:r>
              <a:t/>
            </a:r>
            <a:endParaRPr b="0" i="0" sz="27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133e68395f5_0_513"/>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Bibliografía</a:t>
            </a:r>
            <a:endParaRPr/>
          </a:p>
        </p:txBody>
      </p:sp>
      <p:pic>
        <p:nvPicPr>
          <p:cNvPr id="651" name="Google Shape;651;g133e68395f5_0_513"/>
          <p:cNvPicPr preferRelativeResize="0"/>
          <p:nvPr/>
        </p:nvPicPr>
        <p:blipFill rotWithShape="1">
          <a:blip r:embed="rId3">
            <a:alphaModFix/>
          </a:blip>
          <a:srcRect b="0" l="0" r="0" t="0"/>
          <a:stretch/>
        </p:blipFill>
        <p:spPr>
          <a:xfrm>
            <a:off x="1427520" y="4845981"/>
            <a:ext cx="1031738" cy="562610"/>
          </a:xfrm>
          <a:prstGeom prst="rect">
            <a:avLst/>
          </a:prstGeom>
          <a:noFill/>
          <a:ln>
            <a:noFill/>
          </a:ln>
        </p:spPr>
      </p:pic>
      <p:sp>
        <p:nvSpPr>
          <p:cNvPr id="652" name="Google Shape;652;g133e68395f5_0_513"/>
          <p:cNvSpPr txBox="1"/>
          <p:nvPr/>
        </p:nvSpPr>
        <p:spPr>
          <a:xfrm>
            <a:off x="2984950" y="4273450"/>
            <a:ext cx="16257600" cy="4724700"/>
          </a:xfrm>
          <a:prstGeom prst="rect">
            <a:avLst/>
          </a:prstGeom>
          <a:noFill/>
          <a:ln>
            <a:noFill/>
          </a:ln>
        </p:spPr>
        <p:txBody>
          <a:bodyPr anchorCtr="0" anchor="t" bIns="0" lIns="0" spcFirstLastPara="1" rIns="0" wrap="square" tIns="91425">
            <a:spAutoFit/>
          </a:bodyPr>
          <a:lstStyle/>
          <a:p>
            <a:pPr indent="0" lvl="0" marL="0" rtl="0" algn="l">
              <a:lnSpc>
                <a:spcPct val="90000"/>
              </a:lnSpc>
              <a:spcBef>
                <a:spcPts val="0"/>
              </a:spcBef>
              <a:spcAft>
                <a:spcPts val="0"/>
              </a:spcAft>
              <a:buClr>
                <a:schemeClr val="dk1"/>
              </a:buClr>
              <a:buSzPts val="3600"/>
              <a:buFont typeface="Arial"/>
              <a:buNone/>
            </a:pPr>
            <a:r>
              <a:rPr b="1" lang="es-CL" sz="2250">
                <a:solidFill>
                  <a:schemeClr val="dk1"/>
                </a:solidFill>
              </a:rPr>
              <a:t>1.2.1 Dow, C. (2018). Internet of Things programming projects: Build modern IoT solutions with the Raspberry Pi 3 and Python. Birmingham, UK: Packt Publishing.</a:t>
            </a:r>
            <a:endParaRPr b="1" sz="2250">
              <a:solidFill>
                <a:schemeClr val="dk1"/>
              </a:solidFill>
            </a:endParaRPr>
          </a:p>
          <a:p>
            <a:pPr indent="0" lvl="0" marL="0" rtl="0" algn="l">
              <a:lnSpc>
                <a:spcPct val="90000"/>
              </a:lnSpc>
              <a:spcBef>
                <a:spcPts val="0"/>
              </a:spcBef>
              <a:spcAft>
                <a:spcPts val="0"/>
              </a:spcAft>
              <a:buClr>
                <a:schemeClr val="dk1"/>
              </a:buClr>
              <a:buSzPts val="3600"/>
              <a:buFont typeface="Arial"/>
              <a:buNone/>
            </a:pPr>
            <a:r>
              <a:t/>
            </a:r>
            <a:endParaRPr b="1" sz="2250">
              <a:solidFill>
                <a:schemeClr val="dk1"/>
              </a:solidFill>
            </a:endParaRPr>
          </a:p>
          <a:p>
            <a:pPr indent="0" lvl="0" marL="0" rtl="0" algn="l">
              <a:lnSpc>
                <a:spcPct val="90000"/>
              </a:lnSpc>
              <a:spcBef>
                <a:spcPts val="0"/>
              </a:spcBef>
              <a:spcAft>
                <a:spcPts val="0"/>
              </a:spcAft>
              <a:buClr>
                <a:schemeClr val="dk1"/>
              </a:buClr>
              <a:buSzPts val="3600"/>
              <a:buFont typeface="Arial"/>
              <a:buNone/>
            </a:pPr>
            <a:r>
              <a:rPr b="1" lang="es-CL" sz="2250" u="sng">
                <a:solidFill>
                  <a:schemeClr val="dk1"/>
                </a:solidFill>
              </a:rPr>
              <a:t>Referencias</a:t>
            </a:r>
            <a:endParaRPr b="1" sz="2250" u="sng">
              <a:solidFill>
                <a:schemeClr val="dk1"/>
              </a:solidFill>
            </a:endParaRPr>
          </a:p>
          <a:p>
            <a:pPr indent="0" lvl="0" marL="0" rtl="0" algn="l">
              <a:lnSpc>
                <a:spcPct val="90000"/>
              </a:lnSpc>
              <a:spcBef>
                <a:spcPts val="0"/>
              </a:spcBef>
              <a:spcAft>
                <a:spcPts val="0"/>
              </a:spcAft>
              <a:buClr>
                <a:schemeClr val="dk1"/>
              </a:buClr>
              <a:buSzPts val="3600"/>
              <a:buFont typeface="Arial"/>
              <a:buNone/>
            </a:pPr>
            <a:r>
              <a:t/>
            </a:r>
            <a:endParaRPr b="1" sz="2250">
              <a:solidFill>
                <a:schemeClr val="dk1"/>
              </a:solidFill>
            </a:endParaRPr>
          </a:p>
          <a:p>
            <a:pPr indent="0" lvl="0" marL="0" rtl="0" algn="l">
              <a:lnSpc>
                <a:spcPct val="90000"/>
              </a:lnSpc>
              <a:spcBef>
                <a:spcPts val="0"/>
              </a:spcBef>
              <a:spcAft>
                <a:spcPts val="0"/>
              </a:spcAft>
              <a:buClr>
                <a:schemeClr val="dk1"/>
              </a:buClr>
              <a:buSzPts val="3600"/>
              <a:buFont typeface="Arial"/>
              <a:buNone/>
            </a:pPr>
            <a:r>
              <a:rPr b="1" lang="es-CL" sz="2250">
                <a:solidFill>
                  <a:schemeClr val="dk1"/>
                </a:solidFill>
              </a:rPr>
              <a:t>- </a:t>
            </a:r>
            <a:r>
              <a:rPr b="1" lang="es-CL" sz="2250">
                <a:solidFill>
                  <a:schemeClr val="dk1"/>
                </a:solidFill>
                <a:uFill>
                  <a:noFill/>
                </a:uFill>
                <a:hlinkClick r:id="rId4">
                  <a:extLst>
                    <a:ext uri="{A12FA001-AC4F-418D-AE19-62706E023703}">
                      <ahyp:hlinkClr val="tx"/>
                    </a:ext>
                  </a:extLst>
                </a:hlinkClick>
              </a:rPr>
              <a:t>https://www.python.org/dev/peps/pep-0020/</a:t>
            </a:r>
            <a:r>
              <a:rPr b="1" lang="es-CL" sz="2250">
                <a:solidFill>
                  <a:schemeClr val="dk1"/>
                </a:solidFill>
              </a:rPr>
              <a:t>, The Zen of Python, tim.peters at gmail.com (Tim Peters)</a:t>
            </a:r>
            <a:endParaRPr b="1" sz="2250">
              <a:solidFill>
                <a:schemeClr val="dk1"/>
              </a:solidFill>
            </a:endParaRPr>
          </a:p>
          <a:p>
            <a:pPr indent="0" lvl="0" marL="0" rtl="0" algn="l">
              <a:lnSpc>
                <a:spcPct val="90000"/>
              </a:lnSpc>
              <a:spcBef>
                <a:spcPts val="2000"/>
              </a:spcBef>
              <a:spcAft>
                <a:spcPts val="0"/>
              </a:spcAft>
              <a:buClr>
                <a:schemeClr val="dk1"/>
              </a:buClr>
              <a:buSzPts val="3600"/>
              <a:buFont typeface="Arial"/>
              <a:buNone/>
            </a:pPr>
            <a:r>
              <a:rPr b="1" lang="es-CL" sz="2250">
                <a:solidFill>
                  <a:schemeClr val="dk1"/>
                </a:solidFill>
              </a:rPr>
              <a:t>- </a:t>
            </a:r>
            <a:r>
              <a:rPr b="1" lang="es-CL" sz="2250">
                <a:solidFill>
                  <a:schemeClr val="dk1"/>
                </a:solidFill>
                <a:uFill>
                  <a:noFill/>
                </a:uFill>
                <a:hlinkClick r:id="rId5">
                  <a:extLst>
                    <a:ext uri="{A12FA001-AC4F-418D-AE19-62706E023703}">
                      <ahyp:hlinkClr val="tx"/>
                    </a:ext>
                  </a:extLst>
                </a:hlinkClick>
              </a:rPr>
              <a:t>https://jupyter.org/try</a:t>
            </a:r>
            <a:r>
              <a:rPr b="1" lang="es-CL" sz="2250">
                <a:solidFill>
                  <a:schemeClr val="dk1"/>
                </a:solidFill>
              </a:rPr>
              <a:t>, Try classic Jupyter Notebook</a:t>
            </a:r>
            <a:endParaRPr b="1" sz="2250">
              <a:solidFill>
                <a:schemeClr val="dk1"/>
              </a:solidFill>
            </a:endParaRPr>
          </a:p>
          <a:p>
            <a:pPr indent="0" lvl="0" marL="0" rtl="0" algn="l">
              <a:lnSpc>
                <a:spcPct val="90000"/>
              </a:lnSpc>
              <a:spcBef>
                <a:spcPts val="2000"/>
              </a:spcBef>
              <a:spcAft>
                <a:spcPts val="0"/>
              </a:spcAft>
              <a:buClr>
                <a:schemeClr val="dk1"/>
              </a:buClr>
              <a:buSzPts val="3600"/>
              <a:buFont typeface="Arial"/>
              <a:buNone/>
            </a:pPr>
            <a:r>
              <a:rPr b="1" lang="es-CL" sz="2250">
                <a:solidFill>
                  <a:schemeClr val="dk1"/>
                </a:solidFill>
              </a:rPr>
              <a:t>- NETACAD: Introducción al Internet de las Cosas, Capítulo 2: Todo se vuelve programable - Tema 2.1.3 Programación con Python</a:t>
            </a:r>
            <a:endParaRPr sz="2250">
              <a:solidFill>
                <a:schemeClr val="dk1"/>
              </a:solidFill>
            </a:endParaRPr>
          </a:p>
          <a:p>
            <a:pPr indent="0" lvl="0" marL="12700" marR="0" rtl="0" algn="l">
              <a:lnSpc>
                <a:spcPct val="100000"/>
              </a:lnSpc>
              <a:spcBef>
                <a:spcPts val="0"/>
              </a:spcBef>
              <a:spcAft>
                <a:spcPts val="0"/>
              </a:spcAft>
              <a:buClr>
                <a:srgbClr val="000000"/>
              </a:buClr>
              <a:buSzPts val="4900"/>
              <a:buFont typeface="Arial"/>
              <a:buNone/>
            </a:pPr>
            <a:r>
              <a:t/>
            </a:r>
            <a:endParaRPr b="1" i="0" sz="4900" u="none" cap="none" strike="noStrike">
              <a:solidFill>
                <a:srgbClr val="9EA4A8"/>
              </a:solidFill>
              <a:latin typeface="Arial"/>
              <a:ea typeface="Arial"/>
              <a:cs typeface="Arial"/>
              <a:sym typeface="Arial"/>
            </a:endParaRPr>
          </a:p>
          <a:p>
            <a:pPr indent="0" lvl="0" marL="46355" marR="5080" rtl="0" algn="l">
              <a:lnSpc>
                <a:spcPct val="101499"/>
              </a:lnSpc>
              <a:spcBef>
                <a:spcPts val="345"/>
              </a:spcBef>
              <a:spcAft>
                <a:spcPts val="0"/>
              </a:spcAft>
              <a:buClr>
                <a:srgbClr val="000000"/>
              </a:buClr>
              <a:buSzPts val="3350"/>
              <a:buFont typeface="Arial"/>
              <a:buNone/>
            </a:pPr>
            <a:r>
              <a:t/>
            </a:r>
            <a:endParaRPr b="1" i="0" sz="33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2021-04-02T01:36:00Z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y fmtid="{D5CDD505-2E9C-101B-9397-08002B2CF9AE}" pid="5" name="ContentTypeId">
    <vt:lpwstr>0x010100359B225CE7CAA348A8B4C04C4EBDCC19</vt:lpwstr>
  </property>
</Properties>
</file>
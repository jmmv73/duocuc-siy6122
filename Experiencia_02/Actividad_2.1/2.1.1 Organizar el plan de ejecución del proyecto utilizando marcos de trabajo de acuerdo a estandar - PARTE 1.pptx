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 id="2147483685" r:id="rId5"/>
    <p:sldMasterId id="214748369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y="6858000" cx="9144000"/>
  <p:notesSz cx="7772400" cy="10058400"/>
  <p:embeddedFontLst>
    <p:embeddedFont>
      <p:font typeface="Franklin Gothic"/>
      <p:bold r:id="rId62"/>
    </p:embeddedFont>
    <p:embeddedFont>
      <p:font typeface="Abril Fatface"/>
      <p:regular r:id="rId63"/>
    </p:embeddedFont>
    <p:embeddedFont>
      <p:font typeface="Bebas Neue"/>
      <p:regular r:id="rId64"/>
    </p:embeddedFont>
    <p:embeddedFont>
      <p:font typeface="Roboto Mono"/>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9" roundtripDataSignature="AMtx7mgNeowVDEuaz3lMdTly27MQ2zOU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FranklinGothic-bold.fntdata"/><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BebasNeue-regular.fntdata"/><Relationship Id="rId63" Type="http://schemas.openxmlformats.org/officeDocument/2006/relationships/font" Target="fonts/AbrilFatface-regular.fntdata"/><Relationship Id="rId22" Type="http://schemas.openxmlformats.org/officeDocument/2006/relationships/slide" Target="slides/slide15.xml"/><Relationship Id="rId66" Type="http://schemas.openxmlformats.org/officeDocument/2006/relationships/font" Target="fonts/RobotoMono-bold.fntdata"/><Relationship Id="rId21" Type="http://schemas.openxmlformats.org/officeDocument/2006/relationships/slide" Target="slides/slide14.xml"/><Relationship Id="rId65" Type="http://schemas.openxmlformats.org/officeDocument/2006/relationships/font" Target="fonts/RobotoMono-regular.fntdata"/><Relationship Id="rId24" Type="http://schemas.openxmlformats.org/officeDocument/2006/relationships/slide" Target="slides/slide17.xml"/><Relationship Id="rId68" Type="http://schemas.openxmlformats.org/officeDocument/2006/relationships/font" Target="fonts/RobotoMono-boldItalic.fntdata"/><Relationship Id="rId23" Type="http://schemas.openxmlformats.org/officeDocument/2006/relationships/slide" Target="slides/slide16.xml"/><Relationship Id="rId67" Type="http://schemas.openxmlformats.org/officeDocument/2006/relationships/font" Target="fonts/RobotoMono-italic.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350e5ad54e_0_194: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1350e5ad54e_0_194: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350e5ad54e_0_22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1350e5ad54e_0_22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350e5ad54e_0_600: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1350e5ad54e_0_60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350e5ad54e_0_770: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1350e5ad54e_0_77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350e5ad54e_0_604: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1350e5ad54e_0_604: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350e5ad54e_0_60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1350e5ad54e_0_60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350e5ad54e_0_612: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g1350e5ad54e_0_612: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7: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2" name="Google Shape;432;p37: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350e5ad54e_0_616: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1350e5ad54e_0_616: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1: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p41: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350e5ad54e_0_620: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1350e5ad54e_0_62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71: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2" name="Google Shape;462;p71: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350e5ad54e_0_624: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1350e5ad54e_0_624: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350e5ad54e_0_62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1350e5ad54e_0_62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74: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3" name="Google Shape;483;p74: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350e5ad54e_0_632: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g1350e5ad54e_0_632: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350e5ad54e_0_636: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1350e5ad54e_0_636: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350e5ad54e_0_70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g1350e5ad54e_0_70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350e5ad54e_0_640: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g1350e5ad54e_0_64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79: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p79: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1350e5ad54e_0_644: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g1350e5ad54e_0_644: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03: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9" name="Google Shape;579;p103: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4: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6" name="Google Shape;586;p104: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350e5ad54e_0_712: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g1350e5ad54e_0_712: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350e5ad54e_0_652: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g1350e5ad54e_0_652: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06: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5" name="Google Shape;605;p106: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07: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3" name="Google Shape;613;p107: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1350e5ad54e_0_656: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1350e5ad54e_0_656: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1350e5ad54e_0_660: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g1350e5ad54e_0_66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10: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5" name="Google Shape;635;p110: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111: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3" name="Google Shape;643;p111: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350e5ad54e_0_664: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g1350e5ad54e_0_664: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1350e5ad54e_0_716: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g1350e5ad54e_0_716: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113: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4" name="Google Shape;664;p113: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14: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1" name="Google Shape;671;p114: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350e5ad54e_0_66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g1350e5ad54e_0_66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16: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3" name="Google Shape;683;p116: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117: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9" name="Google Shape;689;p117: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1350e5ad54e_0_672: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g1350e5ad54e_0_672: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19: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3" name="Google Shape;713;p119: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350e5ad54e_0_720: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g1350e5ad54e_0_72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1350e5ad54e_0_676: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g1350e5ad54e_0_676: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22: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3" name="Google Shape;763;p122: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123: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1" name="Google Shape;801;p123: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1350e5ad54e_0_680: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g1350e5ad54e_0_68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1350e5ad54e_0_684: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g1350e5ad54e_0_684: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126: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2" name="Google Shape;842;p126: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127: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8" name="Google Shape;868;p127: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128: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4" name="Google Shape;894;p128: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29: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0" name="Google Shape;900;p129: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130: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6" name="Google Shape;906;p130: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1350e5ad54e_0_470:notes"/>
          <p:cNvSpPr txBox="1"/>
          <p:nvPr>
            <p:ph idx="1" type="body"/>
          </p:nvPr>
        </p:nvSpPr>
        <p:spPr>
          <a:xfrm>
            <a:off x="777236" y="4777726"/>
            <a:ext cx="6217800" cy="4526400"/>
          </a:xfrm>
          <a:prstGeom prst="rect">
            <a:avLst/>
          </a:prstGeom>
          <a:noFill/>
          <a:ln>
            <a:noFill/>
          </a:ln>
        </p:spPr>
        <p:txBody>
          <a:bodyPr anchorCtr="0" anchor="t" bIns="50675" lIns="50675" spcFirstLastPara="1" rIns="50675" wrap="square" tIns="50675">
            <a:noAutofit/>
          </a:bodyPr>
          <a:lstStyle/>
          <a:p>
            <a:pPr indent="0" lvl="0" marL="0" rtl="0" algn="l">
              <a:lnSpc>
                <a:spcPct val="100000"/>
              </a:lnSpc>
              <a:spcBef>
                <a:spcPts val="0"/>
              </a:spcBef>
              <a:spcAft>
                <a:spcPts val="0"/>
              </a:spcAft>
              <a:buSzPts val="600"/>
              <a:buNone/>
            </a:pPr>
            <a:r>
              <a:t/>
            </a:r>
            <a:endParaRPr/>
          </a:p>
        </p:txBody>
      </p:sp>
      <p:sp>
        <p:nvSpPr>
          <p:cNvPr id="912" name="Google Shape;912;g1350e5ad54e_0_47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1350e5ad54e_0_475:notes"/>
          <p:cNvSpPr txBox="1"/>
          <p:nvPr>
            <p:ph idx="1" type="body"/>
          </p:nvPr>
        </p:nvSpPr>
        <p:spPr>
          <a:xfrm>
            <a:off x="777236" y="4777726"/>
            <a:ext cx="6217800" cy="4526400"/>
          </a:xfrm>
          <a:prstGeom prst="rect">
            <a:avLst/>
          </a:prstGeom>
          <a:noFill/>
          <a:ln>
            <a:noFill/>
          </a:ln>
        </p:spPr>
        <p:txBody>
          <a:bodyPr anchorCtr="0" anchor="t" bIns="50675" lIns="50675" spcFirstLastPara="1" rIns="50675" wrap="square" tIns="50675">
            <a:noAutofit/>
          </a:bodyPr>
          <a:lstStyle/>
          <a:p>
            <a:pPr indent="0" lvl="0" marL="0" rtl="0" algn="l">
              <a:lnSpc>
                <a:spcPct val="100000"/>
              </a:lnSpc>
              <a:spcBef>
                <a:spcPts val="0"/>
              </a:spcBef>
              <a:spcAft>
                <a:spcPts val="0"/>
              </a:spcAft>
              <a:buSzPts val="600"/>
              <a:buNone/>
            </a:pPr>
            <a:r>
              <a:t/>
            </a:r>
            <a:endParaRPr/>
          </a:p>
        </p:txBody>
      </p:sp>
      <p:sp>
        <p:nvSpPr>
          <p:cNvPr id="918" name="Google Shape;918;g1350e5ad54e_0_475: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1350e5ad54e_0_485:notes"/>
          <p:cNvSpPr txBox="1"/>
          <p:nvPr>
            <p:ph idx="1" type="body"/>
          </p:nvPr>
        </p:nvSpPr>
        <p:spPr>
          <a:xfrm>
            <a:off x="777236" y="4777726"/>
            <a:ext cx="6217800" cy="4526400"/>
          </a:xfrm>
          <a:prstGeom prst="rect">
            <a:avLst/>
          </a:prstGeom>
          <a:noFill/>
          <a:ln>
            <a:noFill/>
          </a:ln>
        </p:spPr>
        <p:txBody>
          <a:bodyPr anchorCtr="0" anchor="t" bIns="50675" lIns="50675" spcFirstLastPara="1" rIns="50675" wrap="square" tIns="50675">
            <a:noAutofit/>
          </a:bodyPr>
          <a:lstStyle/>
          <a:p>
            <a:pPr indent="0" lvl="0" marL="0" rtl="0" algn="l">
              <a:lnSpc>
                <a:spcPct val="100000"/>
              </a:lnSpc>
              <a:spcBef>
                <a:spcPts val="0"/>
              </a:spcBef>
              <a:spcAft>
                <a:spcPts val="0"/>
              </a:spcAft>
              <a:buSzPts val="600"/>
              <a:buNone/>
            </a:pPr>
            <a:r>
              <a:t/>
            </a:r>
            <a:endParaRPr/>
          </a:p>
        </p:txBody>
      </p:sp>
      <p:sp>
        <p:nvSpPr>
          <p:cNvPr id="929" name="Google Shape;929;g1350e5ad54e_0_485: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g"/><Relationship Id="rId3" Type="http://schemas.openxmlformats.org/officeDocument/2006/relationships/image" Target="../media/image13.png"/><Relationship Id="rId4"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 Id="rId3" Type="http://schemas.openxmlformats.org/officeDocument/2006/relationships/image" Target="../media/image13.png"/><Relationship Id="rId4"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 Id="rId3" Type="http://schemas.openxmlformats.org/officeDocument/2006/relationships/image" Target="../media/image13.png"/><Relationship Id="rId4" Type="http://schemas.openxmlformats.org/officeDocument/2006/relationships/image" Target="../media/image1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 Id="rId3" Type="http://schemas.openxmlformats.org/officeDocument/2006/relationships/image" Target="../media/image13.png"/><Relationship Id="rId4"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jpg"/><Relationship Id="rId3" Type="http://schemas.openxmlformats.org/officeDocument/2006/relationships/image" Target="../media/image13.png"/><Relationship Id="rId4" Type="http://schemas.openxmlformats.org/officeDocument/2006/relationships/image" Target="../media/image1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jpg"/><Relationship Id="rId3" Type="http://schemas.openxmlformats.org/officeDocument/2006/relationships/image" Target="../media/image13.png"/><Relationship Id="rId4"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jpg"/><Relationship Id="rId3" Type="http://schemas.openxmlformats.org/officeDocument/2006/relationships/image" Target="../media/image13.png"/><Relationship Id="rId4"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jpg"/><Relationship Id="rId3" Type="http://schemas.openxmlformats.org/officeDocument/2006/relationships/image" Target="../media/image13.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 name="Shape 12"/>
        <p:cNvGrpSpPr/>
        <p:nvPr/>
      </p:nvGrpSpPr>
      <p:grpSpPr>
        <a:xfrm>
          <a:off x="0" y="0"/>
          <a:ext cx="0" cy="0"/>
          <a:chOff x="0" y="0"/>
          <a:chExt cx="0" cy="0"/>
        </a:xfrm>
      </p:grpSpPr>
      <p:sp>
        <p:nvSpPr>
          <p:cNvPr id="13" name="Google Shape;13;p4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8"/>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 name="Shape 15"/>
        <p:cNvGrpSpPr/>
        <p:nvPr/>
      </p:nvGrpSpPr>
      <p:grpSpPr>
        <a:xfrm>
          <a:off x="0" y="0"/>
          <a:ext cx="0" cy="0"/>
          <a:chOff x="0" y="0"/>
          <a:chExt cx="0" cy="0"/>
        </a:xfrm>
      </p:grpSpPr>
      <p:sp>
        <p:nvSpPr>
          <p:cNvPr id="16" name="Google Shape;16;p49"/>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9"/>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 name="Shape 18"/>
        <p:cNvGrpSpPr/>
        <p:nvPr/>
      </p:nvGrpSpPr>
      <p:grpSpPr>
        <a:xfrm>
          <a:off x="0" y="0"/>
          <a:ext cx="0" cy="0"/>
          <a:chOff x="0" y="0"/>
          <a:chExt cx="0" cy="0"/>
        </a:xfrm>
      </p:grpSpPr>
      <p:sp>
        <p:nvSpPr>
          <p:cNvPr id="19" name="Google Shape;19;p50"/>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0"/>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50"/>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5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 name="Shape 24"/>
        <p:cNvGrpSpPr/>
        <p:nvPr/>
      </p:nvGrpSpPr>
      <p:grpSpPr>
        <a:xfrm>
          <a:off x="0" y="0"/>
          <a:ext cx="0" cy="0"/>
          <a:chOff x="0" y="0"/>
          <a:chExt cx="0" cy="0"/>
        </a:xfrm>
      </p:grpSpPr>
      <p:sp>
        <p:nvSpPr>
          <p:cNvPr id="25" name="Google Shape;25;p52"/>
          <p:cNvSpPr txBox="1"/>
          <p:nvPr>
            <p:ph idx="1" type="subTitle"/>
          </p:nvPr>
        </p:nvSpPr>
        <p:spPr>
          <a:xfrm>
            <a:off x="457200" y="273600"/>
            <a:ext cx="82292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 name="Shape 26"/>
        <p:cNvGrpSpPr/>
        <p:nvPr/>
      </p:nvGrpSpPr>
      <p:grpSpPr>
        <a:xfrm>
          <a:off x="0" y="0"/>
          <a:ext cx="0" cy="0"/>
          <a:chOff x="0" y="0"/>
          <a:chExt cx="0" cy="0"/>
        </a:xfrm>
      </p:grpSpPr>
      <p:sp>
        <p:nvSpPr>
          <p:cNvPr id="27" name="Google Shape;27;p53"/>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53"/>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53"/>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 name="Shape 31"/>
        <p:cNvGrpSpPr/>
        <p:nvPr/>
      </p:nvGrpSpPr>
      <p:grpSpPr>
        <a:xfrm>
          <a:off x="0" y="0"/>
          <a:ext cx="0" cy="0"/>
          <a:chOff x="0" y="0"/>
          <a:chExt cx="0" cy="0"/>
        </a:xfrm>
      </p:grpSpPr>
      <p:sp>
        <p:nvSpPr>
          <p:cNvPr id="32" name="Google Shape;32;p5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4"/>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54"/>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54"/>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 name="Shape 36"/>
        <p:cNvGrpSpPr/>
        <p:nvPr/>
      </p:nvGrpSpPr>
      <p:grpSpPr>
        <a:xfrm>
          <a:off x="0" y="0"/>
          <a:ext cx="0" cy="0"/>
          <a:chOff x="0" y="0"/>
          <a:chExt cx="0" cy="0"/>
        </a:xfrm>
      </p:grpSpPr>
      <p:sp>
        <p:nvSpPr>
          <p:cNvPr id="37" name="Google Shape;37;p55"/>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9" name="Google Shape;39;p5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0" name="Google Shape;40;p55"/>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 name="Shape 41"/>
        <p:cNvGrpSpPr/>
        <p:nvPr/>
      </p:nvGrpSpPr>
      <p:grpSpPr>
        <a:xfrm>
          <a:off x="0" y="0"/>
          <a:ext cx="0" cy="0"/>
          <a:chOff x="0" y="0"/>
          <a:chExt cx="0" cy="0"/>
        </a:xfrm>
      </p:grpSpPr>
      <p:sp>
        <p:nvSpPr>
          <p:cNvPr id="42" name="Google Shape;42;p56"/>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6"/>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4" name="Google Shape;44;p56"/>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5" name="Shape 45"/>
        <p:cNvGrpSpPr/>
        <p:nvPr/>
      </p:nvGrpSpPr>
      <p:grpSpPr>
        <a:xfrm>
          <a:off x="0" y="0"/>
          <a:ext cx="0" cy="0"/>
          <a:chOff x="0" y="0"/>
          <a:chExt cx="0" cy="0"/>
        </a:xfrm>
      </p:grpSpPr>
      <p:sp>
        <p:nvSpPr>
          <p:cNvPr id="46" name="Google Shape;46;p57"/>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7"/>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5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9" name="Google Shape;49;p57"/>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0" name="Google Shape;50;p57"/>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1" name="Shape 51"/>
        <p:cNvGrpSpPr/>
        <p:nvPr/>
      </p:nvGrpSpPr>
      <p:grpSpPr>
        <a:xfrm>
          <a:off x="0" y="0"/>
          <a:ext cx="0" cy="0"/>
          <a:chOff x="0" y="0"/>
          <a:chExt cx="0" cy="0"/>
        </a:xfrm>
      </p:grpSpPr>
      <p:sp>
        <p:nvSpPr>
          <p:cNvPr id="52" name="Google Shape;52;p5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8"/>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58"/>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58"/>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58"/>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7" name="Google Shape;57;p58"/>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8" name="Google Shape;58;p58"/>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Título y objetos 1">
    <p:spTree>
      <p:nvGrpSpPr>
        <p:cNvPr id="67" name="Shape 67"/>
        <p:cNvGrpSpPr/>
        <p:nvPr/>
      </p:nvGrpSpPr>
      <p:grpSpPr>
        <a:xfrm>
          <a:off x="0" y="0"/>
          <a:ext cx="0" cy="0"/>
          <a:chOff x="0" y="0"/>
          <a:chExt cx="0" cy="0"/>
        </a:xfrm>
      </p:grpSpPr>
      <p:sp>
        <p:nvSpPr>
          <p:cNvPr id="68" name="Google Shape;68;p257"/>
          <p:cNvSpPr/>
          <p:nvPr/>
        </p:nvSpPr>
        <p:spPr>
          <a:xfrm>
            <a:off x="1372975" y="212725"/>
            <a:ext cx="4806374"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69" name="Google Shape;69;p257"/>
          <p:cNvSpPr/>
          <p:nvPr/>
        </p:nvSpPr>
        <p:spPr>
          <a:xfrm>
            <a:off x="770850" y="212725"/>
            <a:ext cx="903600" cy="813000"/>
          </a:xfrm>
          <a:prstGeom prst="parallelogram">
            <a:avLst>
              <a:gd fmla="val 45310" name="adj"/>
            </a:avLst>
          </a:prstGeom>
          <a:solidFill>
            <a:srgbClr val="818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57"/>
          <p:cNvSpPr/>
          <p:nvPr/>
        </p:nvSpPr>
        <p:spPr>
          <a:xfrm>
            <a:off x="146422" y="212725"/>
            <a:ext cx="903600" cy="813000"/>
          </a:xfrm>
          <a:prstGeom prst="parallelogram">
            <a:avLst>
              <a:gd fmla="val 45310" name="adj"/>
            </a:avLst>
          </a:prstGeom>
          <a:gradFill>
            <a:gsLst>
              <a:gs pos="0">
                <a:srgbClr val="FFFFFF"/>
              </a:gs>
              <a:gs pos="65000">
                <a:schemeClr val="dk2"/>
              </a:gs>
              <a:gs pos="100000">
                <a:schemeClr val="dk2"/>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57"/>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pic>
        <p:nvPicPr>
          <p:cNvPr id="72" name="Google Shape;72;p257"/>
          <p:cNvPicPr preferRelativeResize="0"/>
          <p:nvPr/>
        </p:nvPicPr>
        <p:blipFill rotWithShape="1">
          <a:blip r:embed="rId2">
            <a:alphaModFix/>
          </a:blip>
          <a:srcRect b="0" l="0" r="0" t="0"/>
          <a:stretch/>
        </p:blipFill>
        <p:spPr>
          <a:xfrm>
            <a:off x="6179349" y="389413"/>
            <a:ext cx="2746703" cy="459625"/>
          </a:xfrm>
          <a:prstGeom prst="rect">
            <a:avLst/>
          </a:prstGeom>
          <a:noFill/>
          <a:ln>
            <a:noFill/>
          </a:ln>
        </p:spPr>
      </p:pic>
      <p:sp>
        <p:nvSpPr>
          <p:cNvPr id="73" name="Google Shape;73;p257"/>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rgbClr val="DE3075"/>
              </a:buClr>
              <a:buSzPts val="2800"/>
              <a:buFont typeface="Franklin Gothic"/>
              <a:buChar char="»"/>
              <a:defRPr i="0" sz="2400" u="none" cap="none" strike="noStrike">
                <a:solidFill>
                  <a:srgbClr val="818990"/>
                </a:solidFill>
                <a:latin typeface="Calibri"/>
                <a:ea typeface="Calibri"/>
                <a:cs typeface="Calibri"/>
                <a:sym typeface="Calibri"/>
              </a:defRPr>
            </a:lvl1pPr>
            <a:lvl2pPr indent="-381000" lvl="1" marL="914400" marR="0" algn="l">
              <a:lnSpc>
                <a:spcPct val="90000"/>
              </a:lnSpc>
              <a:spcBef>
                <a:spcPts val="500"/>
              </a:spcBef>
              <a:spcAft>
                <a:spcPts val="0"/>
              </a:spcAft>
              <a:buClr>
                <a:schemeClr val="accent2"/>
              </a:buClr>
              <a:buSzPts val="2400"/>
              <a:buFont typeface="Franklin Gothic"/>
              <a:buChar char="•"/>
              <a:defRPr i="0" sz="2000" u="none" cap="none" strike="noStrike">
                <a:solidFill>
                  <a:srgbClr val="818990"/>
                </a:solidFill>
                <a:latin typeface="Franklin Gothic"/>
                <a:ea typeface="Franklin Gothic"/>
                <a:cs typeface="Franklin Gothic"/>
                <a:sym typeface="Franklin Gothic"/>
              </a:defRPr>
            </a:lvl2pPr>
            <a:lvl3pPr indent="-342900" lvl="2" marL="1371600" marR="0" algn="l">
              <a:lnSpc>
                <a:spcPct val="90000"/>
              </a:lnSpc>
              <a:spcBef>
                <a:spcPts val="500"/>
              </a:spcBef>
              <a:spcAft>
                <a:spcPts val="0"/>
              </a:spcAft>
              <a:buClr>
                <a:schemeClr val="dk2"/>
              </a:buClr>
              <a:buSzPts val="1800"/>
              <a:buFont typeface="Franklin Gothic"/>
              <a:buChar char="○"/>
              <a:defRPr i="0" sz="1800" u="none" cap="none" strike="noStrike">
                <a:solidFill>
                  <a:schemeClr val="dk2"/>
                </a:solidFill>
                <a:latin typeface="Franklin Gothic"/>
                <a:ea typeface="Franklin Gothic"/>
                <a:cs typeface="Franklin Gothic"/>
                <a:sym typeface="Franklin Gothic"/>
              </a:defRPr>
            </a:lvl3pPr>
            <a:lvl4pPr indent="-330200" lvl="3" marL="1828800" marR="0" algn="l">
              <a:lnSpc>
                <a:spcPct val="90000"/>
              </a:lnSpc>
              <a:spcBef>
                <a:spcPts val="5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4pPr>
            <a:lvl5pPr indent="-317500" lvl="4" marL="2286000" marR="0" algn="l">
              <a:lnSpc>
                <a:spcPct val="90000"/>
              </a:lnSpc>
              <a:spcBef>
                <a:spcPts val="500"/>
              </a:spcBef>
              <a:spcAft>
                <a:spcPts val="0"/>
              </a:spcAft>
              <a:buClr>
                <a:schemeClr val="dk2"/>
              </a:buClr>
              <a:buSzPts val="1400"/>
              <a:buFont typeface="Franklin Gothic"/>
              <a:buChar char="•"/>
              <a:defRPr i="0" u="none" cap="none" strike="noStrike">
                <a:solidFill>
                  <a:schemeClr val="dk2"/>
                </a:solidFill>
                <a:latin typeface="Franklin Gothic"/>
                <a:ea typeface="Franklin Gothic"/>
                <a:cs typeface="Franklin Gothic"/>
                <a:sym typeface="Franklin Gothic"/>
              </a:defRPr>
            </a:lvl5pPr>
            <a:lvl6pPr indent="-304800" lvl="5" marL="2743200" marR="0" algn="l">
              <a:lnSpc>
                <a:spcPct val="90000"/>
              </a:lnSpc>
              <a:spcBef>
                <a:spcPts val="5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6pPr>
            <a:lvl7pPr indent="-292100" lvl="6" marL="3200400" marR="0" algn="l">
              <a:lnSpc>
                <a:spcPct val="90000"/>
              </a:lnSpc>
              <a:spcBef>
                <a:spcPts val="500"/>
              </a:spcBef>
              <a:spcAft>
                <a:spcPts val="0"/>
              </a:spcAft>
              <a:buClr>
                <a:schemeClr val="dk2"/>
              </a:buClr>
              <a:buSzPts val="1000"/>
              <a:buFont typeface="Franklin Gothic"/>
              <a:buChar char="•"/>
              <a:defRPr i="0" sz="1000" u="none" cap="none" strike="noStrike">
                <a:solidFill>
                  <a:schemeClr val="dk2"/>
                </a:solidFill>
                <a:latin typeface="Franklin Gothic"/>
                <a:ea typeface="Franklin Gothic"/>
                <a:cs typeface="Franklin Gothic"/>
                <a:sym typeface="Franklin Gothic"/>
              </a:defRPr>
            </a:lvl7pPr>
            <a:lvl8pPr indent="-279400" lvl="7" marL="3657600" marR="0" algn="l">
              <a:lnSpc>
                <a:spcPct val="90000"/>
              </a:lnSpc>
              <a:spcBef>
                <a:spcPts val="500"/>
              </a:spcBef>
              <a:spcAft>
                <a:spcPts val="0"/>
              </a:spcAft>
              <a:buClr>
                <a:schemeClr val="dk2"/>
              </a:buClr>
              <a:buSzPts val="800"/>
              <a:buFont typeface="Franklin Gothic"/>
              <a:buChar char="•"/>
              <a:defRPr i="0" sz="800" u="none" cap="none" strike="noStrike">
                <a:solidFill>
                  <a:schemeClr val="dk2"/>
                </a:solidFill>
                <a:latin typeface="Franklin Gothic"/>
                <a:ea typeface="Franklin Gothic"/>
                <a:cs typeface="Franklin Gothic"/>
                <a:sym typeface="Franklin Gothic"/>
              </a:defRPr>
            </a:lvl8pPr>
            <a:lvl9pPr indent="-266700" lvl="8" marL="4114800" marR="0" algn="l">
              <a:lnSpc>
                <a:spcPct val="90000"/>
              </a:lnSpc>
              <a:spcBef>
                <a:spcPts val="500"/>
              </a:spcBef>
              <a:spcAft>
                <a:spcPts val="0"/>
              </a:spcAft>
              <a:buClr>
                <a:schemeClr val="dk2"/>
              </a:buClr>
              <a:buSzPts val="600"/>
              <a:buFont typeface="Franklin Gothic"/>
              <a:buChar char="•"/>
              <a:defRPr i="0" sz="600" u="none" cap="none" strike="noStrike">
                <a:solidFill>
                  <a:schemeClr val="dk2"/>
                </a:solidFill>
                <a:latin typeface="Franklin Gothic"/>
                <a:ea typeface="Franklin Gothic"/>
                <a:cs typeface="Franklin Gothic"/>
                <a:sym typeface="Franklin Gothic"/>
              </a:defRPr>
            </a:lvl9pPr>
          </a:lstStyle>
          <a:p/>
        </p:txBody>
      </p:sp>
      <p:sp>
        <p:nvSpPr>
          <p:cNvPr id="74" name="Google Shape;74;p257"/>
          <p:cNvSpPr txBox="1"/>
          <p:nvPr/>
        </p:nvSpPr>
        <p:spPr>
          <a:xfrm>
            <a:off x="6915150" y="6356351"/>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
  <p:cSld name="Encabezado de sección 1">
    <p:bg>
      <p:bgPr>
        <a:solidFill>
          <a:schemeClr val="dk2"/>
        </a:solidFill>
      </p:bgPr>
    </p:bg>
    <p:spTree>
      <p:nvGrpSpPr>
        <p:cNvPr id="75" name="Shape 75"/>
        <p:cNvGrpSpPr/>
        <p:nvPr/>
      </p:nvGrpSpPr>
      <p:grpSpPr>
        <a:xfrm>
          <a:off x="0" y="0"/>
          <a:ext cx="0" cy="0"/>
          <a:chOff x="0" y="0"/>
          <a:chExt cx="0" cy="0"/>
        </a:xfrm>
      </p:grpSpPr>
      <p:pic>
        <p:nvPicPr>
          <p:cNvPr id="76" name="Google Shape;76;p258"/>
          <p:cNvPicPr preferRelativeResize="0"/>
          <p:nvPr/>
        </p:nvPicPr>
        <p:blipFill rotWithShape="1">
          <a:blip r:embed="rId2">
            <a:alphaModFix/>
          </a:blip>
          <a:srcRect b="0" l="0" r="0" t="0"/>
          <a:stretch/>
        </p:blipFill>
        <p:spPr>
          <a:xfrm>
            <a:off x="5177307" y="186298"/>
            <a:ext cx="3812148" cy="601304"/>
          </a:xfrm>
          <a:prstGeom prst="rect">
            <a:avLst/>
          </a:prstGeom>
          <a:noFill/>
          <a:ln>
            <a:noFill/>
          </a:ln>
        </p:spPr>
      </p:pic>
      <p:grpSp>
        <p:nvGrpSpPr>
          <p:cNvPr id="77" name="Google Shape;77;p258"/>
          <p:cNvGrpSpPr/>
          <p:nvPr/>
        </p:nvGrpSpPr>
        <p:grpSpPr>
          <a:xfrm>
            <a:off x="0" y="-124"/>
            <a:ext cx="4853665" cy="5740374"/>
            <a:chOff x="0" y="-126"/>
            <a:chExt cx="4554438" cy="5386482"/>
          </a:xfrm>
        </p:grpSpPr>
        <p:sp>
          <p:nvSpPr>
            <p:cNvPr id="78" name="Google Shape;78;p258"/>
            <p:cNvSpPr/>
            <p:nvPr/>
          </p:nvSpPr>
          <p:spPr>
            <a:xfrm flipH="1" rot="10800000">
              <a:off x="0" y="-126"/>
              <a:ext cx="4554438" cy="5386482"/>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Una caricatura de una ciudad&#10;&#10;Descripción generada automáticamente" id="79" name="Google Shape;79;p258"/>
            <p:cNvPicPr preferRelativeResize="0"/>
            <p:nvPr/>
          </p:nvPicPr>
          <p:blipFill rotWithShape="1">
            <a:blip r:embed="rId3">
              <a:alphaModFix/>
            </a:blip>
            <a:srcRect b="0" l="9870" r="6482" t="0"/>
            <a:stretch/>
          </p:blipFill>
          <p:spPr>
            <a:xfrm>
              <a:off x="1" y="-1"/>
              <a:ext cx="4423169" cy="5247982"/>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80" name="Google Shape;80;p258"/>
          <p:cNvSpPr txBox="1"/>
          <p:nvPr>
            <p:ph type="title"/>
          </p:nvPr>
        </p:nvSpPr>
        <p:spPr>
          <a:xfrm>
            <a:off x="3004575" y="3476150"/>
            <a:ext cx="5995800" cy="1603200"/>
          </a:xfrm>
          <a:prstGeom prst="rect">
            <a:avLst/>
          </a:prstGeom>
          <a:solidFill>
            <a:srgbClr val="DE3075">
              <a:alpha val="63529"/>
            </a:srgbClr>
          </a:solid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5400">
                <a:latin typeface="Calibri"/>
                <a:ea typeface="Calibri"/>
                <a:cs typeface="Calibri"/>
                <a:sym typeface="Calibri"/>
              </a:defRPr>
            </a:lvl1pPr>
            <a:lvl2pPr lvl="1" algn="r">
              <a:lnSpc>
                <a:spcPct val="100000"/>
              </a:lnSpc>
              <a:spcBef>
                <a:spcPts val="0"/>
              </a:spcBef>
              <a:spcAft>
                <a:spcPts val="0"/>
              </a:spcAft>
              <a:buSzPts val="1400"/>
              <a:buNone/>
              <a:defRPr sz="5400"/>
            </a:lvl2pPr>
            <a:lvl3pPr lvl="2" algn="r">
              <a:lnSpc>
                <a:spcPct val="100000"/>
              </a:lnSpc>
              <a:spcBef>
                <a:spcPts val="0"/>
              </a:spcBef>
              <a:spcAft>
                <a:spcPts val="0"/>
              </a:spcAft>
              <a:buSzPts val="1400"/>
              <a:buNone/>
              <a:defRPr sz="5400"/>
            </a:lvl3pPr>
            <a:lvl4pPr lvl="3" algn="r">
              <a:lnSpc>
                <a:spcPct val="100000"/>
              </a:lnSpc>
              <a:spcBef>
                <a:spcPts val="0"/>
              </a:spcBef>
              <a:spcAft>
                <a:spcPts val="0"/>
              </a:spcAft>
              <a:buSzPts val="1400"/>
              <a:buNone/>
              <a:defRPr sz="5400"/>
            </a:lvl4pPr>
            <a:lvl5pPr lvl="4" algn="r">
              <a:lnSpc>
                <a:spcPct val="100000"/>
              </a:lnSpc>
              <a:spcBef>
                <a:spcPts val="0"/>
              </a:spcBef>
              <a:spcAft>
                <a:spcPts val="0"/>
              </a:spcAft>
              <a:buSzPts val="1400"/>
              <a:buNone/>
              <a:defRPr sz="5400"/>
            </a:lvl5pPr>
            <a:lvl6pPr lvl="5" algn="r">
              <a:lnSpc>
                <a:spcPct val="100000"/>
              </a:lnSpc>
              <a:spcBef>
                <a:spcPts val="0"/>
              </a:spcBef>
              <a:spcAft>
                <a:spcPts val="0"/>
              </a:spcAft>
              <a:buSzPts val="1400"/>
              <a:buNone/>
              <a:defRPr sz="5400"/>
            </a:lvl6pPr>
            <a:lvl7pPr lvl="6" algn="r">
              <a:lnSpc>
                <a:spcPct val="100000"/>
              </a:lnSpc>
              <a:spcBef>
                <a:spcPts val="0"/>
              </a:spcBef>
              <a:spcAft>
                <a:spcPts val="0"/>
              </a:spcAft>
              <a:buSzPts val="1400"/>
              <a:buNone/>
              <a:defRPr sz="5400"/>
            </a:lvl7pPr>
            <a:lvl8pPr lvl="7" algn="r">
              <a:lnSpc>
                <a:spcPct val="100000"/>
              </a:lnSpc>
              <a:spcBef>
                <a:spcPts val="0"/>
              </a:spcBef>
              <a:spcAft>
                <a:spcPts val="0"/>
              </a:spcAft>
              <a:buSzPts val="1400"/>
              <a:buNone/>
              <a:defRPr sz="5400"/>
            </a:lvl8pPr>
            <a:lvl9pPr lvl="8" algn="r">
              <a:lnSpc>
                <a:spcPct val="100000"/>
              </a:lnSpc>
              <a:spcBef>
                <a:spcPts val="0"/>
              </a:spcBef>
              <a:spcAft>
                <a:spcPts val="0"/>
              </a:spcAft>
              <a:buSzPts val="1400"/>
              <a:buNone/>
              <a:defRPr sz="5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3">
  <p:cSld name="Encabezado de sección 3">
    <p:bg>
      <p:bgPr>
        <a:solidFill>
          <a:schemeClr val="accent2"/>
        </a:solidFill>
      </p:bgPr>
    </p:bg>
    <p:spTree>
      <p:nvGrpSpPr>
        <p:cNvPr id="81" name="Shape 81"/>
        <p:cNvGrpSpPr/>
        <p:nvPr/>
      </p:nvGrpSpPr>
      <p:grpSpPr>
        <a:xfrm>
          <a:off x="0" y="0"/>
          <a:ext cx="0" cy="0"/>
          <a:chOff x="0" y="0"/>
          <a:chExt cx="0" cy="0"/>
        </a:xfrm>
      </p:grpSpPr>
      <p:sp>
        <p:nvSpPr>
          <p:cNvPr id="82" name="Google Shape;82;p259"/>
          <p:cNvSpPr/>
          <p:nvPr/>
        </p:nvSpPr>
        <p:spPr>
          <a:xfrm flipH="1" rot="10800000">
            <a:off x="0" y="3085"/>
            <a:ext cx="4850881" cy="5737081"/>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id="83" name="Google Shape;83;p259"/>
          <p:cNvPicPr preferRelativeResize="0"/>
          <p:nvPr/>
        </p:nvPicPr>
        <p:blipFill rotWithShape="1">
          <a:blip r:embed="rId2">
            <a:alphaModFix/>
          </a:blip>
          <a:srcRect b="0" l="0" r="0" t="0"/>
          <a:stretch/>
        </p:blipFill>
        <p:spPr>
          <a:xfrm>
            <a:off x="5177307" y="186298"/>
            <a:ext cx="3812148" cy="601304"/>
          </a:xfrm>
          <a:prstGeom prst="rect">
            <a:avLst/>
          </a:prstGeom>
          <a:noFill/>
          <a:ln>
            <a:noFill/>
          </a:ln>
        </p:spPr>
      </p:pic>
      <p:pic>
        <p:nvPicPr>
          <p:cNvPr descr="Una caricatura de una ciudad&#10;&#10;Descripción generada automáticamente" id="84" name="Google Shape;84;p259"/>
          <p:cNvPicPr preferRelativeResize="0"/>
          <p:nvPr/>
        </p:nvPicPr>
        <p:blipFill rotWithShape="1">
          <a:blip r:embed="rId3">
            <a:alphaModFix/>
          </a:blip>
          <a:srcRect b="0" l="9870" r="6482" t="0"/>
          <a:stretch/>
        </p:blipFill>
        <p:spPr>
          <a:xfrm>
            <a:off x="1" y="10"/>
            <a:ext cx="4711067" cy="5589566"/>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85" name="Google Shape;85;p259"/>
          <p:cNvSpPr txBox="1"/>
          <p:nvPr>
            <p:ph type="title"/>
          </p:nvPr>
        </p:nvSpPr>
        <p:spPr>
          <a:xfrm>
            <a:off x="3004575" y="3476150"/>
            <a:ext cx="5995800" cy="1603200"/>
          </a:xfrm>
          <a:prstGeom prst="rect">
            <a:avLst/>
          </a:prstGeom>
          <a:solidFill>
            <a:srgbClr val="898B90">
              <a:alpha val="67843"/>
            </a:srgbClr>
          </a:solid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5400">
                <a:latin typeface="Calibri"/>
                <a:ea typeface="Calibri"/>
                <a:cs typeface="Calibri"/>
                <a:sym typeface="Calibri"/>
              </a:defRPr>
            </a:lvl1pPr>
            <a:lvl2pPr lvl="1" algn="r">
              <a:lnSpc>
                <a:spcPct val="100000"/>
              </a:lnSpc>
              <a:spcBef>
                <a:spcPts val="0"/>
              </a:spcBef>
              <a:spcAft>
                <a:spcPts val="0"/>
              </a:spcAft>
              <a:buSzPts val="1400"/>
              <a:buNone/>
              <a:defRPr sz="5400"/>
            </a:lvl2pPr>
            <a:lvl3pPr lvl="2" algn="r">
              <a:lnSpc>
                <a:spcPct val="100000"/>
              </a:lnSpc>
              <a:spcBef>
                <a:spcPts val="0"/>
              </a:spcBef>
              <a:spcAft>
                <a:spcPts val="0"/>
              </a:spcAft>
              <a:buSzPts val="1400"/>
              <a:buNone/>
              <a:defRPr sz="5400"/>
            </a:lvl3pPr>
            <a:lvl4pPr lvl="3" algn="r">
              <a:lnSpc>
                <a:spcPct val="100000"/>
              </a:lnSpc>
              <a:spcBef>
                <a:spcPts val="0"/>
              </a:spcBef>
              <a:spcAft>
                <a:spcPts val="0"/>
              </a:spcAft>
              <a:buSzPts val="1400"/>
              <a:buNone/>
              <a:defRPr sz="5400"/>
            </a:lvl4pPr>
            <a:lvl5pPr lvl="4" algn="r">
              <a:lnSpc>
                <a:spcPct val="100000"/>
              </a:lnSpc>
              <a:spcBef>
                <a:spcPts val="0"/>
              </a:spcBef>
              <a:spcAft>
                <a:spcPts val="0"/>
              </a:spcAft>
              <a:buSzPts val="1400"/>
              <a:buNone/>
              <a:defRPr sz="5400"/>
            </a:lvl5pPr>
            <a:lvl6pPr lvl="5" algn="r">
              <a:lnSpc>
                <a:spcPct val="100000"/>
              </a:lnSpc>
              <a:spcBef>
                <a:spcPts val="0"/>
              </a:spcBef>
              <a:spcAft>
                <a:spcPts val="0"/>
              </a:spcAft>
              <a:buSzPts val="1400"/>
              <a:buNone/>
              <a:defRPr sz="5400"/>
            </a:lvl6pPr>
            <a:lvl7pPr lvl="6" algn="r">
              <a:lnSpc>
                <a:spcPct val="100000"/>
              </a:lnSpc>
              <a:spcBef>
                <a:spcPts val="0"/>
              </a:spcBef>
              <a:spcAft>
                <a:spcPts val="0"/>
              </a:spcAft>
              <a:buSzPts val="1400"/>
              <a:buNone/>
              <a:defRPr sz="5400"/>
            </a:lvl7pPr>
            <a:lvl8pPr lvl="7" algn="r">
              <a:lnSpc>
                <a:spcPct val="100000"/>
              </a:lnSpc>
              <a:spcBef>
                <a:spcPts val="0"/>
              </a:spcBef>
              <a:spcAft>
                <a:spcPts val="0"/>
              </a:spcAft>
              <a:buSzPts val="1400"/>
              <a:buNone/>
              <a:defRPr sz="5400"/>
            </a:lvl8pPr>
            <a:lvl9pPr lvl="8" algn="r">
              <a:lnSpc>
                <a:spcPct val="100000"/>
              </a:lnSpc>
              <a:spcBef>
                <a:spcPts val="0"/>
              </a:spcBef>
              <a:spcAft>
                <a:spcPts val="0"/>
              </a:spcAft>
              <a:buSzPts val="1400"/>
              <a:buNone/>
              <a:defRPr sz="54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3">
  <p:cSld name="Título y objetos 3">
    <p:spTree>
      <p:nvGrpSpPr>
        <p:cNvPr id="86" name="Shape 86"/>
        <p:cNvGrpSpPr/>
        <p:nvPr/>
      </p:nvGrpSpPr>
      <p:grpSpPr>
        <a:xfrm>
          <a:off x="0" y="0"/>
          <a:ext cx="0" cy="0"/>
          <a:chOff x="0" y="0"/>
          <a:chExt cx="0" cy="0"/>
        </a:xfrm>
      </p:grpSpPr>
      <p:sp>
        <p:nvSpPr>
          <p:cNvPr id="87" name="Google Shape;87;p260"/>
          <p:cNvSpPr/>
          <p:nvPr/>
        </p:nvSpPr>
        <p:spPr>
          <a:xfrm>
            <a:off x="770850" y="212725"/>
            <a:ext cx="903600" cy="813000"/>
          </a:xfrm>
          <a:prstGeom prst="parallelogram">
            <a:avLst>
              <a:gd fmla="val 45310" name="adj"/>
            </a:avLst>
          </a:prstGeom>
          <a:solidFill>
            <a:srgbClr val="7027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60"/>
          <p:cNvSpPr/>
          <p:nvPr/>
        </p:nvSpPr>
        <p:spPr>
          <a:xfrm>
            <a:off x="146422" y="212725"/>
            <a:ext cx="903600" cy="813000"/>
          </a:xfrm>
          <a:prstGeom prst="parallelogram">
            <a:avLst>
              <a:gd fmla="val 45310" name="adj"/>
            </a:avLst>
          </a:prstGeom>
          <a:gradFill>
            <a:gsLst>
              <a:gs pos="0">
                <a:srgbClr val="FFFFFF"/>
              </a:gs>
              <a:gs pos="65000">
                <a:schemeClr val="accent2"/>
              </a:gs>
              <a:gs pos="100000">
                <a:schemeClr val="accent2"/>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260"/>
          <p:cNvPicPr preferRelativeResize="0"/>
          <p:nvPr/>
        </p:nvPicPr>
        <p:blipFill rotWithShape="1">
          <a:blip r:embed="rId2">
            <a:alphaModFix/>
          </a:blip>
          <a:srcRect b="0" l="0" r="0" t="0"/>
          <a:stretch/>
        </p:blipFill>
        <p:spPr>
          <a:xfrm>
            <a:off x="6179349" y="389413"/>
            <a:ext cx="2746703" cy="459625"/>
          </a:xfrm>
          <a:prstGeom prst="rect">
            <a:avLst/>
          </a:prstGeom>
          <a:noFill/>
          <a:ln>
            <a:noFill/>
          </a:ln>
        </p:spPr>
      </p:pic>
      <p:sp>
        <p:nvSpPr>
          <p:cNvPr id="90" name="Google Shape;90;p260"/>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rgbClr val="DE3075"/>
              </a:buClr>
              <a:buSzPts val="2800"/>
              <a:buFont typeface="Franklin Gothic"/>
              <a:buChar char="»"/>
              <a:defRPr i="0" sz="2400" u="none" cap="none" strike="noStrike">
                <a:solidFill>
                  <a:srgbClr val="818990"/>
                </a:solidFill>
                <a:latin typeface="Calibri"/>
                <a:ea typeface="Calibri"/>
                <a:cs typeface="Calibri"/>
                <a:sym typeface="Calibri"/>
              </a:defRPr>
            </a:lvl1pPr>
            <a:lvl2pPr indent="-381000" lvl="1" marL="914400" marR="0" algn="l">
              <a:lnSpc>
                <a:spcPct val="90000"/>
              </a:lnSpc>
              <a:spcBef>
                <a:spcPts val="500"/>
              </a:spcBef>
              <a:spcAft>
                <a:spcPts val="0"/>
              </a:spcAft>
              <a:buClr>
                <a:schemeClr val="accent2"/>
              </a:buClr>
              <a:buSzPts val="2400"/>
              <a:buFont typeface="Franklin Gothic"/>
              <a:buChar char="•"/>
              <a:defRPr i="0" sz="2000" u="none" cap="none" strike="noStrike">
                <a:solidFill>
                  <a:srgbClr val="818990"/>
                </a:solidFill>
                <a:latin typeface="Franklin Gothic"/>
                <a:ea typeface="Franklin Gothic"/>
                <a:cs typeface="Franklin Gothic"/>
                <a:sym typeface="Franklin Gothic"/>
              </a:defRPr>
            </a:lvl2pPr>
            <a:lvl3pPr indent="-342900" lvl="2" marL="1371600" marR="0" algn="l">
              <a:lnSpc>
                <a:spcPct val="90000"/>
              </a:lnSpc>
              <a:spcBef>
                <a:spcPts val="500"/>
              </a:spcBef>
              <a:spcAft>
                <a:spcPts val="0"/>
              </a:spcAft>
              <a:buClr>
                <a:schemeClr val="dk2"/>
              </a:buClr>
              <a:buSzPts val="1800"/>
              <a:buFont typeface="Franklin Gothic"/>
              <a:buChar char="○"/>
              <a:defRPr i="0" sz="1800" u="none" cap="none" strike="noStrike">
                <a:solidFill>
                  <a:schemeClr val="dk2"/>
                </a:solidFill>
                <a:latin typeface="Franklin Gothic"/>
                <a:ea typeface="Franklin Gothic"/>
                <a:cs typeface="Franklin Gothic"/>
                <a:sym typeface="Franklin Gothic"/>
              </a:defRPr>
            </a:lvl3pPr>
            <a:lvl4pPr indent="-330200" lvl="3" marL="1828800" marR="0" algn="l">
              <a:lnSpc>
                <a:spcPct val="90000"/>
              </a:lnSpc>
              <a:spcBef>
                <a:spcPts val="5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4pPr>
            <a:lvl5pPr indent="-317500" lvl="4" marL="2286000" marR="0" algn="l">
              <a:lnSpc>
                <a:spcPct val="90000"/>
              </a:lnSpc>
              <a:spcBef>
                <a:spcPts val="500"/>
              </a:spcBef>
              <a:spcAft>
                <a:spcPts val="0"/>
              </a:spcAft>
              <a:buClr>
                <a:schemeClr val="dk2"/>
              </a:buClr>
              <a:buSzPts val="1400"/>
              <a:buFont typeface="Franklin Gothic"/>
              <a:buChar char="•"/>
              <a:defRPr i="0" u="none" cap="none" strike="noStrike">
                <a:solidFill>
                  <a:schemeClr val="dk2"/>
                </a:solidFill>
                <a:latin typeface="Franklin Gothic"/>
                <a:ea typeface="Franklin Gothic"/>
                <a:cs typeface="Franklin Gothic"/>
                <a:sym typeface="Franklin Gothic"/>
              </a:defRPr>
            </a:lvl5pPr>
            <a:lvl6pPr indent="-304800" lvl="5" marL="2743200" marR="0" algn="l">
              <a:lnSpc>
                <a:spcPct val="90000"/>
              </a:lnSpc>
              <a:spcBef>
                <a:spcPts val="5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6pPr>
            <a:lvl7pPr indent="-292100" lvl="6" marL="3200400" marR="0" algn="l">
              <a:lnSpc>
                <a:spcPct val="90000"/>
              </a:lnSpc>
              <a:spcBef>
                <a:spcPts val="500"/>
              </a:spcBef>
              <a:spcAft>
                <a:spcPts val="0"/>
              </a:spcAft>
              <a:buClr>
                <a:schemeClr val="dk2"/>
              </a:buClr>
              <a:buSzPts val="1000"/>
              <a:buFont typeface="Franklin Gothic"/>
              <a:buChar char="•"/>
              <a:defRPr i="0" sz="1000" u="none" cap="none" strike="noStrike">
                <a:solidFill>
                  <a:schemeClr val="dk2"/>
                </a:solidFill>
                <a:latin typeface="Franklin Gothic"/>
                <a:ea typeface="Franklin Gothic"/>
                <a:cs typeface="Franklin Gothic"/>
                <a:sym typeface="Franklin Gothic"/>
              </a:defRPr>
            </a:lvl7pPr>
            <a:lvl8pPr indent="-279400" lvl="7" marL="3657600" marR="0" algn="l">
              <a:lnSpc>
                <a:spcPct val="90000"/>
              </a:lnSpc>
              <a:spcBef>
                <a:spcPts val="500"/>
              </a:spcBef>
              <a:spcAft>
                <a:spcPts val="0"/>
              </a:spcAft>
              <a:buClr>
                <a:schemeClr val="dk2"/>
              </a:buClr>
              <a:buSzPts val="800"/>
              <a:buFont typeface="Franklin Gothic"/>
              <a:buChar char="•"/>
              <a:defRPr i="0" sz="800" u="none" cap="none" strike="noStrike">
                <a:solidFill>
                  <a:schemeClr val="dk2"/>
                </a:solidFill>
                <a:latin typeface="Franklin Gothic"/>
                <a:ea typeface="Franklin Gothic"/>
                <a:cs typeface="Franklin Gothic"/>
                <a:sym typeface="Franklin Gothic"/>
              </a:defRPr>
            </a:lvl8pPr>
            <a:lvl9pPr indent="-266700" lvl="8" marL="4114800" marR="0" algn="l">
              <a:lnSpc>
                <a:spcPct val="90000"/>
              </a:lnSpc>
              <a:spcBef>
                <a:spcPts val="500"/>
              </a:spcBef>
              <a:spcAft>
                <a:spcPts val="0"/>
              </a:spcAft>
              <a:buClr>
                <a:schemeClr val="dk2"/>
              </a:buClr>
              <a:buSzPts val="600"/>
              <a:buFont typeface="Franklin Gothic"/>
              <a:buChar char="•"/>
              <a:defRPr i="0" sz="600" u="none" cap="none" strike="noStrike">
                <a:solidFill>
                  <a:schemeClr val="dk2"/>
                </a:solidFill>
                <a:latin typeface="Franklin Gothic"/>
                <a:ea typeface="Franklin Gothic"/>
                <a:cs typeface="Franklin Gothic"/>
                <a:sym typeface="Franklin Gothic"/>
              </a:defRPr>
            </a:lvl9pPr>
          </a:lstStyle>
          <a:p/>
        </p:txBody>
      </p:sp>
      <p:sp>
        <p:nvSpPr>
          <p:cNvPr id="91" name="Google Shape;91;p260"/>
          <p:cNvSpPr/>
          <p:nvPr/>
        </p:nvSpPr>
        <p:spPr>
          <a:xfrm>
            <a:off x="1372975" y="212725"/>
            <a:ext cx="4806374"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92" name="Google Shape;92;p260"/>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3" name="Google Shape;93;p260"/>
          <p:cNvSpPr txBox="1"/>
          <p:nvPr/>
        </p:nvSpPr>
        <p:spPr>
          <a:xfrm>
            <a:off x="6915150" y="6356351"/>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2">
  <p:cSld name="Encabezado de sección 2">
    <p:bg>
      <p:bgPr>
        <a:solidFill>
          <a:schemeClr val="accent1"/>
        </a:solidFill>
      </p:bgPr>
    </p:bg>
    <p:spTree>
      <p:nvGrpSpPr>
        <p:cNvPr id="94" name="Shape 94"/>
        <p:cNvGrpSpPr/>
        <p:nvPr/>
      </p:nvGrpSpPr>
      <p:grpSpPr>
        <a:xfrm>
          <a:off x="0" y="0"/>
          <a:ext cx="0" cy="0"/>
          <a:chOff x="0" y="0"/>
          <a:chExt cx="0" cy="0"/>
        </a:xfrm>
      </p:grpSpPr>
      <p:grpSp>
        <p:nvGrpSpPr>
          <p:cNvPr id="95" name="Google Shape;95;p261"/>
          <p:cNvGrpSpPr/>
          <p:nvPr/>
        </p:nvGrpSpPr>
        <p:grpSpPr>
          <a:xfrm>
            <a:off x="0" y="-124"/>
            <a:ext cx="4853665" cy="5740374"/>
            <a:chOff x="0" y="-126"/>
            <a:chExt cx="4554438" cy="5386482"/>
          </a:xfrm>
        </p:grpSpPr>
        <p:sp>
          <p:nvSpPr>
            <p:cNvPr id="96" name="Google Shape;96;p261"/>
            <p:cNvSpPr/>
            <p:nvPr/>
          </p:nvSpPr>
          <p:spPr>
            <a:xfrm flipH="1" rot="10800000">
              <a:off x="0" y="-126"/>
              <a:ext cx="4554438" cy="5386482"/>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Imagen que contiene persona, foto, hombre, mujer&#10;&#10;Descripción generada automáticamente" id="97" name="Google Shape;97;p261"/>
            <p:cNvPicPr preferRelativeResize="0"/>
            <p:nvPr/>
          </p:nvPicPr>
          <p:blipFill rotWithShape="1">
            <a:blip r:embed="rId2">
              <a:alphaModFix/>
            </a:blip>
            <a:srcRect b="0" l="0" r="16350" t="0"/>
            <a:stretch/>
          </p:blipFill>
          <p:spPr>
            <a:xfrm>
              <a:off x="1" y="-1"/>
              <a:ext cx="4423169" cy="5247982"/>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98" name="Google Shape;98;p261"/>
          <p:cNvSpPr txBox="1"/>
          <p:nvPr>
            <p:ph type="title"/>
          </p:nvPr>
        </p:nvSpPr>
        <p:spPr>
          <a:xfrm>
            <a:off x="3004575" y="3476150"/>
            <a:ext cx="5995800" cy="1603200"/>
          </a:xfrm>
          <a:prstGeom prst="rect">
            <a:avLst/>
          </a:prstGeom>
          <a:solidFill>
            <a:srgbClr val="898B90">
              <a:alpha val="67843"/>
            </a:srgbClr>
          </a:solid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5400">
                <a:latin typeface="Calibri"/>
                <a:ea typeface="Calibri"/>
                <a:cs typeface="Calibri"/>
                <a:sym typeface="Calibri"/>
              </a:defRPr>
            </a:lvl1pPr>
            <a:lvl2pPr lvl="1" algn="r">
              <a:lnSpc>
                <a:spcPct val="100000"/>
              </a:lnSpc>
              <a:spcBef>
                <a:spcPts val="0"/>
              </a:spcBef>
              <a:spcAft>
                <a:spcPts val="0"/>
              </a:spcAft>
              <a:buSzPts val="1400"/>
              <a:buNone/>
              <a:defRPr sz="5400"/>
            </a:lvl2pPr>
            <a:lvl3pPr lvl="2" algn="r">
              <a:lnSpc>
                <a:spcPct val="100000"/>
              </a:lnSpc>
              <a:spcBef>
                <a:spcPts val="0"/>
              </a:spcBef>
              <a:spcAft>
                <a:spcPts val="0"/>
              </a:spcAft>
              <a:buSzPts val="1400"/>
              <a:buNone/>
              <a:defRPr sz="5400"/>
            </a:lvl3pPr>
            <a:lvl4pPr lvl="3" algn="r">
              <a:lnSpc>
                <a:spcPct val="100000"/>
              </a:lnSpc>
              <a:spcBef>
                <a:spcPts val="0"/>
              </a:spcBef>
              <a:spcAft>
                <a:spcPts val="0"/>
              </a:spcAft>
              <a:buSzPts val="1400"/>
              <a:buNone/>
              <a:defRPr sz="5400"/>
            </a:lvl4pPr>
            <a:lvl5pPr lvl="4" algn="r">
              <a:lnSpc>
                <a:spcPct val="100000"/>
              </a:lnSpc>
              <a:spcBef>
                <a:spcPts val="0"/>
              </a:spcBef>
              <a:spcAft>
                <a:spcPts val="0"/>
              </a:spcAft>
              <a:buSzPts val="1400"/>
              <a:buNone/>
              <a:defRPr sz="5400"/>
            </a:lvl5pPr>
            <a:lvl6pPr lvl="5" algn="r">
              <a:lnSpc>
                <a:spcPct val="100000"/>
              </a:lnSpc>
              <a:spcBef>
                <a:spcPts val="0"/>
              </a:spcBef>
              <a:spcAft>
                <a:spcPts val="0"/>
              </a:spcAft>
              <a:buSzPts val="1400"/>
              <a:buNone/>
              <a:defRPr sz="5400"/>
            </a:lvl6pPr>
            <a:lvl7pPr lvl="6" algn="r">
              <a:lnSpc>
                <a:spcPct val="100000"/>
              </a:lnSpc>
              <a:spcBef>
                <a:spcPts val="0"/>
              </a:spcBef>
              <a:spcAft>
                <a:spcPts val="0"/>
              </a:spcAft>
              <a:buSzPts val="1400"/>
              <a:buNone/>
              <a:defRPr sz="5400"/>
            </a:lvl7pPr>
            <a:lvl8pPr lvl="7" algn="r">
              <a:lnSpc>
                <a:spcPct val="100000"/>
              </a:lnSpc>
              <a:spcBef>
                <a:spcPts val="0"/>
              </a:spcBef>
              <a:spcAft>
                <a:spcPts val="0"/>
              </a:spcAft>
              <a:buSzPts val="1400"/>
              <a:buNone/>
              <a:defRPr sz="5400"/>
            </a:lvl8pPr>
            <a:lvl9pPr lvl="8" algn="r">
              <a:lnSpc>
                <a:spcPct val="100000"/>
              </a:lnSpc>
              <a:spcBef>
                <a:spcPts val="0"/>
              </a:spcBef>
              <a:spcAft>
                <a:spcPts val="0"/>
              </a:spcAft>
              <a:buSzPts val="1400"/>
              <a:buNone/>
              <a:defRPr sz="5400"/>
            </a:lvl9pPr>
          </a:lstStyle>
          <a:p/>
        </p:txBody>
      </p:sp>
      <p:pic>
        <p:nvPicPr>
          <p:cNvPr id="99" name="Google Shape;99;p261"/>
          <p:cNvPicPr preferRelativeResize="0"/>
          <p:nvPr/>
        </p:nvPicPr>
        <p:blipFill rotWithShape="1">
          <a:blip r:embed="rId3">
            <a:alphaModFix/>
          </a:blip>
          <a:srcRect b="0" l="0" r="0" t="0"/>
          <a:stretch/>
        </p:blipFill>
        <p:spPr>
          <a:xfrm>
            <a:off x="5177307" y="186298"/>
            <a:ext cx="3812148" cy="60130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p:cSld name="Título y objetos 2">
    <p:spTree>
      <p:nvGrpSpPr>
        <p:cNvPr id="100" name="Shape 100"/>
        <p:cNvGrpSpPr/>
        <p:nvPr/>
      </p:nvGrpSpPr>
      <p:grpSpPr>
        <a:xfrm>
          <a:off x="0" y="0"/>
          <a:ext cx="0" cy="0"/>
          <a:chOff x="0" y="0"/>
          <a:chExt cx="0" cy="0"/>
        </a:xfrm>
      </p:grpSpPr>
      <p:sp>
        <p:nvSpPr>
          <p:cNvPr id="101" name="Google Shape;101;p262"/>
          <p:cNvSpPr/>
          <p:nvPr/>
        </p:nvSpPr>
        <p:spPr>
          <a:xfrm>
            <a:off x="770850" y="212725"/>
            <a:ext cx="903600" cy="813000"/>
          </a:xfrm>
          <a:prstGeom prst="parallelogram">
            <a:avLst>
              <a:gd fmla="val 4531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62"/>
          <p:cNvSpPr/>
          <p:nvPr/>
        </p:nvSpPr>
        <p:spPr>
          <a:xfrm>
            <a:off x="146422" y="212725"/>
            <a:ext cx="903600" cy="813000"/>
          </a:xfrm>
          <a:prstGeom prst="parallelogram">
            <a:avLst>
              <a:gd fmla="val 45310" name="adj"/>
            </a:avLst>
          </a:prstGeom>
          <a:gradFill>
            <a:gsLst>
              <a:gs pos="0">
                <a:srgbClr val="FFFFFF"/>
              </a:gs>
              <a:gs pos="65000">
                <a:schemeClr val="accent1"/>
              </a:gs>
              <a:gs pos="100000">
                <a:schemeClr val="accen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3" name="Google Shape;103;p262"/>
          <p:cNvPicPr preferRelativeResize="0"/>
          <p:nvPr/>
        </p:nvPicPr>
        <p:blipFill rotWithShape="1">
          <a:blip r:embed="rId2">
            <a:alphaModFix/>
          </a:blip>
          <a:srcRect b="0" l="0" r="0" t="0"/>
          <a:stretch/>
        </p:blipFill>
        <p:spPr>
          <a:xfrm>
            <a:off x="6179349" y="389413"/>
            <a:ext cx="2746703" cy="459625"/>
          </a:xfrm>
          <a:prstGeom prst="rect">
            <a:avLst/>
          </a:prstGeom>
          <a:noFill/>
          <a:ln>
            <a:noFill/>
          </a:ln>
        </p:spPr>
      </p:pic>
      <p:sp>
        <p:nvSpPr>
          <p:cNvPr id="104" name="Google Shape;104;p262"/>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rgbClr val="DE3075"/>
              </a:buClr>
              <a:buSzPts val="2800"/>
              <a:buFont typeface="Franklin Gothic"/>
              <a:buChar char="»"/>
              <a:defRPr i="0" sz="2400" u="none" cap="none" strike="noStrike">
                <a:solidFill>
                  <a:srgbClr val="818990"/>
                </a:solidFill>
                <a:latin typeface="Calibri"/>
                <a:ea typeface="Calibri"/>
                <a:cs typeface="Calibri"/>
                <a:sym typeface="Calibri"/>
              </a:defRPr>
            </a:lvl1pPr>
            <a:lvl2pPr indent="-381000" lvl="1" marL="914400" marR="0" algn="l">
              <a:lnSpc>
                <a:spcPct val="90000"/>
              </a:lnSpc>
              <a:spcBef>
                <a:spcPts val="500"/>
              </a:spcBef>
              <a:spcAft>
                <a:spcPts val="0"/>
              </a:spcAft>
              <a:buClr>
                <a:schemeClr val="accent2"/>
              </a:buClr>
              <a:buSzPts val="2400"/>
              <a:buFont typeface="Franklin Gothic"/>
              <a:buChar char="•"/>
              <a:defRPr i="0" sz="2000" u="none" cap="none" strike="noStrike">
                <a:solidFill>
                  <a:srgbClr val="818990"/>
                </a:solidFill>
                <a:latin typeface="Franklin Gothic"/>
                <a:ea typeface="Franklin Gothic"/>
                <a:cs typeface="Franklin Gothic"/>
                <a:sym typeface="Franklin Gothic"/>
              </a:defRPr>
            </a:lvl2pPr>
            <a:lvl3pPr indent="-342900" lvl="2" marL="1371600" marR="0" algn="l">
              <a:lnSpc>
                <a:spcPct val="90000"/>
              </a:lnSpc>
              <a:spcBef>
                <a:spcPts val="500"/>
              </a:spcBef>
              <a:spcAft>
                <a:spcPts val="0"/>
              </a:spcAft>
              <a:buClr>
                <a:schemeClr val="dk2"/>
              </a:buClr>
              <a:buSzPts val="1800"/>
              <a:buFont typeface="Franklin Gothic"/>
              <a:buChar char="○"/>
              <a:defRPr i="0" sz="1800" u="none" cap="none" strike="noStrike">
                <a:solidFill>
                  <a:schemeClr val="dk2"/>
                </a:solidFill>
                <a:latin typeface="Franklin Gothic"/>
                <a:ea typeface="Franklin Gothic"/>
                <a:cs typeface="Franklin Gothic"/>
                <a:sym typeface="Franklin Gothic"/>
              </a:defRPr>
            </a:lvl3pPr>
            <a:lvl4pPr indent="-330200" lvl="3" marL="1828800" marR="0" algn="l">
              <a:lnSpc>
                <a:spcPct val="90000"/>
              </a:lnSpc>
              <a:spcBef>
                <a:spcPts val="5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4pPr>
            <a:lvl5pPr indent="-317500" lvl="4" marL="2286000" marR="0" algn="l">
              <a:lnSpc>
                <a:spcPct val="90000"/>
              </a:lnSpc>
              <a:spcBef>
                <a:spcPts val="500"/>
              </a:spcBef>
              <a:spcAft>
                <a:spcPts val="0"/>
              </a:spcAft>
              <a:buClr>
                <a:schemeClr val="dk2"/>
              </a:buClr>
              <a:buSzPts val="1400"/>
              <a:buFont typeface="Franklin Gothic"/>
              <a:buChar char="•"/>
              <a:defRPr i="0" u="none" cap="none" strike="noStrike">
                <a:solidFill>
                  <a:schemeClr val="dk2"/>
                </a:solidFill>
                <a:latin typeface="Franklin Gothic"/>
                <a:ea typeface="Franklin Gothic"/>
                <a:cs typeface="Franklin Gothic"/>
                <a:sym typeface="Franklin Gothic"/>
              </a:defRPr>
            </a:lvl5pPr>
            <a:lvl6pPr indent="-304800" lvl="5" marL="2743200" marR="0" algn="l">
              <a:lnSpc>
                <a:spcPct val="90000"/>
              </a:lnSpc>
              <a:spcBef>
                <a:spcPts val="5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6pPr>
            <a:lvl7pPr indent="-292100" lvl="6" marL="3200400" marR="0" algn="l">
              <a:lnSpc>
                <a:spcPct val="90000"/>
              </a:lnSpc>
              <a:spcBef>
                <a:spcPts val="500"/>
              </a:spcBef>
              <a:spcAft>
                <a:spcPts val="0"/>
              </a:spcAft>
              <a:buClr>
                <a:schemeClr val="dk2"/>
              </a:buClr>
              <a:buSzPts val="1000"/>
              <a:buFont typeface="Franklin Gothic"/>
              <a:buChar char="•"/>
              <a:defRPr i="0" sz="1000" u="none" cap="none" strike="noStrike">
                <a:solidFill>
                  <a:schemeClr val="dk2"/>
                </a:solidFill>
                <a:latin typeface="Franklin Gothic"/>
                <a:ea typeface="Franklin Gothic"/>
                <a:cs typeface="Franklin Gothic"/>
                <a:sym typeface="Franklin Gothic"/>
              </a:defRPr>
            </a:lvl7pPr>
            <a:lvl8pPr indent="-279400" lvl="7" marL="3657600" marR="0" algn="l">
              <a:lnSpc>
                <a:spcPct val="90000"/>
              </a:lnSpc>
              <a:spcBef>
                <a:spcPts val="500"/>
              </a:spcBef>
              <a:spcAft>
                <a:spcPts val="0"/>
              </a:spcAft>
              <a:buClr>
                <a:schemeClr val="dk2"/>
              </a:buClr>
              <a:buSzPts val="800"/>
              <a:buFont typeface="Franklin Gothic"/>
              <a:buChar char="•"/>
              <a:defRPr i="0" sz="800" u="none" cap="none" strike="noStrike">
                <a:solidFill>
                  <a:schemeClr val="dk2"/>
                </a:solidFill>
                <a:latin typeface="Franklin Gothic"/>
                <a:ea typeface="Franklin Gothic"/>
                <a:cs typeface="Franklin Gothic"/>
                <a:sym typeface="Franklin Gothic"/>
              </a:defRPr>
            </a:lvl8pPr>
            <a:lvl9pPr indent="-266700" lvl="8" marL="4114800" marR="0" algn="l">
              <a:lnSpc>
                <a:spcPct val="90000"/>
              </a:lnSpc>
              <a:spcBef>
                <a:spcPts val="500"/>
              </a:spcBef>
              <a:spcAft>
                <a:spcPts val="0"/>
              </a:spcAft>
              <a:buClr>
                <a:schemeClr val="dk2"/>
              </a:buClr>
              <a:buSzPts val="600"/>
              <a:buFont typeface="Franklin Gothic"/>
              <a:buChar char="•"/>
              <a:defRPr i="0" sz="600" u="none" cap="none" strike="noStrike">
                <a:solidFill>
                  <a:schemeClr val="dk2"/>
                </a:solidFill>
                <a:latin typeface="Franklin Gothic"/>
                <a:ea typeface="Franklin Gothic"/>
                <a:cs typeface="Franklin Gothic"/>
                <a:sym typeface="Franklin Gothic"/>
              </a:defRPr>
            </a:lvl9pPr>
          </a:lstStyle>
          <a:p/>
        </p:txBody>
      </p:sp>
      <p:sp>
        <p:nvSpPr>
          <p:cNvPr id="105" name="Google Shape;105;p262"/>
          <p:cNvSpPr/>
          <p:nvPr/>
        </p:nvSpPr>
        <p:spPr>
          <a:xfrm>
            <a:off x="1372975" y="212725"/>
            <a:ext cx="4806374"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106" name="Google Shape;106;p262"/>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7" name="Google Shape;107;p262"/>
          <p:cNvSpPr txBox="1"/>
          <p:nvPr/>
        </p:nvSpPr>
        <p:spPr>
          <a:xfrm>
            <a:off x="6915150" y="6356351"/>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4">
  <p:cSld name="Encabezado de sección 4">
    <p:bg>
      <p:bgPr>
        <a:solidFill>
          <a:schemeClr val="accent3"/>
        </a:solidFill>
      </p:bgPr>
    </p:bg>
    <p:spTree>
      <p:nvGrpSpPr>
        <p:cNvPr id="108" name="Shape 108"/>
        <p:cNvGrpSpPr/>
        <p:nvPr/>
      </p:nvGrpSpPr>
      <p:grpSpPr>
        <a:xfrm>
          <a:off x="0" y="0"/>
          <a:ext cx="0" cy="0"/>
          <a:chOff x="0" y="0"/>
          <a:chExt cx="0" cy="0"/>
        </a:xfrm>
      </p:grpSpPr>
      <p:sp>
        <p:nvSpPr>
          <p:cNvPr id="109" name="Google Shape;109;p263"/>
          <p:cNvSpPr/>
          <p:nvPr/>
        </p:nvSpPr>
        <p:spPr>
          <a:xfrm flipH="1" rot="10800000">
            <a:off x="0" y="3085"/>
            <a:ext cx="4850881" cy="5737081"/>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id="110" name="Google Shape;110;p263"/>
          <p:cNvPicPr preferRelativeResize="0"/>
          <p:nvPr/>
        </p:nvPicPr>
        <p:blipFill rotWithShape="1">
          <a:blip r:embed="rId2">
            <a:alphaModFix/>
          </a:blip>
          <a:srcRect b="0" l="0" r="0" t="0"/>
          <a:stretch/>
        </p:blipFill>
        <p:spPr>
          <a:xfrm>
            <a:off x="5177307" y="186298"/>
            <a:ext cx="3812148" cy="601304"/>
          </a:xfrm>
          <a:prstGeom prst="rect">
            <a:avLst/>
          </a:prstGeom>
          <a:noFill/>
          <a:ln>
            <a:noFill/>
          </a:ln>
        </p:spPr>
      </p:pic>
      <p:pic>
        <p:nvPicPr>
          <p:cNvPr descr="Imagen que contiene persona, foto, hombre, mujer&#10;&#10;Descripción generada automáticamente" id="111" name="Google Shape;111;p263"/>
          <p:cNvPicPr preferRelativeResize="0"/>
          <p:nvPr/>
        </p:nvPicPr>
        <p:blipFill rotWithShape="1">
          <a:blip r:embed="rId3">
            <a:alphaModFix/>
          </a:blip>
          <a:srcRect b="0" l="0" r="16350" t="0"/>
          <a:stretch/>
        </p:blipFill>
        <p:spPr>
          <a:xfrm>
            <a:off x="1" y="10"/>
            <a:ext cx="4711067" cy="5589566"/>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112" name="Google Shape;112;p263"/>
          <p:cNvSpPr txBox="1"/>
          <p:nvPr>
            <p:ph type="title"/>
          </p:nvPr>
        </p:nvSpPr>
        <p:spPr>
          <a:xfrm>
            <a:off x="3004575" y="3476150"/>
            <a:ext cx="5995800" cy="1603200"/>
          </a:xfrm>
          <a:prstGeom prst="rect">
            <a:avLst/>
          </a:prstGeom>
          <a:solidFill>
            <a:srgbClr val="898B90">
              <a:alpha val="67843"/>
            </a:srgbClr>
          </a:solid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5400">
                <a:latin typeface="Calibri"/>
                <a:ea typeface="Calibri"/>
                <a:cs typeface="Calibri"/>
                <a:sym typeface="Calibri"/>
              </a:defRPr>
            </a:lvl1pPr>
            <a:lvl2pPr lvl="1" algn="r">
              <a:lnSpc>
                <a:spcPct val="100000"/>
              </a:lnSpc>
              <a:spcBef>
                <a:spcPts val="0"/>
              </a:spcBef>
              <a:spcAft>
                <a:spcPts val="0"/>
              </a:spcAft>
              <a:buSzPts val="1400"/>
              <a:buNone/>
              <a:defRPr sz="5400"/>
            </a:lvl2pPr>
            <a:lvl3pPr lvl="2" algn="r">
              <a:lnSpc>
                <a:spcPct val="100000"/>
              </a:lnSpc>
              <a:spcBef>
                <a:spcPts val="0"/>
              </a:spcBef>
              <a:spcAft>
                <a:spcPts val="0"/>
              </a:spcAft>
              <a:buSzPts val="1400"/>
              <a:buNone/>
              <a:defRPr sz="5400"/>
            </a:lvl3pPr>
            <a:lvl4pPr lvl="3" algn="r">
              <a:lnSpc>
                <a:spcPct val="100000"/>
              </a:lnSpc>
              <a:spcBef>
                <a:spcPts val="0"/>
              </a:spcBef>
              <a:spcAft>
                <a:spcPts val="0"/>
              </a:spcAft>
              <a:buSzPts val="1400"/>
              <a:buNone/>
              <a:defRPr sz="5400"/>
            </a:lvl4pPr>
            <a:lvl5pPr lvl="4" algn="r">
              <a:lnSpc>
                <a:spcPct val="100000"/>
              </a:lnSpc>
              <a:spcBef>
                <a:spcPts val="0"/>
              </a:spcBef>
              <a:spcAft>
                <a:spcPts val="0"/>
              </a:spcAft>
              <a:buSzPts val="1400"/>
              <a:buNone/>
              <a:defRPr sz="5400"/>
            </a:lvl5pPr>
            <a:lvl6pPr lvl="5" algn="r">
              <a:lnSpc>
                <a:spcPct val="100000"/>
              </a:lnSpc>
              <a:spcBef>
                <a:spcPts val="0"/>
              </a:spcBef>
              <a:spcAft>
                <a:spcPts val="0"/>
              </a:spcAft>
              <a:buSzPts val="1400"/>
              <a:buNone/>
              <a:defRPr sz="5400"/>
            </a:lvl6pPr>
            <a:lvl7pPr lvl="6" algn="r">
              <a:lnSpc>
                <a:spcPct val="100000"/>
              </a:lnSpc>
              <a:spcBef>
                <a:spcPts val="0"/>
              </a:spcBef>
              <a:spcAft>
                <a:spcPts val="0"/>
              </a:spcAft>
              <a:buSzPts val="1400"/>
              <a:buNone/>
              <a:defRPr sz="5400"/>
            </a:lvl7pPr>
            <a:lvl8pPr lvl="7" algn="r">
              <a:lnSpc>
                <a:spcPct val="100000"/>
              </a:lnSpc>
              <a:spcBef>
                <a:spcPts val="0"/>
              </a:spcBef>
              <a:spcAft>
                <a:spcPts val="0"/>
              </a:spcAft>
              <a:buSzPts val="1400"/>
              <a:buNone/>
              <a:defRPr sz="5400"/>
            </a:lvl8pPr>
            <a:lvl9pPr lvl="8" algn="r">
              <a:lnSpc>
                <a:spcPct val="100000"/>
              </a:lnSpc>
              <a:spcBef>
                <a:spcPts val="0"/>
              </a:spcBef>
              <a:spcAft>
                <a:spcPts val="0"/>
              </a:spcAft>
              <a:buSzPts val="1400"/>
              <a:buNone/>
              <a:defRPr sz="54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4">
  <p:cSld name="Título y objetos 4">
    <p:spTree>
      <p:nvGrpSpPr>
        <p:cNvPr id="113" name="Shape 113"/>
        <p:cNvGrpSpPr/>
        <p:nvPr/>
      </p:nvGrpSpPr>
      <p:grpSpPr>
        <a:xfrm>
          <a:off x="0" y="0"/>
          <a:ext cx="0" cy="0"/>
          <a:chOff x="0" y="0"/>
          <a:chExt cx="0" cy="0"/>
        </a:xfrm>
      </p:grpSpPr>
      <p:sp>
        <p:nvSpPr>
          <p:cNvPr id="114" name="Google Shape;114;p264"/>
          <p:cNvSpPr/>
          <p:nvPr/>
        </p:nvSpPr>
        <p:spPr>
          <a:xfrm>
            <a:off x="770850" y="212725"/>
            <a:ext cx="903600" cy="813000"/>
          </a:xfrm>
          <a:prstGeom prst="parallelogram">
            <a:avLst>
              <a:gd fmla="val 45310" name="adj"/>
            </a:avLst>
          </a:prstGeom>
          <a:solidFill>
            <a:srgbClr val="BED6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64"/>
          <p:cNvSpPr/>
          <p:nvPr/>
        </p:nvSpPr>
        <p:spPr>
          <a:xfrm>
            <a:off x="146422" y="212725"/>
            <a:ext cx="903600" cy="813000"/>
          </a:xfrm>
          <a:prstGeom prst="parallelogram">
            <a:avLst>
              <a:gd fmla="val 45310" name="adj"/>
            </a:avLst>
          </a:prstGeom>
          <a:gradFill>
            <a:gsLst>
              <a:gs pos="0">
                <a:srgbClr val="FFFFFF"/>
              </a:gs>
              <a:gs pos="65000">
                <a:schemeClr val="accent3"/>
              </a:gs>
              <a:gs pos="100000">
                <a:schemeClr val="accent3"/>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6" name="Google Shape;116;p264"/>
          <p:cNvPicPr preferRelativeResize="0"/>
          <p:nvPr/>
        </p:nvPicPr>
        <p:blipFill rotWithShape="1">
          <a:blip r:embed="rId2">
            <a:alphaModFix/>
          </a:blip>
          <a:srcRect b="0" l="0" r="0" t="0"/>
          <a:stretch/>
        </p:blipFill>
        <p:spPr>
          <a:xfrm>
            <a:off x="6179349" y="389413"/>
            <a:ext cx="2746703" cy="459625"/>
          </a:xfrm>
          <a:prstGeom prst="rect">
            <a:avLst/>
          </a:prstGeom>
          <a:noFill/>
          <a:ln>
            <a:noFill/>
          </a:ln>
        </p:spPr>
      </p:pic>
      <p:sp>
        <p:nvSpPr>
          <p:cNvPr id="117" name="Google Shape;117;p264"/>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rgbClr val="DE3075"/>
              </a:buClr>
              <a:buSzPts val="2800"/>
              <a:buFont typeface="Franklin Gothic"/>
              <a:buChar char="»"/>
              <a:defRPr i="0" sz="2400" u="none" cap="none" strike="noStrike">
                <a:solidFill>
                  <a:srgbClr val="818990"/>
                </a:solidFill>
                <a:latin typeface="Calibri"/>
                <a:ea typeface="Calibri"/>
                <a:cs typeface="Calibri"/>
                <a:sym typeface="Calibri"/>
              </a:defRPr>
            </a:lvl1pPr>
            <a:lvl2pPr indent="-381000" lvl="1" marL="914400" marR="0" algn="l">
              <a:lnSpc>
                <a:spcPct val="90000"/>
              </a:lnSpc>
              <a:spcBef>
                <a:spcPts val="500"/>
              </a:spcBef>
              <a:spcAft>
                <a:spcPts val="0"/>
              </a:spcAft>
              <a:buClr>
                <a:schemeClr val="accent2"/>
              </a:buClr>
              <a:buSzPts val="2400"/>
              <a:buFont typeface="Franklin Gothic"/>
              <a:buChar char="•"/>
              <a:defRPr i="0" sz="2000" u="none" cap="none" strike="noStrike">
                <a:solidFill>
                  <a:srgbClr val="818990"/>
                </a:solidFill>
                <a:latin typeface="Franklin Gothic"/>
                <a:ea typeface="Franklin Gothic"/>
                <a:cs typeface="Franklin Gothic"/>
                <a:sym typeface="Franklin Gothic"/>
              </a:defRPr>
            </a:lvl2pPr>
            <a:lvl3pPr indent="-342900" lvl="2" marL="1371600" marR="0" algn="l">
              <a:lnSpc>
                <a:spcPct val="90000"/>
              </a:lnSpc>
              <a:spcBef>
                <a:spcPts val="500"/>
              </a:spcBef>
              <a:spcAft>
                <a:spcPts val="0"/>
              </a:spcAft>
              <a:buClr>
                <a:schemeClr val="dk2"/>
              </a:buClr>
              <a:buSzPts val="1800"/>
              <a:buFont typeface="Franklin Gothic"/>
              <a:buChar char="○"/>
              <a:defRPr i="0" sz="1800" u="none" cap="none" strike="noStrike">
                <a:solidFill>
                  <a:schemeClr val="dk2"/>
                </a:solidFill>
                <a:latin typeface="Franklin Gothic"/>
                <a:ea typeface="Franklin Gothic"/>
                <a:cs typeface="Franklin Gothic"/>
                <a:sym typeface="Franklin Gothic"/>
              </a:defRPr>
            </a:lvl3pPr>
            <a:lvl4pPr indent="-330200" lvl="3" marL="1828800" marR="0" algn="l">
              <a:lnSpc>
                <a:spcPct val="90000"/>
              </a:lnSpc>
              <a:spcBef>
                <a:spcPts val="5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4pPr>
            <a:lvl5pPr indent="-317500" lvl="4" marL="2286000" marR="0" algn="l">
              <a:lnSpc>
                <a:spcPct val="90000"/>
              </a:lnSpc>
              <a:spcBef>
                <a:spcPts val="500"/>
              </a:spcBef>
              <a:spcAft>
                <a:spcPts val="0"/>
              </a:spcAft>
              <a:buClr>
                <a:schemeClr val="dk2"/>
              </a:buClr>
              <a:buSzPts val="1400"/>
              <a:buFont typeface="Franklin Gothic"/>
              <a:buChar char="•"/>
              <a:defRPr i="0" u="none" cap="none" strike="noStrike">
                <a:solidFill>
                  <a:schemeClr val="dk2"/>
                </a:solidFill>
                <a:latin typeface="Franklin Gothic"/>
                <a:ea typeface="Franklin Gothic"/>
                <a:cs typeface="Franklin Gothic"/>
                <a:sym typeface="Franklin Gothic"/>
              </a:defRPr>
            </a:lvl5pPr>
            <a:lvl6pPr indent="-304800" lvl="5" marL="2743200" marR="0" algn="l">
              <a:lnSpc>
                <a:spcPct val="90000"/>
              </a:lnSpc>
              <a:spcBef>
                <a:spcPts val="5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6pPr>
            <a:lvl7pPr indent="-292100" lvl="6" marL="3200400" marR="0" algn="l">
              <a:lnSpc>
                <a:spcPct val="90000"/>
              </a:lnSpc>
              <a:spcBef>
                <a:spcPts val="500"/>
              </a:spcBef>
              <a:spcAft>
                <a:spcPts val="0"/>
              </a:spcAft>
              <a:buClr>
                <a:schemeClr val="dk2"/>
              </a:buClr>
              <a:buSzPts val="1000"/>
              <a:buFont typeface="Franklin Gothic"/>
              <a:buChar char="•"/>
              <a:defRPr i="0" sz="1000" u="none" cap="none" strike="noStrike">
                <a:solidFill>
                  <a:schemeClr val="dk2"/>
                </a:solidFill>
                <a:latin typeface="Franklin Gothic"/>
                <a:ea typeface="Franklin Gothic"/>
                <a:cs typeface="Franklin Gothic"/>
                <a:sym typeface="Franklin Gothic"/>
              </a:defRPr>
            </a:lvl7pPr>
            <a:lvl8pPr indent="-279400" lvl="7" marL="3657600" marR="0" algn="l">
              <a:lnSpc>
                <a:spcPct val="90000"/>
              </a:lnSpc>
              <a:spcBef>
                <a:spcPts val="500"/>
              </a:spcBef>
              <a:spcAft>
                <a:spcPts val="0"/>
              </a:spcAft>
              <a:buClr>
                <a:schemeClr val="dk2"/>
              </a:buClr>
              <a:buSzPts val="800"/>
              <a:buFont typeface="Franklin Gothic"/>
              <a:buChar char="•"/>
              <a:defRPr i="0" sz="800" u="none" cap="none" strike="noStrike">
                <a:solidFill>
                  <a:schemeClr val="dk2"/>
                </a:solidFill>
                <a:latin typeface="Franklin Gothic"/>
                <a:ea typeface="Franklin Gothic"/>
                <a:cs typeface="Franklin Gothic"/>
                <a:sym typeface="Franklin Gothic"/>
              </a:defRPr>
            </a:lvl8pPr>
            <a:lvl9pPr indent="-266700" lvl="8" marL="4114800" marR="0" algn="l">
              <a:lnSpc>
                <a:spcPct val="90000"/>
              </a:lnSpc>
              <a:spcBef>
                <a:spcPts val="500"/>
              </a:spcBef>
              <a:spcAft>
                <a:spcPts val="0"/>
              </a:spcAft>
              <a:buClr>
                <a:schemeClr val="dk2"/>
              </a:buClr>
              <a:buSzPts val="600"/>
              <a:buFont typeface="Franklin Gothic"/>
              <a:buChar char="•"/>
              <a:defRPr i="0" sz="600" u="none" cap="none" strike="noStrike">
                <a:solidFill>
                  <a:schemeClr val="dk2"/>
                </a:solidFill>
                <a:latin typeface="Franklin Gothic"/>
                <a:ea typeface="Franklin Gothic"/>
                <a:cs typeface="Franklin Gothic"/>
                <a:sym typeface="Franklin Gothic"/>
              </a:defRPr>
            </a:lvl9pPr>
          </a:lstStyle>
          <a:p/>
        </p:txBody>
      </p:sp>
      <p:sp>
        <p:nvSpPr>
          <p:cNvPr id="118" name="Google Shape;118;p264"/>
          <p:cNvSpPr/>
          <p:nvPr/>
        </p:nvSpPr>
        <p:spPr>
          <a:xfrm>
            <a:off x="1372975" y="212725"/>
            <a:ext cx="4806374"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119" name="Google Shape;119;p264"/>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0" name="Google Shape;120;p264"/>
          <p:cNvSpPr txBox="1"/>
          <p:nvPr/>
        </p:nvSpPr>
        <p:spPr>
          <a:xfrm>
            <a:off x="6915150" y="6356351"/>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5">
  <p:cSld name="Encabezado de sección 5">
    <p:bg>
      <p:bgPr>
        <a:solidFill>
          <a:schemeClr val="accent4"/>
        </a:solidFill>
      </p:bgPr>
    </p:bg>
    <p:spTree>
      <p:nvGrpSpPr>
        <p:cNvPr id="121" name="Shape 121"/>
        <p:cNvGrpSpPr/>
        <p:nvPr/>
      </p:nvGrpSpPr>
      <p:grpSpPr>
        <a:xfrm>
          <a:off x="0" y="0"/>
          <a:ext cx="0" cy="0"/>
          <a:chOff x="0" y="0"/>
          <a:chExt cx="0" cy="0"/>
        </a:xfrm>
      </p:grpSpPr>
      <p:sp>
        <p:nvSpPr>
          <p:cNvPr id="122" name="Google Shape;122;p265"/>
          <p:cNvSpPr/>
          <p:nvPr/>
        </p:nvSpPr>
        <p:spPr>
          <a:xfrm flipH="1" rot="10800000">
            <a:off x="0" y="3085"/>
            <a:ext cx="4850881" cy="5737081"/>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id="123" name="Google Shape;123;p265"/>
          <p:cNvPicPr preferRelativeResize="0"/>
          <p:nvPr/>
        </p:nvPicPr>
        <p:blipFill rotWithShape="1">
          <a:blip r:embed="rId2">
            <a:alphaModFix/>
          </a:blip>
          <a:srcRect b="0" l="0" r="0" t="0"/>
          <a:stretch/>
        </p:blipFill>
        <p:spPr>
          <a:xfrm>
            <a:off x="5177307" y="186298"/>
            <a:ext cx="3812148" cy="601304"/>
          </a:xfrm>
          <a:prstGeom prst="rect">
            <a:avLst/>
          </a:prstGeom>
          <a:noFill/>
          <a:ln>
            <a:noFill/>
          </a:ln>
        </p:spPr>
      </p:pic>
      <p:pic>
        <p:nvPicPr>
          <p:cNvPr descr="Una caricatura de una ciudad&#10;&#10;Descripción generada automáticamente" id="124" name="Google Shape;124;p265"/>
          <p:cNvPicPr preferRelativeResize="0"/>
          <p:nvPr/>
        </p:nvPicPr>
        <p:blipFill rotWithShape="1">
          <a:blip r:embed="rId3">
            <a:alphaModFix/>
          </a:blip>
          <a:srcRect b="0" l="9870" r="6482" t="0"/>
          <a:stretch/>
        </p:blipFill>
        <p:spPr>
          <a:xfrm>
            <a:off x="1" y="10"/>
            <a:ext cx="4711067" cy="5589566"/>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125" name="Google Shape;125;p265"/>
          <p:cNvSpPr txBox="1"/>
          <p:nvPr>
            <p:ph type="title"/>
          </p:nvPr>
        </p:nvSpPr>
        <p:spPr>
          <a:xfrm>
            <a:off x="3004575" y="3476150"/>
            <a:ext cx="5995800" cy="1603200"/>
          </a:xfrm>
          <a:prstGeom prst="rect">
            <a:avLst/>
          </a:prstGeom>
          <a:solidFill>
            <a:srgbClr val="898B90">
              <a:alpha val="67843"/>
            </a:srgbClr>
          </a:solid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5400">
                <a:latin typeface="Calibri"/>
                <a:ea typeface="Calibri"/>
                <a:cs typeface="Calibri"/>
                <a:sym typeface="Calibri"/>
              </a:defRPr>
            </a:lvl1pPr>
            <a:lvl2pPr lvl="1" algn="r">
              <a:lnSpc>
                <a:spcPct val="100000"/>
              </a:lnSpc>
              <a:spcBef>
                <a:spcPts val="0"/>
              </a:spcBef>
              <a:spcAft>
                <a:spcPts val="0"/>
              </a:spcAft>
              <a:buSzPts val="1400"/>
              <a:buNone/>
              <a:defRPr sz="5400"/>
            </a:lvl2pPr>
            <a:lvl3pPr lvl="2" algn="r">
              <a:lnSpc>
                <a:spcPct val="100000"/>
              </a:lnSpc>
              <a:spcBef>
                <a:spcPts val="0"/>
              </a:spcBef>
              <a:spcAft>
                <a:spcPts val="0"/>
              </a:spcAft>
              <a:buSzPts val="1400"/>
              <a:buNone/>
              <a:defRPr sz="5400"/>
            </a:lvl3pPr>
            <a:lvl4pPr lvl="3" algn="r">
              <a:lnSpc>
                <a:spcPct val="100000"/>
              </a:lnSpc>
              <a:spcBef>
                <a:spcPts val="0"/>
              </a:spcBef>
              <a:spcAft>
                <a:spcPts val="0"/>
              </a:spcAft>
              <a:buSzPts val="1400"/>
              <a:buNone/>
              <a:defRPr sz="5400"/>
            </a:lvl4pPr>
            <a:lvl5pPr lvl="4" algn="r">
              <a:lnSpc>
                <a:spcPct val="100000"/>
              </a:lnSpc>
              <a:spcBef>
                <a:spcPts val="0"/>
              </a:spcBef>
              <a:spcAft>
                <a:spcPts val="0"/>
              </a:spcAft>
              <a:buSzPts val="1400"/>
              <a:buNone/>
              <a:defRPr sz="5400"/>
            </a:lvl5pPr>
            <a:lvl6pPr lvl="5" algn="r">
              <a:lnSpc>
                <a:spcPct val="100000"/>
              </a:lnSpc>
              <a:spcBef>
                <a:spcPts val="0"/>
              </a:spcBef>
              <a:spcAft>
                <a:spcPts val="0"/>
              </a:spcAft>
              <a:buSzPts val="1400"/>
              <a:buNone/>
              <a:defRPr sz="5400"/>
            </a:lvl6pPr>
            <a:lvl7pPr lvl="6" algn="r">
              <a:lnSpc>
                <a:spcPct val="100000"/>
              </a:lnSpc>
              <a:spcBef>
                <a:spcPts val="0"/>
              </a:spcBef>
              <a:spcAft>
                <a:spcPts val="0"/>
              </a:spcAft>
              <a:buSzPts val="1400"/>
              <a:buNone/>
              <a:defRPr sz="5400"/>
            </a:lvl7pPr>
            <a:lvl8pPr lvl="7" algn="r">
              <a:lnSpc>
                <a:spcPct val="100000"/>
              </a:lnSpc>
              <a:spcBef>
                <a:spcPts val="0"/>
              </a:spcBef>
              <a:spcAft>
                <a:spcPts val="0"/>
              </a:spcAft>
              <a:buSzPts val="1400"/>
              <a:buNone/>
              <a:defRPr sz="5400"/>
            </a:lvl8pPr>
            <a:lvl9pPr lvl="8" algn="r">
              <a:lnSpc>
                <a:spcPct val="100000"/>
              </a:lnSpc>
              <a:spcBef>
                <a:spcPts val="0"/>
              </a:spcBef>
              <a:spcAft>
                <a:spcPts val="0"/>
              </a:spcAft>
              <a:buSzPts val="1400"/>
              <a:buNone/>
              <a:defRPr sz="54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5">
  <p:cSld name="Título y objetos 5">
    <p:spTree>
      <p:nvGrpSpPr>
        <p:cNvPr id="126" name="Shape 126"/>
        <p:cNvGrpSpPr/>
        <p:nvPr/>
      </p:nvGrpSpPr>
      <p:grpSpPr>
        <a:xfrm>
          <a:off x="0" y="0"/>
          <a:ext cx="0" cy="0"/>
          <a:chOff x="0" y="0"/>
          <a:chExt cx="0" cy="0"/>
        </a:xfrm>
      </p:grpSpPr>
      <p:sp>
        <p:nvSpPr>
          <p:cNvPr id="127" name="Google Shape;127;p266"/>
          <p:cNvSpPr/>
          <p:nvPr/>
        </p:nvSpPr>
        <p:spPr>
          <a:xfrm>
            <a:off x="770850" y="212725"/>
            <a:ext cx="903600" cy="813000"/>
          </a:xfrm>
          <a:prstGeom prst="parallelogram">
            <a:avLst>
              <a:gd fmla="val 45310" name="adj"/>
            </a:avLst>
          </a:prstGeom>
          <a:solidFill>
            <a:srgbClr val="00A0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66"/>
          <p:cNvSpPr/>
          <p:nvPr/>
        </p:nvSpPr>
        <p:spPr>
          <a:xfrm>
            <a:off x="146422" y="212725"/>
            <a:ext cx="903600" cy="813000"/>
          </a:xfrm>
          <a:prstGeom prst="parallelogram">
            <a:avLst>
              <a:gd fmla="val 45310" name="adj"/>
            </a:avLst>
          </a:prstGeom>
          <a:gradFill>
            <a:gsLst>
              <a:gs pos="0">
                <a:srgbClr val="FFFFFF"/>
              </a:gs>
              <a:gs pos="65000">
                <a:schemeClr val="accent4"/>
              </a:gs>
              <a:gs pos="100000">
                <a:schemeClr val="accent4"/>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66"/>
          <p:cNvPicPr preferRelativeResize="0"/>
          <p:nvPr/>
        </p:nvPicPr>
        <p:blipFill rotWithShape="1">
          <a:blip r:embed="rId2">
            <a:alphaModFix/>
          </a:blip>
          <a:srcRect b="0" l="0" r="0" t="0"/>
          <a:stretch/>
        </p:blipFill>
        <p:spPr>
          <a:xfrm>
            <a:off x="6179349" y="389413"/>
            <a:ext cx="2746703" cy="459625"/>
          </a:xfrm>
          <a:prstGeom prst="rect">
            <a:avLst/>
          </a:prstGeom>
          <a:noFill/>
          <a:ln>
            <a:noFill/>
          </a:ln>
        </p:spPr>
      </p:pic>
      <p:sp>
        <p:nvSpPr>
          <p:cNvPr id="130" name="Google Shape;130;p266"/>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rgbClr val="DE3075"/>
              </a:buClr>
              <a:buSzPts val="2800"/>
              <a:buFont typeface="Franklin Gothic"/>
              <a:buChar char="»"/>
              <a:defRPr i="0" sz="2400" u="none" cap="none" strike="noStrike">
                <a:solidFill>
                  <a:srgbClr val="818990"/>
                </a:solidFill>
                <a:latin typeface="Calibri"/>
                <a:ea typeface="Calibri"/>
                <a:cs typeface="Calibri"/>
                <a:sym typeface="Calibri"/>
              </a:defRPr>
            </a:lvl1pPr>
            <a:lvl2pPr indent="-381000" lvl="1" marL="914400" marR="0" algn="l">
              <a:lnSpc>
                <a:spcPct val="90000"/>
              </a:lnSpc>
              <a:spcBef>
                <a:spcPts val="500"/>
              </a:spcBef>
              <a:spcAft>
                <a:spcPts val="0"/>
              </a:spcAft>
              <a:buClr>
                <a:schemeClr val="accent2"/>
              </a:buClr>
              <a:buSzPts val="2400"/>
              <a:buFont typeface="Franklin Gothic"/>
              <a:buChar char="•"/>
              <a:defRPr i="0" sz="2000" u="none" cap="none" strike="noStrike">
                <a:solidFill>
                  <a:srgbClr val="818990"/>
                </a:solidFill>
                <a:latin typeface="Franklin Gothic"/>
                <a:ea typeface="Franklin Gothic"/>
                <a:cs typeface="Franklin Gothic"/>
                <a:sym typeface="Franklin Gothic"/>
              </a:defRPr>
            </a:lvl2pPr>
            <a:lvl3pPr indent="-342900" lvl="2" marL="1371600" marR="0" algn="l">
              <a:lnSpc>
                <a:spcPct val="90000"/>
              </a:lnSpc>
              <a:spcBef>
                <a:spcPts val="500"/>
              </a:spcBef>
              <a:spcAft>
                <a:spcPts val="0"/>
              </a:spcAft>
              <a:buClr>
                <a:schemeClr val="dk2"/>
              </a:buClr>
              <a:buSzPts val="1800"/>
              <a:buFont typeface="Franklin Gothic"/>
              <a:buChar char="○"/>
              <a:defRPr i="0" sz="1800" u="none" cap="none" strike="noStrike">
                <a:solidFill>
                  <a:schemeClr val="dk2"/>
                </a:solidFill>
                <a:latin typeface="Franklin Gothic"/>
                <a:ea typeface="Franklin Gothic"/>
                <a:cs typeface="Franklin Gothic"/>
                <a:sym typeface="Franklin Gothic"/>
              </a:defRPr>
            </a:lvl3pPr>
            <a:lvl4pPr indent="-330200" lvl="3" marL="1828800" marR="0" algn="l">
              <a:lnSpc>
                <a:spcPct val="90000"/>
              </a:lnSpc>
              <a:spcBef>
                <a:spcPts val="5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4pPr>
            <a:lvl5pPr indent="-317500" lvl="4" marL="2286000" marR="0" algn="l">
              <a:lnSpc>
                <a:spcPct val="90000"/>
              </a:lnSpc>
              <a:spcBef>
                <a:spcPts val="500"/>
              </a:spcBef>
              <a:spcAft>
                <a:spcPts val="0"/>
              </a:spcAft>
              <a:buClr>
                <a:schemeClr val="dk2"/>
              </a:buClr>
              <a:buSzPts val="1400"/>
              <a:buFont typeface="Franklin Gothic"/>
              <a:buChar char="•"/>
              <a:defRPr i="0" u="none" cap="none" strike="noStrike">
                <a:solidFill>
                  <a:schemeClr val="dk2"/>
                </a:solidFill>
                <a:latin typeface="Franklin Gothic"/>
                <a:ea typeface="Franklin Gothic"/>
                <a:cs typeface="Franklin Gothic"/>
                <a:sym typeface="Franklin Gothic"/>
              </a:defRPr>
            </a:lvl5pPr>
            <a:lvl6pPr indent="-304800" lvl="5" marL="2743200" marR="0" algn="l">
              <a:lnSpc>
                <a:spcPct val="90000"/>
              </a:lnSpc>
              <a:spcBef>
                <a:spcPts val="5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6pPr>
            <a:lvl7pPr indent="-292100" lvl="6" marL="3200400" marR="0" algn="l">
              <a:lnSpc>
                <a:spcPct val="90000"/>
              </a:lnSpc>
              <a:spcBef>
                <a:spcPts val="500"/>
              </a:spcBef>
              <a:spcAft>
                <a:spcPts val="0"/>
              </a:spcAft>
              <a:buClr>
                <a:schemeClr val="dk2"/>
              </a:buClr>
              <a:buSzPts val="1000"/>
              <a:buFont typeface="Franklin Gothic"/>
              <a:buChar char="•"/>
              <a:defRPr i="0" sz="1000" u="none" cap="none" strike="noStrike">
                <a:solidFill>
                  <a:schemeClr val="dk2"/>
                </a:solidFill>
                <a:latin typeface="Franklin Gothic"/>
                <a:ea typeface="Franklin Gothic"/>
                <a:cs typeface="Franklin Gothic"/>
                <a:sym typeface="Franklin Gothic"/>
              </a:defRPr>
            </a:lvl7pPr>
            <a:lvl8pPr indent="-279400" lvl="7" marL="3657600" marR="0" algn="l">
              <a:lnSpc>
                <a:spcPct val="90000"/>
              </a:lnSpc>
              <a:spcBef>
                <a:spcPts val="500"/>
              </a:spcBef>
              <a:spcAft>
                <a:spcPts val="0"/>
              </a:spcAft>
              <a:buClr>
                <a:schemeClr val="dk2"/>
              </a:buClr>
              <a:buSzPts val="800"/>
              <a:buFont typeface="Franklin Gothic"/>
              <a:buChar char="•"/>
              <a:defRPr i="0" sz="800" u="none" cap="none" strike="noStrike">
                <a:solidFill>
                  <a:schemeClr val="dk2"/>
                </a:solidFill>
                <a:latin typeface="Franklin Gothic"/>
                <a:ea typeface="Franklin Gothic"/>
                <a:cs typeface="Franklin Gothic"/>
                <a:sym typeface="Franklin Gothic"/>
              </a:defRPr>
            </a:lvl8pPr>
            <a:lvl9pPr indent="-266700" lvl="8" marL="4114800" marR="0" algn="l">
              <a:lnSpc>
                <a:spcPct val="90000"/>
              </a:lnSpc>
              <a:spcBef>
                <a:spcPts val="500"/>
              </a:spcBef>
              <a:spcAft>
                <a:spcPts val="0"/>
              </a:spcAft>
              <a:buClr>
                <a:schemeClr val="dk2"/>
              </a:buClr>
              <a:buSzPts val="600"/>
              <a:buFont typeface="Franklin Gothic"/>
              <a:buChar char="•"/>
              <a:defRPr i="0" sz="600" u="none" cap="none" strike="noStrike">
                <a:solidFill>
                  <a:schemeClr val="dk2"/>
                </a:solidFill>
                <a:latin typeface="Franklin Gothic"/>
                <a:ea typeface="Franklin Gothic"/>
                <a:cs typeface="Franklin Gothic"/>
                <a:sym typeface="Franklin Gothic"/>
              </a:defRPr>
            </a:lvl9pPr>
          </a:lstStyle>
          <a:p/>
        </p:txBody>
      </p:sp>
      <p:sp>
        <p:nvSpPr>
          <p:cNvPr id="131" name="Google Shape;131;p266"/>
          <p:cNvSpPr/>
          <p:nvPr/>
        </p:nvSpPr>
        <p:spPr>
          <a:xfrm>
            <a:off x="1372975" y="212725"/>
            <a:ext cx="4806374"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132" name="Google Shape;132;p266"/>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3" name="Google Shape;133;p266"/>
          <p:cNvSpPr txBox="1"/>
          <p:nvPr/>
        </p:nvSpPr>
        <p:spPr>
          <a:xfrm>
            <a:off x="6915150" y="6356351"/>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6">
  <p:cSld name="Encabezado de sección 6">
    <p:bg>
      <p:bgPr>
        <a:solidFill>
          <a:schemeClr val="lt2"/>
        </a:solidFill>
      </p:bgPr>
    </p:bg>
    <p:spTree>
      <p:nvGrpSpPr>
        <p:cNvPr id="134" name="Shape 134"/>
        <p:cNvGrpSpPr/>
        <p:nvPr/>
      </p:nvGrpSpPr>
      <p:grpSpPr>
        <a:xfrm>
          <a:off x="0" y="0"/>
          <a:ext cx="0" cy="0"/>
          <a:chOff x="0" y="0"/>
          <a:chExt cx="0" cy="0"/>
        </a:xfrm>
      </p:grpSpPr>
      <p:sp>
        <p:nvSpPr>
          <p:cNvPr id="135" name="Google Shape;135;p267"/>
          <p:cNvSpPr/>
          <p:nvPr/>
        </p:nvSpPr>
        <p:spPr>
          <a:xfrm flipH="1" rot="10800000">
            <a:off x="0" y="3085"/>
            <a:ext cx="4850881" cy="5737081"/>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id="136" name="Google Shape;136;p267"/>
          <p:cNvPicPr preferRelativeResize="0"/>
          <p:nvPr/>
        </p:nvPicPr>
        <p:blipFill rotWithShape="1">
          <a:blip r:embed="rId2">
            <a:alphaModFix/>
          </a:blip>
          <a:srcRect b="0" l="0" r="0" t="0"/>
          <a:stretch/>
        </p:blipFill>
        <p:spPr>
          <a:xfrm>
            <a:off x="5177307" y="186298"/>
            <a:ext cx="3812148" cy="601304"/>
          </a:xfrm>
          <a:prstGeom prst="rect">
            <a:avLst/>
          </a:prstGeom>
          <a:noFill/>
          <a:ln>
            <a:noFill/>
          </a:ln>
        </p:spPr>
      </p:pic>
      <p:pic>
        <p:nvPicPr>
          <p:cNvPr descr="Imagen que contiene persona, foto, hombre, mujer&#10;&#10;Descripción generada automáticamente" id="137" name="Google Shape;137;p267"/>
          <p:cNvPicPr preferRelativeResize="0"/>
          <p:nvPr/>
        </p:nvPicPr>
        <p:blipFill rotWithShape="1">
          <a:blip r:embed="rId3">
            <a:alphaModFix/>
          </a:blip>
          <a:srcRect b="0" l="0" r="16350" t="0"/>
          <a:stretch/>
        </p:blipFill>
        <p:spPr>
          <a:xfrm>
            <a:off x="1" y="10"/>
            <a:ext cx="4711067" cy="5589566"/>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138" name="Google Shape;138;p267"/>
          <p:cNvSpPr txBox="1"/>
          <p:nvPr>
            <p:ph type="title"/>
          </p:nvPr>
        </p:nvSpPr>
        <p:spPr>
          <a:xfrm>
            <a:off x="3004575" y="3476150"/>
            <a:ext cx="5995800" cy="1603200"/>
          </a:xfrm>
          <a:prstGeom prst="rect">
            <a:avLst/>
          </a:prstGeom>
          <a:solidFill>
            <a:srgbClr val="898B90">
              <a:alpha val="67843"/>
            </a:srgbClr>
          </a:solid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5400">
                <a:latin typeface="Calibri"/>
                <a:ea typeface="Calibri"/>
                <a:cs typeface="Calibri"/>
                <a:sym typeface="Calibri"/>
              </a:defRPr>
            </a:lvl1pPr>
            <a:lvl2pPr lvl="1" algn="r">
              <a:lnSpc>
                <a:spcPct val="100000"/>
              </a:lnSpc>
              <a:spcBef>
                <a:spcPts val="0"/>
              </a:spcBef>
              <a:spcAft>
                <a:spcPts val="0"/>
              </a:spcAft>
              <a:buSzPts val="1400"/>
              <a:buNone/>
              <a:defRPr sz="5400"/>
            </a:lvl2pPr>
            <a:lvl3pPr lvl="2" algn="r">
              <a:lnSpc>
                <a:spcPct val="100000"/>
              </a:lnSpc>
              <a:spcBef>
                <a:spcPts val="0"/>
              </a:spcBef>
              <a:spcAft>
                <a:spcPts val="0"/>
              </a:spcAft>
              <a:buSzPts val="1400"/>
              <a:buNone/>
              <a:defRPr sz="5400"/>
            </a:lvl3pPr>
            <a:lvl4pPr lvl="3" algn="r">
              <a:lnSpc>
                <a:spcPct val="100000"/>
              </a:lnSpc>
              <a:spcBef>
                <a:spcPts val="0"/>
              </a:spcBef>
              <a:spcAft>
                <a:spcPts val="0"/>
              </a:spcAft>
              <a:buSzPts val="1400"/>
              <a:buNone/>
              <a:defRPr sz="5400"/>
            </a:lvl4pPr>
            <a:lvl5pPr lvl="4" algn="r">
              <a:lnSpc>
                <a:spcPct val="100000"/>
              </a:lnSpc>
              <a:spcBef>
                <a:spcPts val="0"/>
              </a:spcBef>
              <a:spcAft>
                <a:spcPts val="0"/>
              </a:spcAft>
              <a:buSzPts val="1400"/>
              <a:buNone/>
              <a:defRPr sz="5400"/>
            </a:lvl5pPr>
            <a:lvl6pPr lvl="5" algn="r">
              <a:lnSpc>
                <a:spcPct val="100000"/>
              </a:lnSpc>
              <a:spcBef>
                <a:spcPts val="0"/>
              </a:spcBef>
              <a:spcAft>
                <a:spcPts val="0"/>
              </a:spcAft>
              <a:buSzPts val="1400"/>
              <a:buNone/>
              <a:defRPr sz="5400"/>
            </a:lvl6pPr>
            <a:lvl7pPr lvl="6" algn="r">
              <a:lnSpc>
                <a:spcPct val="100000"/>
              </a:lnSpc>
              <a:spcBef>
                <a:spcPts val="0"/>
              </a:spcBef>
              <a:spcAft>
                <a:spcPts val="0"/>
              </a:spcAft>
              <a:buSzPts val="1400"/>
              <a:buNone/>
              <a:defRPr sz="5400"/>
            </a:lvl7pPr>
            <a:lvl8pPr lvl="7" algn="r">
              <a:lnSpc>
                <a:spcPct val="100000"/>
              </a:lnSpc>
              <a:spcBef>
                <a:spcPts val="0"/>
              </a:spcBef>
              <a:spcAft>
                <a:spcPts val="0"/>
              </a:spcAft>
              <a:buSzPts val="1400"/>
              <a:buNone/>
              <a:defRPr sz="5400"/>
            </a:lvl8pPr>
            <a:lvl9pPr lvl="8" algn="r">
              <a:lnSpc>
                <a:spcPct val="100000"/>
              </a:lnSpc>
              <a:spcBef>
                <a:spcPts val="0"/>
              </a:spcBef>
              <a:spcAft>
                <a:spcPts val="0"/>
              </a:spcAft>
              <a:buSzPts val="1400"/>
              <a:buNone/>
              <a:defRPr sz="54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0">
  <p:cSld name="Encabezado de sección 10">
    <p:bg>
      <p:bgPr>
        <a:solidFill>
          <a:srgbClr val="733814"/>
        </a:solidFill>
      </p:bgPr>
    </p:bg>
    <p:spTree>
      <p:nvGrpSpPr>
        <p:cNvPr id="139" name="Shape 139"/>
        <p:cNvGrpSpPr/>
        <p:nvPr/>
      </p:nvGrpSpPr>
      <p:grpSpPr>
        <a:xfrm>
          <a:off x="0" y="0"/>
          <a:ext cx="0" cy="0"/>
          <a:chOff x="0" y="0"/>
          <a:chExt cx="0" cy="0"/>
        </a:xfrm>
      </p:grpSpPr>
      <p:sp>
        <p:nvSpPr>
          <p:cNvPr id="140" name="Google Shape;140;p268"/>
          <p:cNvSpPr/>
          <p:nvPr/>
        </p:nvSpPr>
        <p:spPr>
          <a:xfrm flipH="1" rot="10800000">
            <a:off x="0" y="3085"/>
            <a:ext cx="4850881" cy="5737081"/>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id="141" name="Google Shape;141;p268"/>
          <p:cNvPicPr preferRelativeResize="0"/>
          <p:nvPr/>
        </p:nvPicPr>
        <p:blipFill rotWithShape="1">
          <a:blip r:embed="rId2">
            <a:alphaModFix/>
          </a:blip>
          <a:srcRect b="0" l="0" r="0" t="0"/>
          <a:stretch/>
        </p:blipFill>
        <p:spPr>
          <a:xfrm>
            <a:off x="5177307" y="186298"/>
            <a:ext cx="3812148" cy="601304"/>
          </a:xfrm>
          <a:prstGeom prst="rect">
            <a:avLst/>
          </a:prstGeom>
          <a:noFill/>
          <a:ln>
            <a:noFill/>
          </a:ln>
        </p:spPr>
      </p:pic>
      <p:pic>
        <p:nvPicPr>
          <p:cNvPr descr="Imagen que contiene persona, foto, hombre, mujer&#10;&#10;Descripción generada automáticamente" id="142" name="Google Shape;142;p268"/>
          <p:cNvPicPr preferRelativeResize="0"/>
          <p:nvPr/>
        </p:nvPicPr>
        <p:blipFill rotWithShape="1">
          <a:blip r:embed="rId3">
            <a:alphaModFix/>
          </a:blip>
          <a:srcRect b="0" l="0" r="16350" t="0"/>
          <a:stretch/>
        </p:blipFill>
        <p:spPr>
          <a:xfrm>
            <a:off x="1" y="10"/>
            <a:ext cx="4711067" cy="5589566"/>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143" name="Google Shape;143;p268"/>
          <p:cNvSpPr txBox="1"/>
          <p:nvPr>
            <p:ph type="title"/>
          </p:nvPr>
        </p:nvSpPr>
        <p:spPr>
          <a:xfrm>
            <a:off x="3004575" y="3476150"/>
            <a:ext cx="5995800" cy="1603200"/>
          </a:xfrm>
          <a:prstGeom prst="rect">
            <a:avLst/>
          </a:prstGeom>
          <a:solidFill>
            <a:srgbClr val="898B90">
              <a:alpha val="67843"/>
            </a:srgbClr>
          </a:solid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5400">
                <a:latin typeface="Calibri"/>
                <a:ea typeface="Calibri"/>
                <a:cs typeface="Calibri"/>
                <a:sym typeface="Calibri"/>
              </a:defRPr>
            </a:lvl1pPr>
            <a:lvl2pPr lvl="1" algn="r">
              <a:lnSpc>
                <a:spcPct val="100000"/>
              </a:lnSpc>
              <a:spcBef>
                <a:spcPts val="0"/>
              </a:spcBef>
              <a:spcAft>
                <a:spcPts val="0"/>
              </a:spcAft>
              <a:buSzPts val="1400"/>
              <a:buNone/>
              <a:defRPr sz="5400"/>
            </a:lvl2pPr>
            <a:lvl3pPr lvl="2" algn="r">
              <a:lnSpc>
                <a:spcPct val="100000"/>
              </a:lnSpc>
              <a:spcBef>
                <a:spcPts val="0"/>
              </a:spcBef>
              <a:spcAft>
                <a:spcPts val="0"/>
              </a:spcAft>
              <a:buSzPts val="1400"/>
              <a:buNone/>
              <a:defRPr sz="5400"/>
            </a:lvl3pPr>
            <a:lvl4pPr lvl="3" algn="r">
              <a:lnSpc>
                <a:spcPct val="100000"/>
              </a:lnSpc>
              <a:spcBef>
                <a:spcPts val="0"/>
              </a:spcBef>
              <a:spcAft>
                <a:spcPts val="0"/>
              </a:spcAft>
              <a:buSzPts val="1400"/>
              <a:buNone/>
              <a:defRPr sz="5400"/>
            </a:lvl4pPr>
            <a:lvl5pPr lvl="4" algn="r">
              <a:lnSpc>
                <a:spcPct val="100000"/>
              </a:lnSpc>
              <a:spcBef>
                <a:spcPts val="0"/>
              </a:spcBef>
              <a:spcAft>
                <a:spcPts val="0"/>
              </a:spcAft>
              <a:buSzPts val="1400"/>
              <a:buNone/>
              <a:defRPr sz="5400"/>
            </a:lvl5pPr>
            <a:lvl6pPr lvl="5" algn="r">
              <a:lnSpc>
                <a:spcPct val="100000"/>
              </a:lnSpc>
              <a:spcBef>
                <a:spcPts val="0"/>
              </a:spcBef>
              <a:spcAft>
                <a:spcPts val="0"/>
              </a:spcAft>
              <a:buSzPts val="1400"/>
              <a:buNone/>
              <a:defRPr sz="5400"/>
            </a:lvl6pPr>
            <a:lvl7pPr lvl="6" algn="r">
              <a:lnSpc>
                <a:spcPct val="100000"/>
              </a:lnSpc>
              <a:spcBef>
                <a:spcPts val="0"/>
              </a:spcBef>
              <a:spcAft>
                <a:spcPts val="0"/>
              </a:spcAft>
              <a:buSzPts val="1400"/>
              <a:buNone/>
              <a:defRPr sz="5400"/>
            </a:lvl7pPr>
            <a:lvl8pPr lvl="7" algn="r">
              <a:lnSpc>
                <a:spcPct val="100000"/>
              </a:lnSpc>
              <a:spcBef>
                <a:spcPts val="0"/>
              </a:spcBef>
              <a:spcAft>
                <a:spcPts val="0"/>
              </a:spcAft>
              <a:buSzPts val="1400"/>
              <a:buNone/>
              <a:defRPr sz="5400"/>
            </a:lvl8pPr>
            <a:lvl9pPr lvl="8" algn="r">
              <a:lnSpc>
                <a:spcPct val="100000"/>
              </a:lnSpc>
              <a:spcBef>
                <a:spcPts val="0"/>
              </a:spcBef>
              <a:spcAft>
                <a:spcPts val="0"/>
              </a:spcAft>
              <a:buSzPts val="1400"/>
              <a:buNone/>
              <a:defRPr sz="54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44" name="Shape 144"/>
        <p:cNvGrpSpPr/>
        <p:nvPr/>
      </p:nvGrpSpPr>
      <p:grpSpPr>
        <a:xfrm>
          <a:off x="0" y="0"/>
          <a:ext cx="0" cy="0"/>
          <a:chOff x="0" y="0"/>
          <a:chExt cx="0" cy="0"/>
        </a:xfrm>
      </p:grpSpPr>
      <p:sp>
        <p:nvSpPr>
          <p:cNvPr id="145" name="Google Shape;145;p92"/>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92"/>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47" name="Shape 147"/>
        <p:cNvGrpSpPr/>
        <p:nvPr/>
      </p:nvGrpSpPr>
      <p:grpSpPr>
        <a:xfrm>
          <a:off x="0" y="0"/>
          <a:ext cx="0" cy="0"/>
          <a:chOff x="0" y="0"/>
          <a:chExt cx="0" cy="0"/>
        </a:xfrm>
      </p:grpSpPr>
      <p:sp>
        <p:nvSpPr>
          <p:cNvPr id="148" name="Google Shape;148;p93"/>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93"/>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50" name="Shape 150"/>
        <p:cNvGrpSpPr/>
        <p:nvPr/>
      </p:nvGrpSpPr>
      <p:grpSpPr>
        <a:xfrm>
          <a:off x="0" y="0"/>
          <a:ext cx="0" cy="0"/>
          <a:chOff x="0" y="0"/>
          <a:chExt cx="0" cy="0"/>
        </a:xfrm>
      </p:grpSpPr>
      <p:sp>
        <p:nvSpPr>
          <p:cNvPr id="151" name="Google Shape;151;p9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94"/>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3" name="Google Shape;153;p94"/>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4" name="Shape 154"/>
        <p:cNvGrpSpPr/>
        <p:nvPr/>
      </p:nvGrpSpPr>
      <p:grpSpPr>
        <a:xfrm>
          <a:off x="0" y="0"/>
          <a:ext cx="0" cy="0"/>
          <a:chOff x="0" y="0"/>
          <a:chExt cx="0" cy="0"/>
        </a:xfrm>
      </p:grpSpPr>
      <p:sp>
        <p:nvSpPr>
          <p:cNvPr id="155" name="Google Shape;155;p95"/>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56" name="Shape 156"/>
        <p:cNvGrpSpPr/>
        <p:nvPr/>
      </p:nvGrpSpPr>
      <p:grpSpPr>
        <a:xfrm>
          <a:off x="0" y="0"/>
          <a:ext cx="0" cy="0"/>
          <a:chOff x="0" y="0"/>
          <a:chExt cx="0" cy="0"/>
        </a:xfrm>
      </p:grpSpPr>
      <p:sp>
        <p:nvSpPr>
          <p:cNvPr id="157" name="Google Shape;157;p96"/>
          <p:cNvSpPr txBox="1"/>
          <p:nvPr>
            <p:ph idx="1" type="subTitle"/>
          </p:nvPr>
        </p:nvSpPr>
        <p:spPr>
          <a:xfrm>
            <a:off x="457200" y="273600"/>
            <a:ext cx="82292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58" name="Shape 158"/>
        <p:cNvGrpSpPr/>
        <p:nvPr/>
      </p:nvGrpSpPr>
      <p:grpSpPr>
        <a:xfrm>
          <a:off x="0" y="0"/>
          <a:ext cx="0" cy="0"/>
          <a:chOff x="0" y="0"/>
          <a:chExt cx="0" cy="0"/>
        </a:xfrm>
      </p:grpSpPr>
      <p:sp>
        <p:nvSpPr>
          <p:cNvPr id="159" name="Google Shape;159;p97"/>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97"/>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1" name="Google Shape;161;p97"/>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2" name="Google Shape;162;p97"/>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63" name="Shape 163"/>
        <p:cNvGrpSpPr/>
        <p:nvPr/>
      </p:nvGrpSpPr>
      <p:grpSpPr>
        <a:xfrm>
          <a:off x="0" y="0"/>
          <a:ext cx="0" cy="0"/>
          <a:chOff x="0" y="0"/>
          <a:chExt cx="0" cy="0"/>
        </a:xfrm>
      </p:grpSpPr>
      <p:sp>
        <p:nvSpPr>
          <p:cNvPr id="164" name="Google Shape;164;p9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9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6" name="Google Shape;166;p98"/>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7" name="Google Shape;167;p98"/>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68" name="Shape 168"/>
        <p:cNvGrpSpPr/>
        <p:nvPr/>
      </p:nvGrpSpPr>
      <p:grpSpPr>
        <a:xfrm>
          <a:off x="0" y="0"/>
          <a:ext cx="0" cy="0"/>
          <a:chOff x="0" y="0"/>
          <a:chExt cx="0" cy="0"/>
        </a:xfrm>
      </p:grpSpPr>
      <p:sp>
        <p:nvSpPr>
          <p:cNvPr id="169" name="Google Shape;169;p99"/>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99"/>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1" name="Google Shape;171;p99"/>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2" name="Google Shape;172;p99"/>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73" name="Shape 173"/>
        <p:cNvGrpSpPr/>
        <p:nvPr/>
      </p:nvGrpSpPr>
      <p:grpSpPr>
        <a:xfrm>
          <a:off x="0" y="0"/>
          <a:ext cx="0" cy="0"/>
          <a:chOff x="0" y="0"/>
          <a:chExt cx="0" cy="0"/>
        </a:xfrm>
      </p:grpSpPr>
      <p:sp>
        <p:nvSpPr>
          <p:cNvPr id="174" name="Google Shape;174;p100"/>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100"/>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6" name="Google Shape;176;p100"/>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77" name="Shape 177"/>
        <p:cNvGrpSpPr/>
        <p:nvPr/>
      </p:nvGrpSpPr>
      <p:grpSpPr>
        <a:xfrm>
          <a:off x="0" y="0"/>
          <a:ext cx="0" cy="0"/>
          <a:chOff x="0" y="0"/>
          <a:chExt cx="0" cy="0"/>
        </a:xfrm>
      </p:grpSpPr>
      <p:sp>
        <p:nvSpPr>
          <p:cNvPr id="178" name="Google Shape;178;p10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10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0" name="Google Shape;180;p101"/>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1" name="Google Shape;181;p10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2" name="Google Shape;182;p101"/>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83" name="Shape 183"/>
        <p:cNvGrpSpPr/>
        <p:nvPr/>
      </p:nvGrpSpPr>
      <p:grpSpPr>
        <a:xfrm>
          <a:off x="0" y="0"/>
          <a:ext cx="0" cy="0"/>
          <a:chOff x="0" y="0"/>
          <a:chExt cx="0" cy="0"/>
        </a:xfrm>
      </p:grpSpPr>
      <p:sp>
        <p:nvSpPr>
          <p:cNvPr id="184" name="Google Shape;184;p102"/>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102"/>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6" name="Google Shape;186;p102"/>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7" name="Google Shape;187;p102"/>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8" name="Google Shape;188;p102"/>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9" name="Google Shape;189;p102"/>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0" name="Google Shape;190;p102"/>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97" name="Shape 197"/>
        <p:cNvGrpSpPr/>
        <p:nvPr/>
      </p:nvGrpSpPr>
      <p:grpSpPr>
        <a:xfrm>
          <a:off x="0" y="0"/>
          <a:ext cx="0" cy="0"/>
          <a:chOff x="0" y="0"/>
          <a:chExt cx="0" cy="0"/>
        </a:xfrm>
      </p:grpSpPr>
      <p:pic>
        <p:nvPicPr>
          <p:cNvPr id="198" name="Google Shape;198;g1350e5ad54e_0_239"/>
          <p:cNvPicPr preferRelativeResize="0"/>
          <p:nvPr/>
        </p:nvPicPr>
        <p:blipFill rotWithShape="1">
          <a:blip r:embed="rId2">
            <a:alphaModFix/>
          </a:blip>
          <a:srcRect b="0" l="0" r="0" t="0"/>
          <a:stretch/>
        </p:blipFill>
        <p:spPr>
          <a:xfrm>
            <a:off x="0" y="5006"/>
            <a:ext cx="9144000" cy="5143500"/>
          </a:xfrm>
          <a:prstGeom prst="rect">
            <a:avLst/>
          </a:prstGeom>
          <a:noFill/>
          <a:ln>
            <a:noFill/>
          </a:ln>
        </p:spPr>
      </p:pic>
      <p:sp>
        <p:nvSpPr>
          <p:cNvPr id="199" name="Google Shape;199;g1350e5ad54e_0_239"/>
          <p:cNvSpPr/>
          <p:nvPr/>
        </p:nvSpPr>
        <p:spPr>
          <a:xfrm>
            <a:off x="2316356" y="4468096"/>
            <a:ext cx="4866074" cy="32404"/>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0" name="Google Shape;200;g1350e5ad54e_0_239"/>
          <p:cNvSpPr/>
          <p:nvPr/>
        </p:nvSpPr>
        <p:spPr>
          <a:xfrm>
            <a:off x="2316356" y="3834001"/>
            <a:ext cx="4866074" cy="633262"/>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1" name="Google Shape;201;g1350e5ad54e_0_239"/>
          <p:cNvSpPr txBox="1"/>
          <p:nvPr>
            <p:ph idx="1" type="body"/>
          </p:nvPr>
        </p:nvSpPr>
        <p:spPr>
          <a:xfrm>
            <a:off x="2337113" y="3881760"/>
            <a:ext cx="4843500" cy="504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27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02" name="Google Shape;202;g1350e5ad54e_0_239"/>
          <p:cNvSpPr txBox="1"/>
          <p:nvPr>
            <p:ph idx="2" type="body"/>
          </p:nvPr>
        </p:nvSpPr>
        <p:spPr>
          <a:xfrm>
            <a:off x="2145923" y="3181445"/>
            <a:ext cx="5198700" cy="5601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30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03" name="Google Shape;203;g1350e5ad54e_0_239"/>
          <p:cNvSpPr txBox="1"/>
          <p:nvPr>
            <p:ph idx="3" type="body"/>
          </p:nvPr>
        </p:nvSpPr>
        <p:spPr>
          <a:xfrm>
            <a:off x="2316356" y="4655238"/>
            <a:ext cx="4864500" cy="2985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sz="1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pic>
        <p:nvPicPr>
          <p:cNvPr id="204" name="Google Shape;204;g1350e5ad54e_0_239"/>
          <p:cNvPicPr preferRelativeResize="0"/>
          <p:nvPr/>
        </p:nvPicPr>
        <p:blipFill rotWithShape="1">
          <a:blip r:embed="rId3">
            <a:alphaModFix/>
          </a:blip>
          <a:srcRect b="0" l="0" r="0" t="0"/>
          <a:stretch/>
        </p:blipFill>
        <p:spPr>
          <a:xfrm>
            <a:off x="3406545" y="5145301"/>
            <a:ext cx="2829421" cy="930811"/>
          </a:xfrm>
          <a:prstGeom prst="rect">
            <a:avLst/>
          </a:prstGeom>
          <a:noFill/>
          <a:ln>
            <a:noFill/>
          </a:ln>
        </p:spPr>
      </p:pic>
      <p:pic>
        <p:nvPicPr>
          <p:cNvPr id="205" name="Google Shape;205;g1350e5ad54e_0_239"/>
          <p:cNvPicPr preferRelativeResize="0"/>
          <p:nvPr/>
        </p:nvPicPr>
        <p:blipFill rotWithShape="1">
          <a:blip r:embed="rId4">
            <a:alphaModFix/>
          </a:blip>
          <a:srcRect b="0" l="0" r="0" t="0"/>
          <a:stretch/>
        </p:blipFill>
        <p:spPr>
          <a:xfrm>
            <a:off x="3734609" y="6235425"/>
            <a:ext cx="1921388" cy="379107"/>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206" name="Shape 206"/>
        <p:cNvGrpSpPr/>
        <p:nvPr/>
      </p:nvGrpSpPr>
      <p:grpSpPr>
        <a:xfrm>
          <a:off x="0" y="0"/>
          <a:ext cx="0" cy="0"/>
          <a:chOff x="0" y="0"/>
          <a:chExt cx="0" cy="0"/>
        </a:xfrm>
      </p:grpSpPr>
      <p:sp>
        <p:nvSpPr>
          <p:cNvPr id="207" name="Google Shape;207;g1350e5ad54e_0_248"/>
          <p:cNvSpPr/>
          <p:nvPr/>
        </p:nvSpPr>
        <p:spPr>
          <a:xfrm>
            <a:off x="6641923" y="1072405"/>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8" name="Google Shape;208;g1350e5ad54e_0_248"/>
          <p:cNvSpPr/>
          <p:nvPr/>
        </p:nvSpPr>
        <p:spPr>
          <a:xfrm>
            <a:off x="4737235" y="1072405"/>
            <a:ext cx="1543726" cy="4614501"/>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9" name="Google Shape;209;g1350e5ad54e_0_248"/>
          <p:cNvSpPr/>
          <p:nvPr/>
        </p:nvSpPr>
        <p:spPr>
          <a:xfrm>
            <a:off x="2886920" y="1099589"/>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0" name="Google Shape;210;g1350e5ad54e_0_248"/>
          <p:cNvSpPr/>
          <p:nvPr/>
        </p:nvSpPr>
        <p:spPr>
          <a:xfrm>
            <a:off x="1016851" y="1103824"/>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1" name="Google Shape;211;g1350e5ad54e_0_248"/>
          <p:cNvSpPr txBox="1"/>
          <p:nvPr>
            <p:ph idx="1" type="body"/>
          </p:nvPr>
        </p:nvSpPr>
        <p:spPr>
          <a:xfrm>
            <a:off x="1106176"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2" name="Google Shape;212;g1350e5ad54e_0_248"/>
          <p:cNvSpPr txBox="1"/>
          <p:nvPr>
            <p:ph idx="2" type="body"/>
          </p:nvPr>
        </p:nvSpPr>
        <p:spPr>
          <a:xfrm>
            <a:off x="1106176"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3" name="Google Shape;213;g1350e5ad54e_0_248"/>
          <p:cNvSpPr txBox="1"/>
          <p:nvPr>
            <p:ph idx="3" type="body"/>
          </p:nvPr>
        </p:nvSpPr>
        <p:spPr>
          <a:xfrm>
            <a:off x="1146591"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4" name="Google Shape;214;g1350e5ad54e_0_248"/>
          <p:cNvSpPr txBox="1"/>
          <p:nvPr>
            <p:ph idx="4" type="body"/>
          </p:nvPr>
        </p:nvSpPr>
        <p:spPr>
          <a:xfrm>
            <a:off x="298819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5" name="Google Shape;215;g1350e5ad54e_0_248"/>
          <p:cNvSpPr txBox="1"/>
          <p:nvPr>
            <p:ph idx="5" type="body"/>
          </p:nvPr>
        </p:nvSpPr>
        <p:spPr>
          <a:xfrm>
            <a:off x="298819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6" name="Google Shape;216;g1350e5ad54e_0_248"/>
          <p:cNvSpPr txBox="1"/>
          <p:nvPr>
            <p:ph idx="6" type="body"/>
          </p:nvPr>
        </p:nvSpPr>
        <p:spPr>
          <a:xfrm>
            <a:off x="302860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7" name="Google Shape;217;g1350e5ad54e_0_248"/>
          <p:cNvSpPr txBox="1"/>
          <p:nvPr>
            <p:ph idx="7" type="body"/>
          </p:nvPr>
        </p:nvSpPr>
        <p:spPr>
          <a:xfrm>
            <a:off x="4840661"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8" name="Google Shape;218;g1350e5ad54e_0_248"/>
          <p:cNvSpPr txBox="1"/>
          <p:nvPr>
            <p:ph idx="8" type="body"/>
          </p:nvPr>
        </p:nvSpPr>
        <p:spPr>
          <a:xfrm>
            <a:off x="4840661"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19" name="Google Shape;219;g1350e5ad54e_0_248"/>
          <p:cNvSpPr txBox="1"/>
          <p:nvPr>
            <p:ph idx="9" type="body"/>
          </p:nvPr>
        </p:nvSpPr>
        <p:spPr>
          <a:xfrm>
            <a:off x="4881076"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0" name="Google Shape;220;g1350e5ad54e_0_248"/>
          <p:cNvSpPr txBox="1"/>
          <p:nvPr>
            <p:ph idx="13" type="body"/>
          </p:nvPr>
        </p:nvSpPr>
        <p:spPr>
          <a:xfrm>
            <a:off x="675158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1" name="Google Shape;221;g1350e5ad54e_0_248"/>
          <p:cNvSpPr txBox="1"/>
          <p:nvPr>
            <p:ph idx="14" type="body"/>
          </p:nvPr>
        </p:nvSpPr>
        <p:spPr>
          <a:xfrm>
            <a:off x="675158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2" name="Google Shape;222;g1350e5ad54e_0_248"/>
          <p:cNvSpPr txBox="1"/>
          <p:nvPr>
            <p:ph idx="15" type="body"/>
          </p:nvPr>
        </p:nvSpPr>
        <p:spPr>
          <a:xfrm>
            <a:off x="679199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23" name="Google Shape;223;g1350e5ad54e_0_248"/>
          <p:cNvSpPr/>
          <p:nvPr/>
        </p:nvSpPr>
        <p:spPr>
          <a:xfrm>
            <a:off x="1627955"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4" name="Google Shape;224;g1350e5ad54e_0_248"/>
          <p:cNvSpPr/>
          <p:nvPr/>
        </p:nvSpPr>
        <p:spPr>
          <a:xfrm>
            <a:off x="3487518"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5" name="Google Shape;225;g1350e5ad54e_0_248"/>
          <p:cNvSpPr/>
          <p:nvPr/>
        </p:nvSpPr>
        <p:spPr>
          <a:xfrm>
            <a:off x="7275343"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6" name="Google Shape;226;g1350e5ad54e_0_248"/>
          <p:cNvSpPr/>
          <p:nvPr/>
        </p:nvSpPr>
        <p:spPr>
          <a:xfrm>
            <a:off x="5334481" y="3468543"/>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7" name="Google Shape;227;g1350e5ad54e_0_248"/>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8" name="Google Shape;228;g1350e5ad54e_0_248"/>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29" name="Google Shape;229;g1350e5ad54e_0_248"/>
          <p:cNvGrpSpPr/>
          <p:nvPr/>
        </p:nvGrpSpPr>
        <p:grpSpPr>
          <a:xfrm>
            <a:off x="8700930" y="6279499"/>
            <a:ext cx="202706" cy="362724"/>
            <a:chOff x="18406074" y="10234089"/>
            <a:chExt cx="445703" cy="598160"/>
          </a:xfrm>
        </p:grpSpPr>
        <p:sp>
          <p:nvSpPr>
            <p:cNvPr id="230" name="Google Shape;230;g1350e5ad54e_0_248"/>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31" name="Google Shape;231;g1350e5ad54e_0_248"/>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232" name="Google Shape;232;g1350e5ad54e_0_248"/>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233" name="Shape 233"/>
        <p:cNvGrpSpPr/>
        <p:nvPr/>
      </p:nvGrpSpPr>
      <p:grpSpPr>
        <a:xfrm>
          <a:off x="0" y="0"/>
          <a:ext cx="0" cy="0"/>
          <a:chOff x="0" y="0"/>
          <a:chExt cx="0" cy="0"/>
        </a:xfrm>
      </p:grpSpPr>
      <p:sp>
        <p:nvSpPr>
          <p:cNvPr id="234" name="Google Shape;234;g1350e5ad54e_0_275"/>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spcBef>
                <a:spcPts val="0"/>
              </a:spcBef>
              <a:spcAft>
                <a:spcPts val="0"/>
              </a:spcAft>
              <a:buNone/>
            </a:pPr>
            <a:r>
              <a:t/>
            </a:r>
            <a:endParaRPr sz="900">
              <a:solidFill>
                <a:schemeClr val="lt1"/>
              </a:solidFill>
              <a:latin typeface="Calibri"/>
              <a:ea typeface="Calibri"/>
              <a:cs typeface="Calibri"/>
              <a:sym typeface="Calibri"/>
            </a:endParaRPr>
          </a:p>
        </p:txBody>
      </p:sp>
      <p:sp>
        <p:nvSpPr>
          <p:cNvPr id="235" name="Google Shape;235;g1350e5ad54e_0_275"/>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6" name="Google Shape;236;g1350e5ad54e_0_275"/>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37" name="Google Shape;237;g1350e5ad54e_0_275"/>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sz="1000">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38" name="Google Shape;238;g1350e5ad54e_0_27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9" name="Google Shape;239;g1350e5ad54e_0_27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40" name="Google Shape;240;g1350e5ad54e_0_275"/>
          <p:cNvGrpSpPr/>
          <p:nvPr/>
        </p:nvGrpSpPr>
        <p:grpSpPr>
          <a:xfrm>
            <a:off x="8700930" y="6279499"/>
            <a:ext cx="202706" cy="362724"/>
            <a:chOff x="18406074" y="10234089"/>
            <a:chExt cx="445703" cy="598160"/>
          </a:xfrm>
        </p:grpSpPr>
        <p:sp>
          <p:nvSpPr>
            <p:cNvPr id="241" name="Google Shape;241;g1350e5ad54e_0_27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42" name="Google Shape;242;g1350e5ad54e_0_275"/>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243" name="Google Shape;243;g1350e5ad54e_0_275"/>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4" name="Shape 244"/>
        <p:cNvGrpSpPr/>
        <p:nvPr/>
      </p:nvGrpSpPr>
      <p:grpSpPr>
        <a:xfrm>
          <a:off x="0" y="0"/>
          <a:ext cx="0" cy="0"/>
          <a:chOff x="0" y="0"/>
          <a:chExt cx="0" cy="0"/>
        </a:xfrm>
      </p:grpSpPr>
      <p:pic>
        <p:nvPicPr>
          <p:cNvPr id="245" name="Google Shape;245;g1350e5ad54e_0_286"/>
          <p:cNvPicPr preferRelativeResize="0"/>
          <p:nvPr/>
        </p:nvPicPr>
        <p:blipFill rotWithShape="1">
          <a:blip r:embed="rId2">
            <a:alphaModFix/>
          </a:blip>
          <a:srcRect b="0" l="0" r="0" t="0"/>
          <a:stretch/>
        </p:blipFill>
        <p:spPr>
          <a:xfrm>
            <a:off x="0" y="0"/>
            <a:ext cx="9144000" cy="4474182"/>
          </a:xfrm>
          <a:prstGeom prst="rect">
            <a:avLst/>
          </a:prstGeom>
          <a:noFill/>
          <a:ln>
            <a:noFill/>
          </a:ln>
        </p:spPr>
      </p:pic>
      <p:sp>
        <p:nvSpPr>
          <p:cNvPr id="246" name="Google Shape;246;g1350e5ad54e_0_28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7" name="Google Shape;247;g1350e5ad54e_0_28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48" name="Google Shape;248;g1350e5ad54e_0_286"/>
          <p:cNvGrpSpPr/>
          <p:nvPr/>
        </p:nvGrpSpPr>
        <p:grpSpPr>
          <a:xfrm>
            <a:off x="8700930" y="6279499"/>
            <a:ext cx="202706" cy="362724"/>
            <a:chOff x="18406074" y="10234089"/>
            <a:chExt cx="445703" cy="598160"/>
          </a:xfrm>
        </p:grpSpPr>
        <p:sp>
          <p:nvSpPr>
            <p:cNvPr id="249" name="Google Shape;249;g1350e5ad54e_0_28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50" name="Google Shape;250;g1350e5ad54e_0_286"/>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51" name="Google Shape;251;g1350e5ad54e_0_286"/>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52" name="Google Shape;252;g1350e5ad54e_0_286"/>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53" name="Google Shape;253;g1350e5ad54e_0_286"/>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54" name="Google Shape;254;g1350e5ad54e_0_286"/>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55" name="Shape 255"/>
        <p:cNvGrpSpPr/>
        <p:nvPr/>
      </p:nvGrpSpPr>
      <p:grpSpPr>
        <a:xfrm>
          <a:off x="0" y="0"/>
          <a:ext cx="0" cy="0"/>
          <a:chOff x="0" y="0"/>
          <a:chExt cx="0" cy="0"/>
        </a:xfrm>
      </p:grpSpPr>
      <p:pic>
        <p:nvPicPr>
          <p:cNvPr id="256" name="Google Shape;256;g1350e5ad54e_0_297"/>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257" name="Google Shape;257;g1350e5ad54e_0_297"/>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58" name="Google Shape;258;g1350e5ad54e_0_297"/>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59" name="Google Shape;259;g1350e5ad54e_0_297"/>
          <p:cNvGrpSpPr/>
          <p:nvPr/>
        </p:nvGrpSpPr>
        <p:grpSpPr>
          <a:xfrm>
            <a:off x="8700930" y="6279499"/>
            <a:ext cx="202706" cy="362724"/>
            <a:chOff x="18406074" y="10234089"/>
            <a:chExt cx="445703" cy="598160"/>
          </a:xfrm>
        </p:grpSpPr>
        <p:sp>
          <p:nvSpPr>
            <p:cNvPr id="260" name="Google Shape;260;g1350e5ad54e_0_297"/>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61" name="Google Shape;261;g1350e5ad54e_0_297"/>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62" name="Google Shape;262;g1350e5ad54e_0_297"/>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63" name="Google Shape;263;g1350e5ad54e_0_297"/>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64" name="Google Shape;264;g1350e5ad54e_0_297"/>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65" name="Google Shape;265;g1350e5ad54e_0_297"/>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6" name="Shape 266"/>
        <p:cNvGrpSpPr/>
        <p:nvPr/>
      </p:nvGrpSpPr>
      <p:grpSpPr>
        <a:xfrm>
          <a:off x="0" y="0"/>
          <a:ext cx="0" cy="0"/>
          <a:chOff x="0" y="0"/>
          <a:chExt cx="0" cy="0"/>
        </a:xfrm>
      </p:grpSpPr>
      <p:pic>
        <p:nvPicPr>
          <p:cNvPr id="267" name="Google Shape;267;g1350e5ad54e_0_308"/>
          <p:cNvPicPr preferRelativeResize="0"/>
          <p:nvPr/>
        </p:nvPicPr>
        <p:blipFill rotWithShape="1">
          <a:blip r:embed="rId2">
            <a:alphaModFix/>
          </a:blip>
          <a:srcRect b="0" l="0" r="0" t="0"/>
          <a:stretch/>
        </p:blipFill>
        <p:spPr>
          <a:xfrm>
            <a:off x="0" y="-31652"/>
            <a:ext cx="9144000" cy="4560444"/>
          </a:xfrm>
          <a:prstGeom prst="rect">
            <a:avLst/>
          </a:prstGeom>
          <a:noFill/>
          <a:ln>
            <a:noFill/>
          </a:ln>
        </p:spPr>
      </p:pic>
      <p:sp>
        <p:nvSpPr>
          <p:cNvPr id="268" name="Google Shape;268;g1350e5ad54e_0_308"/>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69" name="Google Shape;269;g1350e5ad54e_0_308"/>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70" name="Google Shape;270;g1350e5ad54e_0_308"/>
          <p:cNvGrpSpPr/>
          <p:nvPr/>
        </p:nvGrpSpPr>
        <p:grpSpPr>
          <a:xfrm>
            <a:off x="8700930" y="6279499"/>
            <a:ext cx="202706" cy="362724"/>
            <a:chOff x="18406074" y="10234089"/>
            <a:chExt cx="445703" cy="598160"/>
          </a:xfrm>
        </p:grpSpPr>
        <p:sp>
          <p:nvSpPr>
            <p:cNvPr id="271" name="Google Shape;271;g1350e5ad54e_0_308"/>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72" name="Google Shape;272;g1350e5ad54e_0_308"/>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73" name="Google Shape;273;g1350e5ad54e_0_308"/>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74" name="Google Shape;274;g1350e5ad54e_0_308"/>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75" name="Google Shape;275;g1350e5ad54e_0_308"/>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76" name="Google Shape;276;g1350e5ad54e_0_308"/>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277" name="Shape 277"/>
        <p:cNvGrpSpPr/>
        <p:nvPr/>
      </p:nvGrpSpPr>
      <p:grpSpPr>
        <a:xfrm>
          <a:off x="0" y="0"/>
          <a:ext cx="0" cy="0"/>
          <a:chOff x="0" y="0"/>
          <a:chExt cx="0" cy="0"/>
        </a:xfrm>
      </p:grpSpPr>
      <p:pic>
        <p:nvPicPr>
          <p:cNvPr id="278" name="Google Shape;278;g1350e5ad54e_0_319"/>
          <p:cNvPicPr preferRelativeResize="0"/>
          <p:nvPr/>
        </p:nvPicPr>
        <p:blipFill rotWithShape="1">
          <a:blip r:embed="rId2">
            <a:alphaModFix/>
          </a:blip>
          <a:srcRect b="0" l="0" r="0" t="0"/>
          <a:stretch/>
        </p:blipFill>
        <p:spPr>
          <a:xfrm>
            <a:off x="0" y="-13477"/>
            <a:ext cx="9147648" cy="4569040"/>
          </a:xfrm>
          <a:prstGeom prst="rect">
            <a:avLst/>
          </a:prstGeom>
          <a:noFill/>
          <a:ln>
            <a:noFill/>
          </a:ln>
        </p:spPr>
      </p:pic>
      <p:sp>
        <p:nvSpPr>
          <p:cNvPr id="279" name="Google Shape;279;g1350e5ad54e_0_319"/>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80" name="Google Shape;280;g1350e5ad54e_0_319"/>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81" name="Google Shape;281;g1350e5ad54e_0_319"/>
          <p:cNvGrpSpPr/>
          <p:nvPr/>
        </p:nvGrpSpPr>
        <p:grpSpPr>
          <a:xfrm>
            <a:off x="8700930" y="6279499"/>
            <a:ext cx="202706" cy="362724"/>
            <a:chOff x="18406074" y="10234089"/>
            <a:chExt cx="445703" cy="598160"/>
          </a:xfrm>
        </p:grpSpPr>
        <p:sp>
          <p:nvSpPr>
            <p:cNvPr id="282" name="Google Shape;282;g1350e5ad54e_0_319"/>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83" name="Google Shape;283;g1350e5ad54e_0_319"/>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84" name="Google Shape;284;g1350e5ad54e_0_319"/>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85" name="Google Shape;285;g1350e5ad54e_0_319"/>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86" name="Google Shape;286;g1350e5ad54e_0_319"/>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87" name="Google Shape;287;g1350e5ad54e_0_319"/>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4" name="Shape 294"/>
        <p:cNvGrpSpPr/>
        <p:nvPr/>
      </p:nvGrpSpPr>
      <p:grpSpPr>
        <a:xfrm>
          <a:off x="0" y="0"/>
          <a:ext cx="0" cy="0"/>
          <a:chOff x="0" y="0"/>
          <a:chExt cx="0" cy="0"/>
        </a:xfrm>
      </p:grpSpPr>
      <p:pic>
        <p:nvPicPr>
          <p:cNvPr id="295" name="Google Shape;295;g1350e5ad54e_0_497"/>
          <p:cNvPicPr preferRelativeResize="0"/>
          <p:nvPr/>
        </p:nvPicPr>
        <p:blipFill rotWithShape="1">
          <a:blip r:embed="rId2">
            <a:alphaModFix/>
          </a:blip>
          <a:srcRect b="0" l="0" r="0" t="0"/>
          <a:stretch/>
        </p:blipFill>
        <p:spPr>
          <a:xfrm>
            <a:off x="0" y="5006"/>
            <a:ext cx="9144000" cy="5143500"/>
          </a:xfrm>
          <a:prstGeom prst="rect">
            <a:avLst/>
          </a:prstGeom>
          <a:noFill/>
          <a:ln>
            <a:noFill/>
          </a:ln>
        </p:spPr>
      </p:pic>
      <p:sp>
        <p:nvSpPr>
          <p:cNvPr id="296" name="Google Shape;296;g1350e5ad54e_0_497"/>
          <p:cNvSpPr/>
          <p:nvPr/>
        </p:nvSpPr>
        <p:spPr>
          <a:xfrm>
            <a:off x="2316356" y="4468096"/>
            <a:ext cx="4866074" cy="32404"/>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97" name="Google Shape;297;g1350e5ad54e_0_497"/>
          <p:cNvSpPr/>
          <p:nvPr/>
        </p:nvSpPr>
        <p:spPr>
          <a:xfrm>
            <a:off x="2316356" y="3834001"/>
            <a:ext cx="4866074" cy="633262"/>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98" name="Google Shape;298;g1350e5ad54e_0_497"/>
          <p:cNvSpPr txBox="1"/>
          <p:nvPr>
            <p:ph idx="1" type="body"/>
          </p:nvPr>
        </p:nvSpPr>
        <p:spPr>
          <a:xfrm>
            <a:off x="2337113" y="3881760"/>
            <a:ext cx="4843500" cy="504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2700">
                <a:solidFill>
                  <a:schemeClr val="dk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299" name="Google Shape;299;g1350e5ad54e_0_497"/>
          <p:cNvSpPr txBox="1"/>
          <p:nvPr>
            <p:ph idx="2" type="body"/>
          </p:nvPr>
        </p:nvSpPr>
        <p:spPr>
          <a:xfrm>
            <a:off x="2145923" y="3181445"/>
            <a:ext cx="5198700" cy="5601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30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00" name="Google Shape;300;g1350e5ad54e_0_497"/>
          <p:cNvSpPr txBox="1"/>
          <p:nvPr>
            <p:ph idx="3" type="body"/>
          </p:nvPr>
        </p:nvSpPr>
        <p:spPr>
          <a:xfrm>
            <a:off x="2316356" y="4655238"/>
            <a:ext cx="4864500" cy="2985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sz="1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pic>
        <p:nvPicPr>
          <p:cNvPr id="301" name="Google Shape;301;g1350e5ad54e_0_497"/>
          <p:cNvPicPr preferRelativeResize="0"/>
          <p:nvPr/>
        </p:nvPicPr>
        <p:blipFill rotWithShape="1">
          <a:blip r:embed="rId3">
            <a:alphaModFix/>
          </a:blip>
          <a:srcRect b="0" l="0" r="0" t="0"/>
          <a:stretch/>
        </p:blipFill>
        <p:spPr>
          <a:xfrm>
            <a:off x="3406545" y="5145301"/>
            <a:ext cx="2829421" cy="930811"/>
          </a:xfrm>
          <a:prstGeom prst="rect">
            <a:avLst/>
          </a:prstGeom>
          <a:noFill/>
          <a:ln>
            <a:noFill/>
          </a:ln>
        </p:spPr>
      </p:pic>
      <p:pic>
        <p:nvPicPr>
          <p:cNvPr id="302" name="Google Shape;302;g1350e5ad54e_0_497"/>
          <p:cNvPicPr preferRelativeResize="0"/>
          <p:nvPr/>
        </p:nvPicPr>
        <p:blipFill rotWithShape="1">
          <a:blip r:embed="rId4">
            <a:alphaModFix/>
          </a:blip>
          <a:srcRect b="0" l="0" r="0" t="0"/>
          <a:stretch/>
        </p:blipFill>
        <p:spPr>
          <a:xfrm>
            <a:off x="3734609" y="6235425"/>
            <a:ext cx="1921388" cy="379107"/>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303" name="Shape 303"/>
        <p:cNvGrpSpPr/>
        <p:nvPr/>
      </p:nvGrpSpPr>
      <p:grpSpPr>
        <a:xfrm>
          <a:off x="0" y="0"/>
          <a:ext cx="0" cy="0"/>
          <a:chOff x="0" y="0"/>
          <a:chExt cx="0" cy="0"/>
        </a:xfrm>
      </p:grpSpPr>
      <p:sp>
        <p:nvSpPr>
          <p:cNvPr id="304" name="Google Shape;304;g1350e5ad54e_0_506"/>
          <p:cNvSpPr/>
          <p:nvPr/>
        </p:nvSpPr>
        <p:spPr>
          <a:xfrm>
            <a:off x="6641923" y="1072405"/>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05" name="Google Shape;305;g1350e5ad54e_0_506"/>
          <p:cNvSpPr/>
          <p:nvPr/>
        </p:nvSpPr>
        <p:spPr>
          <a:xfrm>
            <a:off x="4737235" y="1072405"/>
            <a:ext cx="1543726" cy="4614501"/>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06" name="Google Shape;306;g1350e5ad54e_0_506"/>
          <p:cNvSpPr/>
          <p:nvPr/>
        </p:nvSpPr>
        <p:spPr>
          <a:xfrm>
            <a:off x="2886920" y="1099589"/>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07" name="Google Shape;307;g1350e5ad54e_0_506"/>
          <p:cNvSpPr/>
          <p:nvPr/>
        </p:nvSpPr>
        <p:spPr>
          <a:xfrm>
            <a:off x="1016851" y="1103824"/>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08" name="Google Shape;308;g1350e5ad54e_0_506"/>
          <p:cNvSpPr txBox="1"/>
          <p:nvPr>
            <p:ph idx="1" type="body"/>
          </p:nvPr>
        </p:nvSpPr>
        <p:spPr>
          <a:xfrm>
            <a:off x="1106176"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09" name="Google Shape;309;g1350e5ad54e_0_506"/>
          <p:cNvSpPr txBox="1"/>
          <p:nvPr>
            <p:ph idx="2" type="body"/>
          </p:nvPr>
        </p:nvSpPr>
        <p:spPr>
          <a:xfrm>
            <a:off x="1106176"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0" name="Google Shape;310;g1350e5ad54e_0_506"/>
          <p:cNvSpPr txBox="1"/>
          <p:nvPr>
            <p:ph idx="3" type="body"/>
          </p:nvPr>
        </p:nvSpPr>
        <p:spPr>
          <a:xfrm>
            <a:off x="1146591"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1" name="Google Shape;311;g1350e5ad54e_0_506"/>
          <p:cNvSpPr txBox="1"/>
          <p:nvPr>
            <p:ph idx="4" type="body"/>
          </p:nvPr>
        </p:nvSpPr>
        <p:spPr>
          <a:xfrm>
            <a:off x="2988192"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2" name="Google Shape;312;g1350e5ad54e_0_506"/>
          <p:cNvSpPr txBox="1"/>
          <p:nvPr>
            <p:ph idx="5" type="body"/>
          </p:nvPr>
        </p:nvSpPr>
        <p:spPr>
          <a:xfrm>
            <a:off x="2988192"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3" name="Google Shape;313;g1350e5ad54e_0_506"/>
          <p:cNvSpPr txBox="1"/>
          <p:nvPr>
            <p:ph idx="6" type="body"/>
          </p:nvPr>
        </p:nvSpPr>
        <p:spPr>
          <a:xfrm>
            <a:off x="3028607"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4" name="Google Shape;314;g1350e5ad54e_0_506"/>
          <p:cNvSpPr txBox="1"/>
          <p:nvPr>
            <p:ph idx="7" type="body"/>
          </p:nvPr>
        </p:nvSpPr>
        <p:spPr>
          <a:xfrm>
            <a:off x="4840661"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5" name="Google Shape;315;g1350e5ad54e_0_506"/>
          <p:cNvSpPr txBox="1"/>
          <p:nvPr>
            <p:ph idx="8" type="body"/>
          </p:nvPr>
        </p:nvSpPr>
        <p:spPr>
          <a:xfrm>
            <a:off x="4840661"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6" name="Google Shape;316;g1350e5ad54e_0_506"/>
          <p:cNvSpPr txBox="1"/>
          <p:nvPr>
            <p:ph idx="9" type="body"/>
          </p:nvPr>
        </p:nvSpPr>
        <p:spPr>
          <a:xfrm>
            <a:off x="4881076"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7" name="Google Shape;317;g1350e5ad54e_0_506"/>
          <p:cNvSpPr txBox="1"/>
          <p:nvPr>
            <p:ph idx="13" type="body"/>
          </p:nvPr>
        </p:nvSpPr>
        <p:spPr>
          <a:xfrm>
            <a:off x="6751582"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8" name="Google Shape;318;g1350e5ad54e_0_506"/>
          <p:cNvSpPr txBox="1"/>
          <p:nvPr>
            <p:ph idx="14" type="body"/>
          </p:nvPr>
        </p:nvSpPr>
        <p:spPr>
          <a:xfrm>
            <a:off x="6751582"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19" name="Google Shape;319;g1350e5ad54e_0_506"/>
          <p:cNvSpPr txBox="1"/>
          <p:nvPr>
            <p:ph idx="15" type="body"/>
          </p:nvPr>
        </p:nvSpPr>
        <p:spPr>
          <a:xfrm>
            <a:off x="6791997"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20" name="Google Shape;320;g1350e5ad54e_0_506"/>
          <p:cNvSpPr/>
          <p:nvPr/>
        </p:nvSpPr>
        <p:spPr>
          <a:xfrm>
            <a:off x="1627955"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21" name="Google Shape;321;g1350e5ad54e_0_506"/>
          <p:cNvSpPr/>
          <p:nvPr/>
        </p:nvSpPr>
        <p:spPr>
          <a:xfrm>
            <a:off x="3487518"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22" name="Google Shape;322;g1350e5ad54e_0_506"/>
          <p:cNvSpPr/>
          <p:nvPr/>
        </p:nvSpPr>
        <p:spPr>
          <a:xfrm>
            <a:off x="7275343"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23" name="Google Shape;323;g1350e5ad54e_0_506"/>
          <p:cNvSpPr/>
          <p:nvPr/>
        </p:nvSpPr>
        <p:spPr>
          <a:xfrm>
            <a:off x="5334481" y="3468543"/>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24" name="Google Shape;324;g1350e5ad54e_0_50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25" name="Google Shape;325;g1350e5ad54e_0_50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326" name="Google Shape;326;g1350e5ad54e_0_506"/>
          <p:cNvGrpSpPr/>
          <p:nvPr/>
        </p:nvGrpSpPr>
        <p:grpSpPr>
          <a:xfrm>
            <a:off x="8700930" y="6279499"/>
            <a:ext cx="202706" cy="362724"/>
            <a:chOff x="18406074" y="10234089"/>
            <a:chExt cx="445703" cy="598160"/>
          </a:xfrm>
        </p:grpSpPr>
        <p:sp>
          <p:nvSpPr>
            <p:cNvPr id="327" name="Google Shape;327;g1350e5ad54e_0_50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328" name="Google Shape;328;g1350e5ad54e_0_506"/>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329" name="Google Shape;329;g1350e5ad54e_0_506"/>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0" name="Shape 330"/>
        <p:cNvGrpSpPr/>
        <p:nvPr/>
      </p:nvGrpSpPr>
      <p:grpSpPr>
        <a:xfrm>
          <a:off x="0" y="0"/>
          <a:ext cx="0" cy="0"/>
          <a:chOff x="0" y="0"/>
          <a:chExt cx="0" cy="0"/>
        </a:xfrm>
      </p:grpSpPr>
      <p:pic>
        <p:nvPicPr>
          <p:cNvPr id="331" name="Google Shape;331;g1350e5ad54e_0_533"/>
          <p:cNvPicPr preferRelativeResize="0"/>
          <p:nvPr/>
        </p:nvPicPr>
        <p:blipFill rotWithShape="1">
          <a:blip r:embed="rId2">
            <a:alphaModFix/>
          </a:blip>
          <a:srcRect b="0" l="0" r="0" t="0"/>
          <a:stretch/>
        </p:blipFill>
        <p:spPr>
          <a:xfrm>
            <a:off x="0" y="0"/>
            <a:ext cx="9144000" cy="4474182"/>
          </a:xfrm>
          <a:prstGeom prst="rect">
            <a:avLst/>
          </a:prstGeom>
          <a:noFill/>
          <a:ln>
            <a:noFill/>
          </a:ln>
        </p:spPr>
      </p:pic>
      <p:sp>
        <p:nvSpPr>
          <p:cNvPr id="332" name="Google Shape;332;g1350e5ad54e_0_533"/>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33" name="Google Shape;333;g1350e5ad54e_0_533"/>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334" name="Google Shape;334;g1350e5ad54e_0_533"/>
          <p:cNvGrpSpPr/>
          <p:nvPr/>
        </p:nvGrpSpPr>
        <p:grpSpPr>
          <a:xfrm>
            <a:off x="8700930" y="6279499"/>
            <a:ext cx="202706" cy="362724"/>
            <a:chOff x="18406074" y="10234089"/>
            <a:chExt cx="445703" cy="598160"/>
          </a:xfrm>
        </p:grpSpPr>
        <p:sp>
          <p:nvSpPr>
            <p:cNvPr id="335" name="Google Shape;335;g1350e5ad54e_0_533"/>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336" name="Google Shape;336;g1350e5ad54e_0_53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337" name="Google Shape;337;g1350e5ad54e_0_533"/>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338" name="Google Shape;338;g1350e5ad54e_0_533"/>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339" name="Google Shape;339;g1350e5ad54e_0_533"/>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340" name="Google Shape;340;g1350e5ad54e_0_533"/>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341" name="Shape 341"/>
        <p:cNvGrpSpPr/>
        <p:nvPr/>
      </p:nvGrpSpPr>
      <p:grpSpPr>
        <a:xfrm>
          <a:off x="0" y="0"/>
          <a:ext cx="0" cy="0"/>
          <a:chOff x="0" y="0"/>
          <a:chExt cx="0" cy="0"/>
        </a:xfrm>
      </p:grpSpPr>
      <p:sp>
        <p:nvSpPr>
          <p:cNvPr id="342" name="Google Shape;342;g1350e5ad54e_0_544"/>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Calibri"/>
              <a:ea typeface="Calibri"/>
              <a:cs typeface="Calibri"/>
              <a:sym typeface="Calibri"/>
            </a:endParaRPr>
          </a:p>
        </p:txBody>
      </p:sp>
      <p:sp>
        <p:nvSpPr>
          <p:cNvPr id="343" name="Google Shape;343;g1350e5ad54e_0_544"/>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44" name="Google Shape;344;g1350e5ad54e_0_544"/>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45" name="Google Shape;345;g1350e5ad54e_0_544"/>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sz="1000">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46" name="Google Shape;346;g1350e5ad54e_0_544"/>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47" name="Google Shape;347;g1350e5ad54e_0_544"/>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348" name="Google Shape;348;g1350e5ad54e_0_544"/>
          <p:cNvGrpSpPr/>
          <p:nvPr/>
        </p:nvGrpSpPr>
        <p:grpSpPr>
          <a:xfrm>
            <a:off x="8700930" y="6279499"/>
            <a:ext cx="202706" cy="362724"/>
            <a:chOff x="18406074" y="10234089"/>
            <a:chExt cx="445703" cy="598160"/>
          </a:xfrm>
        </p:grpSpPr>
        <p:sp>
          <p:nvSpPr>
            <p:cNvPr id="349" name="Google Shape;349;g1350e5ad54e_0_544"/>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350" name="Google Shape;350;g1350e5ad54e_0_544"/>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351" name="Google Shape;351;g1350e5ad54e_0_544"/>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2" name="Shape 352"/>
        <p:cNvGrpSpPr/>
        <p:nvPr/>
      </p:nvGrpSpPr>
      <p:grpSpPr>
        <a:xfrm>
          <a:off x="0" y="0"/>
          <a:ext cx="0" cy="0"/>
          <a:chOff x="0" y="0"/>
          <a:chExt cx="0" cy="0"/>
        </a:xfrm>
      </p:grpSpPr>
      <p:pic>
        <p:nvPicPr>
          <p:cNvPr id="353" name="Google Shape;353;g1350e5ad54e_0_555"/>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354" name="Google Shape;354;g1350e5ad54e_0_55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55" name="Google Shape;355;g1350e5ad54e_0_55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356" name="Google Shape;356;g1350e5ad54e_0_555"/>
          <p:cNvGrpSpPr/>
          <p:nvPr/>
        </p:nvGrpSpPr>
        <p:grpSpPr>
          <a:xfrm>
            <a:off x="8700930" y="6279499"/>
            <a:ext cx="202706" cy="362724"/>
            <a:chOff x="18406074" y="10234089"/>
            <a:chExt cx="445703" cy="598160"/>
          </a:xfrm>
        </p:grpSpPr>
        <p:sp>
          <p:nvSpPr>
            <p:cNvPr id="357" name="Google Shape;357;g1350e5ad54e_0_55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358" name="Google Shape;358;g1350e5ad54e_0_55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359" name="Google Shape;359;g1350e5ad54e_0_555"/>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360" name="Google Shape;360;g1350e5ad54e_0_555"/>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361" name="Google Shape;361;g1350e5ad54e_0_555"/>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362" name="Google Shape;362;g1350e5ad54e_0_555"/>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3" name="Shape 363"/>
        <p:cNvGrpSpPr/>
        <p:nvPr/>
      </p:nvGrpSpPr>
      <p:grpSpPr>
        <a:xfrm>
          <a:off x="0" y="0"/>
          <a:ext cx="0" cy="0"/>
          <a:chOff x="0" y="0"/>
          <a:chExt cx="0" cy="0"/>
        </a:xfrm>
      </p:grpSpPr>
      <p:pic>
        <p:nvPicPr>
          <p:cNvPr id="364" name="Google Shape;364;g1350e5ad54e_0_566"/>
          <p:cNvPicPr preferRelativeResize="0"/>
          <p:nvPr/>
        </p:nvPicPr>
        <p:blipFill rotWithShape="1">
          <a:blip r:embed="rId2">
            <a:alphaModFix/>
          </a:blip>
          <a:srcRect b="0" l="0" r="0" t="0"/>
          <a:stretch/>
        </p:blipFill>
        <p:spPr>
          <a:xfrm>
            <a:off x="0" y="-31652"/>
            <a:ext cx="9144000" cy="4560444"/>
          </a:xfrm>
          <a:prstGeom prst="rect">
            <a:avLst/>
          </a:prstGeom>
          <a:noFill/>
          <a:ln>
            <a:noFill/>
          </a:ln>
        </p:spPr>
      </p:pic>
      <p:sp>
        <p:nvSpPr>
          <p:cNvPr id="365" name="Google Shape;365;g1350e5ad54e_0_56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66" name="Google Shape;366;g1350e5ad54e_0_56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367" name="Google Shape;367;g1350e5ad54e_0_566"/>
          <p:cNvGrpSpPr/>
          <p:nvPr/>
        </p:nvGrpSpPr>
        <p:grpSpPr>
          <a:xfrm>
            <a:off x="8700930" y="6279499"/>
            <a:ext cx="202706" cy="362724"/>
            <a:chOff x="18406074" y="10234089"/>
            <a:chExt cx="445703" cy="598160"/>
          </a:xfrm>
        </p:grpSpPr>
        <p:sp>
          <p:nvSpPr>
            <p:cNvPr id="368" name="Google Shape;368;g1350e5ad54e_0_56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369" name="Google Shape;369;g1350e5ad54e_0_566"/>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370" name="Google Shape;370;g1350e5ad54e_0_566"/>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371" name="Google Shape;371;g1350e5ad54e_0_566"/>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372" name="Google Shape;372;g1350e5ad54e_0_566"/>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373" name="Google Shape;373;g1350e5ad54e_0_566"/>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374" name="Shape 374"/>
        <p:cNvGrpSpPr/>
        <p:nvPr/>
      </p:nvGrpSpPr>
      <p:grpSpPr>
        <a:xfrm>
          <a:off x="0" y="0"/>
          <a:ext cx="0" cy="0"/>
          <a:chOff x="0" y="0"/>
          <a:chExt cx="0" cy="0"/>
        </a:xfrm>
      </p:grpSpPr>
      <p:pic>
        <p:nvPicPr>
          <p:cNvPr id="375" name="Google Shape;375;g1350e5ad54e_0_577"/>
          <p:cNvPicPr preferRelativeResize="0"/>
          <p:nvPr/>
        </p:nvPicPr>
        <p:blipFill rotWithShape="1">
          <a:blip r:embed="rId2">
            <a:alphaModFix/>
          </a:blip>
          <a:srcRect b="0" l="0" r="0" t="0"/>
          <a:stretch/>
        </p:blipFill>
        <p:spPr>
          <a:xfrm>
            <a:off x="0" y="-13477"/>
            <a:ext cx="9147648" cy="4569040"/>
          </a:xfrm>
          <a:prstGeom prst="rect">
            <a:avLst/>
          </a:prstGeom>
          <a:noFill/>
          <a:ln>
            <a:noFill/>
          </a:ln>
        </p:spPr>
      </p:pic>
      <p:sp>
        <p:nvSpPr>
          <p:cNvPr id="376" name="Google Shape;376;g1350e5ad54e_0_577"/>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77" name="Google Shape;377;g1350e5ad54e_0_577"/>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378" name="Google Shape;378;g1350e5ad54e_0_577"/>
          <p:cNvGrpSpPr/>
          <p:nvPr/>
        </p:nvGrpSpPr>
        <p:grpSpPr>
          <a:xfrm>
            <a:off x="8700930" y="6279499"/>
            <a:ext cx="202706" cy="362724"/>
            <a:chOff x="18406074" y="10234089"/>
            <a:chExt cx="445703" cy="598160"/>
          </a:xfrm>
        </p:grpSpPr>
        <p:sp>
          <p:nvSpPr>
            <p:cNvPr id="379" name="Google Shape;379;g1350e5ad54e_0_577"/>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380" name="Google Shape;380;g1350e5ad54e_0_577"/>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381" name="Google Shape;381;g1350e5ad54e_0_577"/>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382" name="Google Shape;382;g1350e5ad54e_0_577"/>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383" name="Google Shape;383;g1350e5ad54e_0_577"/>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384" name="Google Shape;384;g1350e5ad54e_0_577"/>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5.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image" Target="../media/image2.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5"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1888F"/>
        </a:solidFill>
      </p:bgPr>
    </p:bg>
    <p:spTree>
      <p:nvGrpSpPr>
        <p:cNvPr id="5" name="Shape 5"/>
        <p:cNvGrpSpPr/>
        <p:nvPr/>
      </p:nvGrpSpPr>
      <p:grpSpPr>
        <a:xfrm>
          <a:off x="0" y="0"/>
          <a:ext cx="0" cy="0"/>
          <a:chOff x="0" y="0"/>
          <a:chExt cx="0" cy="0"/>
        </a:xfrm>
      </p:grpSpPr>
      <p:sp>
        <p:nvSpPr>
          <p:cNvPr id="6" name="Google Shape;6;p22"/>
          <p:cNvSpPr/>
          <p:nvPr/>
        </p:nvSpPr>
        <p:spPr>
          <a:xfrm flipH="1">
            <a:off x="-720" y="0"/>
            <a:ext cx="4628880" cy="685728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22"/>
          <p:cNvSpPr/>
          <p:nvPr/>
        </p:nvSpPr>
        <p:spPr>
          <a:xfrm>
            <a:off x="0" y="11880"/>
            <a:ext cx="4517280" cy="6840000"/>
          </a:xfrm>
          <a:custGeom>
            <a:rect b="b" l="l" r="r" t="t"/>
            <a:pathLst>
              <a:path extrusionOk="0" h="6858000" w="6024154">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 name="Google Shape;8;p22"/>
          <p:cNvPicPr preferRelativeResize="0"/>
          <p:nvPr/>
        </p:nvPicPr>
        <p:blipFill rotWithShape="1">
          <a:blip r:embed="rId2">
            <a:alphaModFix/>
          </a:blip>
          <a:srcRect b="0" l="0" r="0" t="0"/>
          <a:stretch/>
        </p:blipFill>
        <p:spPr>
          <a:xfrm>
            <a:off x="5190120" y="212400"/>
            <a:ext cx="3747600" cy="585360"/>
          </a:xfrm>
          <a:prstGeom prst="rect">
            <a:avLst/>
          </a:prstGeom>
          <a:noFill/>
          <a:ln>
            <a:noFill/>
          </a:ln>
        </p:spPr>
      </p:pic>
      <p:sp>
        <p:nvSpPr>
          <p:cNvPr id="9" name="Google Shape;9;p22"/>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2"/>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30"/>
          <p:cNvSpPr/>
          <p:nvPr/>
        </p:nvSpPr>
        <p:spPr>
          <a:xfrm>
            <a:off x="1373040" y="212760"/>
            <a:ext cx="4805640" cy="81216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0"/>
          <p:cNvSpPr/>
          <p:nvPr/>
        </p:nvSpPr>
        <p:spPr>
          <a:xfrm>
            <a:off x="770760" y="212760"/>
            <a:ext cx="902880" cy="812160"/>
          </a:xfrm>
          <a:prstGeom prst="parallelogram">
            <a:avLst>
              <a:gd fmla="val 45310" name="adj"/>
            </a:avLst>
          </a:prstGeom>
          <a:solidFill>
            <a:srgbClr val="818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0"/>
          <p:cNvSpPr/>
          <p:nvPr/>
        </p:nvSpPr>
        <p:spPr>
          <a:xfrm>
            <a:off x="146520" y="212760"/>
            <a:ext cx="902880" cy="812160"/>
          </a:xfrm>
          <a:prstGeom prst="parallelogram">
            <a:avLst>
              <a:gd fmla="val 45310" name="adj"/>
            </a:avLst>
          </a:prstGeom>
          <a:gradFill>
            <a:gsLst>
              <a:gs pos="0">
                <a:srgbClr val="81888F"/>
              </a:gs>
              <a:gs pos="35000">
                <a:srgbClr val="81888F"/>
              </a:gs>
              <a:gs pos="100000">
                <a:srgbClr val="FFFFFF"/>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 name="Google Shape;63;p30"/>
          <p:cNvPicPr preferRelativeResize="0"/>
          <p:nvPr/>
        </p:nvPicPr>
        <p:blipFill rotWithShape="1">
          <a:blip r:embed="rId1">
            <a:alphaModFix/>
          </a:blip>
          <a:srcRect b="0" l="0" r="0" t="0"/>
          <a:stretch/>
        </p:blipFill>
        <p:spPr>
          <a:xfrm>
            <a:off x="6179400" y="389520"/>
            <a:ext cx="2746080" cy="459000"/>
          </a:xfrm>
          <a:prstGeom prst="rect">
            <a:avLst/>
          </a:prstGeom>
          <a:noFill/>
          <a:ln>
            <a:noFill/>
          </a:ln>
        </p:spPr>
      </p:pic>
      <p:sp>
        <p:nvSpPr>
          <p:cNvPr id="64" name="Google Shape;64;p30"/>
          <p:cNvSpPr/>
          <p:nvPr/>
        </p:nvSpPr>
        <p:spPr>
          <a:xfrm>
            <a:off x="6915240" y="6356520"/>
            <a:ext cx="2056680" cy="36432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000000"/>
              </a:solidFill>
              <a:latin typeface="Arial"/>
              <a:ea typeface="Arial"/>
              <a:cs typeface="Arial"/>
              <a:sym typeface="Arial"/>
            </a:endParaRPr>
          </a:p>
        </p:txBody>
      </p:sp>
      <p:sp>
        <p:nvSpPr>
          <p:cNvPr id="65" name="Google Shape;65;p30"/>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30"/>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g1350e5ad54e_0_233"/>
          <p:cNvSpPr txBox="1"/>
          <p:nvPr>
            <p:ph type="title"/>
          </p:nvPr>
        </p:nvSpPr>
        <p:spPr>
          <a:xfrm>
            <a:off x="400431" y="1462579"/>
            <a:ext cx="1799400" cy="8076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1" i="0" sz="4300" u="none" cap="none" strike="noStrike">
                <a:solidFill>
                  <a:schemeClr val="dk1"/>
                </a:solidFill>
                <a:latin typeface="Arial"/>
                <a:ea typeface="Arial"/>
                <a:cs typeface="Arial"/>
                <a:sym typeface="Arial"/>
              </a:defRPr>
            </a:lvl1pPr>
            <a:lvl2pPr lvl="1" rtl="0">
              <a:spcBef>
                <a:spcPts val="0"/>
              </a:spcBef>
              <a:spcAft>
                <a:spcPts val="0"/>
              </a:spcAft>
              <a:buSzPts val="700"/>
              <a:buNone/>
              <a:defRPr sz="900"/>
            </a:lvl2pPr>
            <a:lvl3pPr lvl="2" rtl="0">
              <a:spcBef>
                <a:spcPts val="0"/>
              </a:spcBef>
              <a:spcAft>
                <a:spcPts val="0"/>
              </a:spcAft>
              <a:buSzPts val="700"/>
              <a:buNone/>
              <a:defRPr sz="900"/>
            </a:lvl3pPr>
            <a:lvl4pPr lvl="3" rtl="0">
              <a:spcBef>
                <a:spcPts val="0"/>
              </a:spcBef>
              <a:spcAft>
                <a:spcPts val="0"/>
              </a:spcAft>
              <a:buSzPts val="700"/>
              <a:buNone/>
              <a:defRPr sz="900"/>
            </a:lvl4pPr>
            <a:lvl5pPr lvl="4" rtl="0">
              <a:spcBef>
                <a:spcPts val="0"/>
              </a:spcBef>
              <a:spcAft>
                <a:spcPts val="0"/>
              </a:spcAft>
              <a:buSzPts val="700"/>
              <a:buNone/>
              <a:defRPr sz="900"/>
            </a:lvl5pPr>
            <a:lvl6pPr lvl="5" rtl="0">
              <a:spcBef>
                <a:spcPts val="0"/>
              </a:spcBef>
              <a:spcAft>
                <a:spcPts val="0"/>
              </a:spcAft>
              <a:buSzPts val="700"/>
              <a:buNone/>
              <a:defRPr sz="900"/>
            </a:lvl6pPr>
            <a:lvl7pPr lvl="6" rtl="0">
              <a:spcBef>
                <a:spcPts val="0"/>
              </a:spcBef>
              <a:spcAft>
                <a:spcPts val="0"/>
              </a:spcAft>
              <a:buSzPts val="700"/>
              <a:buNone/>
              <a:defRPr sz="900"/>
            </a:lvl7pPr>
            <a:lvl8pPr lvl="7" rtl="0">
              <a:spcBef>
                <a:spcPts val="0"/>
              </a:spcBef>
              <a:spcAft>
                <a:spcPts val="0"/>
              </a:spcAft>
              <a:buSzPts val="700"/>
              <a:buNone/>
              <a:defRPr sz="900"/>
            </a:lvl8pPr>
            <a:lvl9pPr lvl="8" rtl="0">
              <a:spcBef>
                <a:spcPts val="0"/>
              </a:spcBef>
              <a:spcAft>
                <a:spcPts val="0"/>
              </a:spcAft>
              <a:buSzPts val="700"/>
              <a:buNone/>
              <a:defRPr sz="900"/>
            </a:lvl9pPr>
          </a:lstStyle>
          <a:p/>
        </p:txBody>
      </p:sp>
      <p:sp>
        <p:nvSpPr>
          <p:cNvPr id="193" name="Google Shape;193;g1350e5ad54e_0_233"/>
          <p:cNvSpPr txBox="1"/>
          <p:nvPr>
            <p:ph idx="1" type="body"/>
          </p:nvPr>
        </p:nvSpPr>
        <p:spPr>
          <a:xfrm>
            <a:off x="457200" y="1577340"/>
            <a:ext cx="8229600" cy="45264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700"/>
              <a:buNone/>
              <a:defRPr b="0" i="0" sz="900" u="none" cap="none" strike="noStrike">
                <a:latin typeface="Calibri"/>
                <a:ea typeface="Calibri"/>
                <a:cs typeface="Calibri"/>
                <a:sym typeface="Calibri"/>
              </a:defRPr>
            </a:lvl1pPr>
            <a:lvl2pPr indent="-228600" lvl="1" marL="914400" marR="0" rtl="0" algn="l">
              <a:spcBef>
                <a:spcPts val="0"/>
              </a:spcBef>
              <a:spcAft>
                <a:spcPts val="0"/>
              </a:spcAft>
              <a:buSzPts val="700"/>
              <a:buNone/>
              <a:defRPr b="0" i="0" sz="900" u="none" cap="none" strike="noStrike">
                <a:latin typeface="Calibri"/>
                <a:ea typeface="Calibri"/>
                <a:cs typeface="Calibri"/>
                <a:sym typeface="Calibri"/>
              </a:defRPr>
            </a:lvl2pPr>
            <a:lvl3pPr indent="-228600" lvl="2" marL="1371600" marR="0" rtl="0" algn="l">
              <a:spcBef>
                <a:spcPts val="0"/>
              </a:spcBef>
              <a:spcAft>
                <a:spcPts val="0"/>
              </a:spcAft>
              <a:buSzPts val="700"/>
              <a:buNone/>
              <a:defRPr b="0" i="0" sz="900" u="none" cap="none" strike="noStrike">
                <a:latin typeface="Calibri"/>
                <a:ea typeface="Calibri"/>
                <a:cs typeface="Calibri"/>
                <a:sym typeface="Calibri"/>
              </a:defRPr>
            </a:lvl3pPr>
            <a:lvl4pPr indent="-228600" lvl="3" marL="1828800" marR="0" rtl="0" algn="l">
              <a:spcBef>
                <a:spcPts val="0"/>
              </a:spcBef>
              <a:spcAft>
                <a:spcPts val="0"/>
              </a:spcAft>
              <a:buSzPts val="700"/>
              <a:buNone/>
              <a:defRPr b="0" i="0" sz="900" u="none" cap="none" strike="noStrike">
                <a:latin typeface="Calibri"/>
                <a:ea typeface="Calibri"/>
                <a:cs typeface="Calibri"/>
                <a:sym typeface="Calibri"/>
              </a:defRPr>
            </a:lvl4pPr>
            <a:lvl5pPr indent="-228600" lvl="4" marL="2286000" marR="0" rtl="0" algn="l">
              <a:spcBef>
                <a:spcPts val="0"/>
              </a:spcBef>
              <a:spcAft>
                <a:spcPts val="0"/>
              </a:spcAft>
              <a:buSzPts val="700"/>
              <a:buNone/>
              <a:defRPr b="0" i="0" sz="900" u="none" cap="none" strike="noStrike">
                <a:latin typeface="Calibri"/>
                <a:ea typeface="Calibri"/>
                <a:cs typeface="Calibri"/>
                <a:sym typeface="Calibri"/>
              </a:defRPr>
            </a:lvl5pPr>
            <a:lvl6pPr indent="-228600" lvl="5" marL="2743200" marR="0" rtl="0" algn="l">
              <a:spcBef>
                <a:spcPts val="0"/>
              </a:spcBef>
              <a:spcAft>
                <a:spcPts val="0"/>
              </a:spcAft>
              <a:buSzPts val="700"/>
              <a:buNone/>
              <a:defRPr b="0" i="0" sz="900" u="none" cap="none" strike="noStrike">
                <a:latin typeface="Calibri"/>
                <a:ea typeface="Calibri"/>
                <a:cs typeface="Calibri"/>
                <a:sym typeface="Calibri"/>
              </a:defRPr>
            </a:lvl6pPr>
            <a:lvl7pPr indent="-228600" lvl="6" marL="3200400" marR="0" rtl="0" algn="l">
              <a:spcBef>
                <a:spcPts val="0"/>
              </a:spcBef>
              <a:spcAft>
                <a:spcPts val="0"/>
              </a:spcAft>
              <a:buSzPts val="700"/>
              <a:buNone/>
              <a:defRPr b="0" i="0" sz="900" u="none" cap="none" strike="noStrike">
                <a:latin typeface="Calibri"/>
                <a:ea typeface="Calibri"/>
                <a:cs typeface="Calibri"/>
                <a:sym typeface="Calibri"/>
              </a:defRPr>
            </a:lvl7pPr>
            <a:lvl8pPr indent="-228600" lvl="7" marL="3657600" marR="0" rtl="0" algn="l">
              <a:spcBef>
                <a:spcPts val="0"/>
              </a:spcBef>
              <a:spcAft>
                <a:spcPts val="0"/>
              </a:spcAft>
              <a:buSzPts val="700"/>
              <a:buNone/>
              <a:defRPr b="0" i="0" sz="900" u="none" cap="none" strike="noStrike">
                <a:latin typeface="Calibri"/>
                <a:ea typeface="Calibri"/>
                <a:cs typeface="Calibri"/>
                <a:sym typeface="Calibri"/>
              </a:defRPr>
            </a:lvl8pPr>
            <a:lvl9pPr indent="-228600" lvl="8" marL="4114800" marR="0" rtl="0" algn="l">
              <a:spcBef>
                <a:spcPts val="0"/>
              </a:spcBef>
              <a:spcAft>
                <a:spcPts val="0"/>
              </a:spcAft>
              <a:buSzPts val="700"/>
              <a:buNone/>
              <a:defRPr b="0" i="0" sz="900" u="none" cap="none" strike="noStrike">
                <a:latin typeface="Calibri"/>
                <a:ea typeface="Calibri"/>
                <a:cs typeface="Calibri"/>
                <a:sym typeface="Calibri"/>
              </a:defRPr>
            </a:lvl9pPr>
          </a:lstStyle>
          <a:p/>
        </p:txBody>
      </p:sp>
      <p:sp>
        <p:nvSpPr>
          <p:cNvPr id="194" name="Google Shape;194;g1350e5ad54e_0_233"/>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95" name="Google Shape;195;g1350e5ad54e_0_233"/>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96" name="Google Shape;196;g1350e5ad54e_0_233"/>
          <p:cNvSpPr txBox="1"/>
          <p:nvPr>
            <p:ph idx="12" type="sldNum"/>
          </p:nvPr>
        </p:nvSpPr>
        <p:spPr>
          <a:xfrm>
            <a:off x="6583680" y="6377940"/>
            <a:ext cx="2103000" cy="1386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8" name="Shape 288"/>
        <p:cNvGrpSpPr/>
        <p:nvPr/>
      </p:nvGrpSpPr>
      <p:grpSpPr>
        <a:xfrm>
          <a:off x="0" y="0"/>
          <a:ext cx="0" cy="0"/>
          <a:chOff x="0" y="0"/>
          <a:chExt cx="0" cy="0"/>
        </a:xfrm>
      </p:grpSpPr>
      <p:sp>
        <p:nvSpPr>
          <p:cNvPr id="289" name="Google Shape;289;g1350e5ad54e_0_491"/>
          <p:cNvSpPr txBox="1"/>
          <p:nvPr>
            <p:ph type="title"/>
          </p:nvPr>
        </p:nvSpPr>
        <p:spPr>
          <a:xfrm>
            <a:off x="400431" y="1462579"/>
            <a:ext cx="1799400" cy="8076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700"/>
              <a:buFont typeface="Arial"/>
              <a:buNone/>
              <a:defRPr b="1" i="0" sz="4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290" name="Google Shape;290;g1350e5ad54e_0_491"/>
          <p:cNvSpPr txBox="1"/>
          <p:nvPr>
            <p:ph idx="1" type="body"/>
          </p:nvPr>
        </p:nvSpPr>
        <p:spPr>
          <a:xfrm>
            <a:off x="457200" y="1577340"/>
            <a:ext cx="8229600" cy="45264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9pPr>
          </a:lstStyle>
          <a:p/>
        </p:txBody>
      </p:sp>
      <p:sp>
        <p:nvSpPr>
          <p:cNvPr id="291" name="Google Shape;291;g1350e5ad54e_0_491"/>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7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292" name="Google Shape;292;g1350e5ad54e_0_491"/>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7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293" name="Google Shape;293;g1350e5ad54e_0_491"/>
          <p:cNvSpPr txBox="1"/>
          <p:nvPr>
            <p:ph idx="12" type="sldNum"/>
          </p:nvPr>
        </p:nvSpPr>
        <p:spPr>
          <a:xfrm>
            <a:off x="6583680" y="6377940"/>
            <a:ext cx="2103000" cy="1386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94" r:id="rId1"/>
    <p:sldLayoutId id="2147483695" r:id="rId2"/>
    <p:sldLayoutId id="2147483696" r:id="rId3"/>
    <p:sldLayoutId id="2147483697" r:id="rId4"/>
    <p:sldLayoutId id="2147483698" r:id="rId5"/>
    <p:sldLayoutId id="2147483699" r:id="rId6"/>
    <p:sldLayoutId id="2147483700"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xml"/><Relationship Id="rId3"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xml"/><Relationship Id="rId3" Type="http://schemas.openxmlformats.org/officeDocument/2006/relationships/image" Target="../media/image3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 Id="rId3"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xml"/><Relationship Id="rId3" Type="http://schemas.openxmlformats.org/officeDocument/2006/relationships/image" Target="../media/image4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48.png"/><Relationship Id="rId7"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50.png"/><Relationship Id="rId4" Type="http://schemas.openxmlformats.org/officeDocument/2006/relationships/image" Target="../media/image34.png"/><Relationship Id="rId5" Type="http://schemas.openxmlformats.org/officeDocument/2006/relationships/image" Target="../media/image39.png"/><Relationship Id="rId6"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6.xml"/><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7.xml"/><Relationship Id="rId3" Type="http://schemas.openxmlformats.org/officeDocument/2006/relationships/image" Target="../media/image42.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5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5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5.xml"/><Relationship Id="rId3"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54.gif"/><Relationship Id="rId4" Type="http://schemas.openxmlformats.org/officeDocument/2006/relationships/image" Target="../media/image5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8.xml"/><Relationship Id="rId3"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9.xml"/><Relationship Id="rId3" Type="http://schemas.openxmlformats.org/officeDocument/2006/relationships/image" Target="../media/image5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 Id="rId3" Type="http://schemas.openxmlformats.org/officeDocument/2006/relationships/image" Target="../media/image59.jpg"/><Relationship Id="rId4" Type="http://schemas.openxmlformats.org/officeDocument/2006/relationships/image" Target="../media/image6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70.png"/><Relationship Id="rId4" Type="http://schemas.openxmlformats.org/officeDocument/2006/relationships/image" Target="../media/image64.png"/><Relationship Id="rId5" Type="http://schemas.openxmlformats.org/officeDocument/2006/relationships/image" Target="../media/image5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2.xml"/><Relationship Id="rId3" Type="http://schemas.openxmlformats.org/officeDocument/2006/relationships/image" Target="../media/image5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6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0.xml"/><Relationship Id="rId3" Type="http://schemas.openxmlformats.org/officeDocument/2006/relationships/image" Target="../media/image6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2.xml"/><Relationship Id="rId3"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72.png"/><Relationship Id="rId5" Type="http://schemas.openxmlformats.org/officeDocument/2006/relationships/image" Target="../media/image65.png"/><Relationship Id="rId6" Type="http://schemas.openxmlformats.org/officeDocument/2006/relationships/image" Target="../media/image68.png"/><Relationship Id="rId7" Type="http://schemas.openxmlformats.org/officeDocument/2006/relationships/image" Target="../media/image69.jpg"/><Relationship Id="rId8" Type="http://schemas.openxmlformats.org/officeDocument/2006/relationships/image" Target="../media/image71.png"/><Relationship Id="rId11" Type="http://schemas.openxmlformats.org/officeDocument/2006/relationships/image" Target="../media/image77.png"/><Relationship Id="rId10" Type="http://schemas.openxmlformats.org/officeDocument/2006/relationships/image" Target="../media/image7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3.xml"/><Relationship Id="rId3"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72.png"/><Relationship Id="rId5" Type="http://schemas.openxmlformats.org/officeDocument/2006/relationships/image" Target="../media/image65.png"/><Relationship Id="rId6" Type="http://schemas.openxmlformats.org/officeDocument/2006/relationships/image" Target="../media/image68.png"/><Relationship Id="rId7" Type="http://schemas.openxmlformats.org/officeDocument/2006/relationships/image" Target="../media/image69.jpg"/><Relationship Id="rId8" Type="http://schemas.openxmlformats.org/officeDocument/2006/relationships/image" Target="../media/image71.png"/><Relationship Id="rId11" Type="http://schemas.openxmlformats.org/officeDocument/2006/relationships/image" Target="../media/image77.png"/><Relationship Id="rId10" Type="http://schemas.openxmlformats.org/officeDocument/2006/relationships/image" Target="../media/image7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7.xml"/><Relationship Id="rId3" Type="http://schemas.openxmlformats.org/officeDocument/2006/relationships/image" Target="../media/image82.png"/><Relationship Id="rId4" Type="http://schemas.openxmlformats.org/officeDocument/2006/relationships/image" Target="../media/image85.png"/><Relationship Id="rId5" Type="http://schemas.openxmlformats.org/officeDocument/2006/relationships/image" Target="../media/image80.png"/><Relationship Id="rId6" Type="http://schemas.openxmlformats.org/officeDocument/2006/relationships/image" Target="../media/image84.jpg"/><Relationship Id="rId7" Type="http://schemas.openxmlformats.org/officeDocument/2006/relationships/image" Target="../media/image9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9.xml"/><Relationship Id="rId3" Type="http://schemas.openxmlformats.org/officeDocument/2006/relationships/image" Target="../media/image8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3.xml"/><Relationship Id="rId3" Type="http://schemas.openxmlformats.org/officeDocument/2006/relationships/image" Target="../media/image8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4.xml"/><Relationship Id="rId3"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1350e5ad54e_0_194"/>
          <p:cNvSpPr txBox="1"/>
          <p:nvPr>
            <p:ph idx="1" type="body"/>
          </p:nvPr>
        </p:nvSpPr>
        <p:spPr>
          <a:xfrm>
            <a:off x="2337113" y="3881760"/>
            <a:ext cx="4843500" cy="4155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SIY6122</a:t>
            </a:r>
            <a:endParaRPr/>
          </a:p>
        </p:txBody>
      </p:sp>
      <p:sp>
        <p:nvSpPr>
          <p:cNvPr id="390" name="Google Shape;390;g1350e5ad54e_0_194"/>
          <p:cNvSpPr txBox="1"/>
          <p:nvPr>
            <p:ph idx="2" type="body"/>
          </p:nvPr>
        </p:nvSpPr>
        <p:spPr>
          <a:xfrm>
            <a:off x="2145923" y="1428845"/>
            <a:ext cx="5198700" cy="2456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4800"/>
              <a:buFont typeface="Arial"/>
              <a:buNone/>
            </a:pPr>
            <a:r>
              <a:rPr lang="es-ES" sz="4800">
                <a:latin typeface="Calibri"/>
                <a:ea typeface="Calibri"/>
                <a:cs typeface="Calibri"/>
                <a:sym typeface="Calibri"/>
              </a:rPr>
              <a:t>Organizar el plan de trabajo de manera Ágil - PARTE 1</a:t>
            </a:r>
            <a:endParaRPr b="0" sz="4800">
              <a:solidFill>
                <a:schemeClr val="dk1"/>
              </a:solidFill>
            </a:endParaRPr>
          </a:p>
          <a:p>
            <a:pPr indent="0" lvl="0" marL="0" rtl="0" algn="ctr">
              <a:spcBef>
                <a:spcPts val="0"/>
              </a:spcBef>
              <a:spcAft>
                <a:spcPts val="0"/>
              </a:spcAft>
              <a:buNone/>
            </a:pPr>
            <a:r>
              <a:t/>
            </a:r>
            <a:endParaRPr/>
          </a:p>
        </p:txBody>
      </p:sp>
      <p:sp>
        <p:nvSpPr>
          <p:cNvPr id="391" name="Google Shape;391;g1350e5ad54e_0_194"/>
          <p:cNvSpPr txBox="1"/>
          <p:nvPr>
            <p:ph idx="3" type="body"/>
          </p:nvPr>
        </p:nvSpPr>
        <p:spPr>
          <a:xfrm>
            <a:off x="2316356" y="4655238"/>
            <a:ext cx="48645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1350e5ad54e_0_228"/>
          <p:cNvSpPr txBox="1"/>
          <p:nvPr>
            <p:ph type="title"/>
          </p:nvPr>
        </p:nvSpPr>
        <p:spPr>
          <a:xfrm>
            <a:off x="372684" y="4537114"/>
            <a:ext cx="2751000" cy="26322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3200"/>
              <a:buFont typeface="Arial"/>
              <a:buNone/>
            </a:pPr>
            <a:r>
              <a:rPr lang="es-ES" sz="3200">
                <a:latin typeface="Calibri"/>
                <a:ea typeface="Calibri"/>
                <a:cs typeface="Calibri"/>
                <a:sym typeface="Calibri"/>
              </a:rPr>
              <a:t>Prepara el plan de trabajo mediante Agilidad y Scrum</a:t>
            </a:r>
            <a:endParaRPr sz="3200">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1350e5ad54e_0_600"/>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Agilidad</a:t>
            </a:r>
            <a:endParaRPr/>
          </a:p>
        </p:txBody>
      </p:sp>
      <p:sp>
        <p:nvSpPr>
          <p:cNvPr id="402" name="Google Shape;402;g1350e5ad54e_0_600"/>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ctr">
              <a:lnSpc>
                <a:spcPct val="90000"/>
              </a:lnSpc>
              <a:spcBef>
                <a:spcPts val="1000"/>
              </a:spcBef>
              <a:spcAft>
                <a:spcPts val="0"/>
              </a:spcAft>
              <a:buClr>
                <a:srgbClr val="DE3075"/>
              </a:buClr>
              <a:buSzPts val="2800"/>
              <a:buFont typeface="Franklin Gothic"/>
              <a:buChar char="»"/>
            </a:pPr>
            <a:r>
              <a:rPr b="0" lang="es-ES"/>
              <a:t>En presentaciones anteriores se comentó el concepto de agilidad y planificación con un enfoque ágil, en esta actividad abordaremos la metodología Scrum y por que es necesario ser ágil en el mundo del prototipado y soluciones globales.</a:t>
            </a:r>
            <a:endParaRPr b="0">
              <a:latin typeface="Calibri"/>
              <a:ea typeface="Calibri"/>
              <a:cs typeface="Calibri"/>
              <a:sym typeface="Calibri"/>
            </a:endParaRPr>
          </a:p>
        </p:txBody>
      </p:sp>
      <p:pic>
        <p:nvPicPr>
          <p:cNvPr id="403" name="Google Shape;403;g1350e5ad54e_0_600"/>
          <p:cNvPicPr preferRelativeResize="0"/>
          <p:nvPr/>
        </p:nvPicPr>
        <p:blipFill rotWithShape="1">
          <a:blip r:embed="rId3">
            <a:alphaModFix/>
          </a:blip>
          <a:srcRect b="0" l="0" r="0" t="0"/>
          <a:stretch/>
        </p:blipFill>
        <p:spPr>
          <a:xfrm>
            <a:off x="2881525" y="3609473"/>
            <a:ext cx="3380949" cy="223987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1350e5ad54e_0_770"/>
          <p:cNvSpPr txBox="1"/>
          <p:nvPr>
            <p:ph type="title"/>
          </p:nvPr>
        </p:nvSpPr>
        <p:spPr>
          <a:xfrm>
            <a:off x="372684" y="4537114"/>
            <a:ext cx="27510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sz="3200">
                <a:latin typeface="Calibri"/>
                <a:ea typeface="Calibri"/>
                <a:cs typeface="Calibri"/>
                <a:sym typeface="Calibri"/>
              </a:rPr>
              <a:t>AGILIDAD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1350e5ad54e_0_604"/>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Agilidad</a:t>
            </a:r>
            <a:endParaRPr/>
          </a:p>
        </p:txBody>
      </p:sp>
      <p:sp>
        <p:nvSpPr>
          <p:cNvPr id="414" name="Google Shape;414;g1350e5ad54e_0_604"/>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ctr">
              <a:lnSpc>
                <a:spcPct val="90000"/>
              </a:lnSpc>
              <a:spcBef>
                <a:spcPts val="1000"/>
              </a:spcBef>
              <a:spcAft>
                <a:spcPts val="0"/>
              </a:spcAft>
              <a:buClr>
                <a:srgbClr val="DE3075"/>
              </a:buClr>
              <a:buSzPts val="2800"/>
              <a:buFont typeface="Franklin Gothic"/>
              <a:buChar char="»"/>
            </a:pPr>
            <a:r>
              <a:rPr lang="es-ES"/>
              <a:t>En el contexto de desarrollo de prototipos, la agilidad se refiere a la forma rápida y flexible de construcción de un prototipo, en contraposición con formas o métodos más estructurados y rígidos para conseguir un producto que satisfaga las necesidades del cliente y usuarios.</a:t>
            </a:r>
            <a:endParaRPr>
              <a:latin typeface="Calibri"/>
              <a:ea typeface="Calibri"/>
              <a:cs typeface="Calibri"/>
              <a:sym typeface="Calibri"/>
            </a:endParaRPr>
          </a:p>
        </p:txBody>
      </p:sp>
      <p:pic>
        <p:nvPicPr>
          <p:cNvPr descr="Imagen que contiene captura de pantalla&#10;&#10;Descripción generada automáticamente" id="415" name="Google Shape;415;g1350e5ad54e_0_604"/>
          <p:cNvPicPr preferRelativeResize="0"/>
          <p:nvPr/>
        </p:nvPicPr>
        <p:blipFill rotWithShape="1">
          <a:blip r:embed="rId3">
            <a:alphaModFix/>
          </a:blip>
          <a:srcRect b="0" l="0" r="0" t="0"/>
          <a:stretch/>
        </p:blipFill>
        <p:spPr>
          <a:xfrm>
            <a:off x="2119840" y="3064041"/>
            <a:ext cx="5275570" cy="305602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1350e5ad54e_0_608"/>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Agilidad</a:t>
            </a:r>
            <a:endParaRPr/>
          </a:p>
        </p:txBody>
      </p:sp>
      <p:sp>
        <p:nvSpPr>
          <p:cNvPr id="421" name="Google Shape;421;g1350e5ad54e_0_608"/>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ctr">
              <a:lnSpc>
                <a:spcPct val="90000"/>
              </a:lnSpc>
              <a:spcBef>
                <a:spcPts val="1000"/>
              </a:spcBef>
              <a:spcAft>
                <a:spcPts val="0"/>
              </a:spcAft>
              <a:buClr>
                <a:srgbClr val="DE3075"/>
              </a:buClr>
              <a:buSzPts val="2800"/>
              <a:buFont typeface="Franklin Gothic"/>
              <a:buChar char="»"/>
            </a:pPr>
            <a:r>
              <a:rPr lang="es-ES"/>
              <a:t>De la forma ágil, las fases o etapas para el desarrollo de un prototipo permiten obtener un producto funcional de forma temprana, permitiendo entregar un valor de negocio según las prioridades del cliente.</a:t>
            </a:r>
            <a:endParaRPr/>
          </a:p>
          <a:p>
            <a:pPr indent="-228600" lvl="0" marL="457200" marR="0" rtl="0" algn="ctr">
              <a:lnSpc>
                <a:spcPct val="90000"/>
              </a:lnSpc>
              <a:spcBef>
                <a:spcPts val="1000"/>
              </a:spcBef>
              <a:spcAft>
                <a:spcPts val="0"/>
              </a:spcAft>
              <a:buClr>
                <a:srgbClr val="DE3075"/>
              </a:buClr>
              <a:buSzPts val="2800"/>
              <a:buFont typeface="Franklin Gothic"/>
              <a:buNone/>
            </a:pPr>
            <a:r>
              <a:t/>
            </a:r>
            <a:endParaRPr>
              <a:latin typeface="Calibri"/>
              <a:ea typeface="Calibri"/>
              <a:cs typeface="Calibri"/>
              <a:sym typeface="Calibri"/>
            </a:endParaRPr>
          </a:p>
        </p:txBody>
      </p:sp>
      <p:pic>
        <p:nvPicPr>
          <p:cNvPr descr="https://viewnext.usal.es/sites/default/files/MVP_bestversion.png" id="422" name="Google Shape;422;g1350e5ad54e_0_608"/>
          <p:cNvPicPr preferRelativeResize="0"/>
          <p:nvPr/>
        </p:nvPicPr>
        <p:blipFill rotWithShape="1">
          <a:blip r:embed="rId3">
            <a:alphaModFix/>
          </a:blip>
          <a:srcRect b="0" l="0" r="0" t="0"/>
          <a:stretch/>
        </p:blipFill>
        <p:spPr>
          <a:xfrm>
            <a:off x="2215348" y="3186316"/>
            <a:ext cx="4538378" cy="29197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g1350e5ad54e_0_612"/>
          <p:cNvSpPr txBox="1"/>
          <p:nvPr>
            <p:ph idx="1" type="body"/>
          </p:nvPr>
        </p:nvSpPr>
        <p:spPr>
          <a:xfrm>
            <a:off x="2547111" y="610700"/>
            <a:ext cx="48459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¿Por qué</a:t>
            </a:r>
            <a:r>
              <a:rPr lang="es-ES"/>
              <a:t> es necesario ser Agil?</a:t>
            </a:r>
            <a:endParaRPr/>
          </a:p>
        </p:txBody>
      </p:sp>
      <p:sp>
        <p:nvSpPr>
          <p:cNvPr id="428" name="Google Shape;428;g1350e5ad54e_0_612"/>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just">
              <a:lnSpc>
                <a:spcPct val="90000"/>
              </a:lnSpc>
              <a:spcBef>
                <a:spcPts val="1000"/>
              </a:spcBef>
              <a:spcAft>
                <a:spcPts val="0"/>
              </a:spcAft>
              <a:buClr>
                <a:srgbClr val="DE3075"/>
              </a:buClr>
              <a:buSzPts val="2800"/>
              <a:buFont typeface="Franklin Gothic"/>
              <a:buChar char="»"/>
            </a:pPr>
            <a:r>
              <a:rPr b="0" lang="es-ES"/>
              <a:t>Las empresas necesitan una forma de lanzar productos orientada a la entrega temprana con resultados tangibles, y a la respuesta ágil y flexible, necesaria para trabajar en mercados de evolución rápida. </a:t>
            </a:r>
            <a:endParaRPr b="0"/>
          </a:p>
          <a:p>
            <a:pPr indent="-406400" lvl="0" marL="457200" marR="0" rtl="0" algn="just">
              <a:lnSpc>
                <a:spcPct val="90000"/>
              </a:lnSpc>
              <a:spcBef>
                <a:spcPts val="1000"/>
              </a:spcBef>
              <a:spcAft>
                <a:spcPts val="0"/>
              </a:spcAft>
              <a:buClr>
                <a:srgbClr val="DE3075"/>
              </a:buClr>
              <a:buSzPts val="2800"/>
              <a:buFont typeface="Franklin Gothic"/>
              <a:buChar char="»"/>
            </a:pPr>
            <a:r>
              <a:rPr b="0" lang="es-ES"/>
              <a:t>Se requiere construir el prototipo mientras se modifican y aparecen nuevos requisitos. </a:t>
            </a:r>
            <a:endParaRPr b="0"/>
          </a:p>
          <a:p>
            <a:pPr indent="-406400" lvl="0" marL="457200" marR="0" rtl="0" algn="just">
              <a:lnSpc>
                <a:spcPct val="90000"/>
              </a:lnSpc>
              <a:spcBef>
                <a:spcPts val="1000"/>
              </a:spcBef>
              <a:spcAft>
                <a:spcPts val="0"/>
              </a:spcAft>
              <a:buClr>
                <a:srgbClr val="DE3075"/>
              </a:buClr>
              <a:buSzPts val="2800"/>
              <a:buFont typeface="Franklin Gothic"/>
              <a:buChar char="»"/>
            </a:pPr>
            <a:r>
              <a:rPr b="0" lang="es-ES"/>
              <a:t>Se desarrollan productos en continua evolución y mejora. </a:t>
            </a:r>
            <a:endParaRPr b="0"/>
          </a:p>
        </p:txBody>
      </p:sp>
      <p:pic>
        <p:nvPicPr>
          <p:cNvPr id="429" name="Google Shape;429;g1350e5ad54e_0_612"/>
          <p:cNvPicPr preferRelativeResize="0"/>
          <p:nvPr/>
        </p:nvPicPr>
        <p:blipFill rotWithShape="1">
          <a:blip r:embed="rId3">
            <a:alphaModFix/>
          </a:blip>
          <a:srcRect b="0" l="0" r="0" t="0"/>
          <a:stretch/>
        </p:blipFill>
        <p:spPr>
          <a:xfrm>
            <a:off x="1164591" y="4413599"/>
            <a:ext cx="3945734" cy="2135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7"/>
          <p:cNvSpPr txBox="1"/>
          <p:nvPr>
            <p:ph idx="1" type="body"/>
          </p:nvPr>
        </p:nvSpPr>
        <p:spPr>
          <a:xfrm>
            <a:off x="348575" y="2561950"/>
            <a:ext cx="8555700" cy="2542500"/>
          </a:xfrm>
          <a:prstGeom prst="rect">
            <a:avLst/>
          </a:prstGeom>
          <a:noFill/>
          <a:ln>
            <a:noFill/>
          </a:ln>
        </p:spPr>
        <p:txBody>
          <a:bodyPr anchorCtr="0" anchor="t" bIns="45700" lIns="91425" spcFirstLastPara="1" rIns="91425" wrap="square" tIns="45700">
            <a:noAutofit/>
          </a:bodyPr>
          <a:lstStyle/>
          <a:p>
            <a:pPr indent="-406400" lvl="0" marL="457200" marR="0" rtl="0" algn="ctr">
              <a:lnSpc>
                <a:spcPct val="90000"/>
              </a:lnSpc>
              <a:spcBef>
                <a:spcPts val="1000"/>
              </a:spcBef>
              <a:spcAft>
                <a:spcPts val="0"/>
              </a:spcAft>
              <a:buClr>
                <a:srgbClr val="DE3075"/>
              </a:buClr>
              <a:buSzPts val="2800"/>
              <a:buFont typeface="Franklin Gothic"/>
              <a:buChar char="»"/>
            </a:pPr>
            <a:r>
              <a:rPr lang="es-ES"/>
              <a:t>Los equipos de desarrollo asumían que no se iban a presentar cambios una vez iniciado el proyecto, esto supuso un gran paradigma en tareas como la documentación, participación del cliente, largos tiempos de espera para ver los resultados y cumplimiento de los contratos.</a:t>
            </a:r>
            <a:endParaRPr>
              <a:latin typeface="Calibri"/>
              <a:ea typeface="Calibri"/>
              <a:cs typeface="Calibri"/>
              <a:sym typeface="Calibri"/>
            </a:endParaRPr>
          </a:p>
        </p:txBody>
      </p:sp>
      <p:sp>
        <p:nvSpPr>
          <p:cNvPr id="435" name="Google Shape;435;p37"/>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800">
                <a:solidFill>
                  <a:schemeClr val="lt1"/>
                </a:solidFill>
              </a:rPr>
              <a:t>De lo tradicional a lo ágil</a:t>
            </a:r>
            <a:endParaRPr sz="28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1350e5ad54e_0_616"/>
          <p:cNvSpPr txBox="1"/>
          <p:nvPr>
            <p:ph idx="1" type="body"/>
          </p:nvPr>
        </p:nvSpPr>
        <p:spPr>
          <a:xfrm>
            <a:off x="2547106" y="610700"/>
            <a:ext cx="35583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Métodos </a:t>
            </a:r>
            <a:r>
              <a:rPr lang="es-ES"/>
              <a:t>Ágiles</a:t>
            </a:r>
            <a:endParaRPr/>
          </a:p>
        </p:txBody>
      </p:sp>
      <p:sp>
        <p:nvSpPr>
          <p:cNvPr id="441" name="Google Shape;441;g1350e5ad54e_0_616"/>
          <p:cNvSpPr txBox="1"/>
          <p:nvPr>
            <p:ph idx="1" type="body"/>
          </p:nvPr>
        </p:nvSpPr>
        <p:spPr>
          <a:xfrm>
            <a:off x="294150" y="1675800"/>
            <a:ext cx="8555700" cy="5137800"/>
          </a:xfrm>
          <a:prstGeom prst="rect">
            <a:avLst/>
          </a:prstGeom>
          <a:noFill/>
          <a:ln>
            <a:noFill/>
          </a:ln>
        </p:spPr>
        <p:txBody>
          <a:bodyPr anchorCtr="0" anchor="t" bIns="45700" lIns="91425" spcFirstLastPara="1" rIns="91425" wrap="square" tIns="45700">
            <a:noAutofit/>
          </a:bodyPr>
          <a:lstStyle/>
          <a:p>
            <a:pPr indent="-393700" lvl="0" marL="457200" marR="0" rtl="0" algn="just">
              <a:lnSpc>
                <a:spcPct val="90000"/>
              </a:lnSpc>
              <a:spcBef>
                <a:spcPts val="1000"/>
              </a:spcBef>
              <a:spcAft>
                <a:spcPts val="0"/>
              </a:spcAft>
              <a:buClr>
                <a:srgbClr val="DE3075"/>
              </a:buClr>
              <a:buSzPts val="2600"/>
              <a:buFont typeface="Franklin Gothic"/>
              <a:buChar char="»"/>
            </a:pPr>
            <a:r>
              <a:rPr b="0" lang="es-ES" sz="2200"/>
              <a:t>En el año 2001, un grupo de especialistas comenzaron a estudiar nuevas formas de desarrollar prototipos, ya tenían algunas ideas y lograron establecer el término “Métodos Ágiles” para definir a aquellos métodos que estaban surgiendo como alternativa a las metodologías formales.</a:t>
            </a:r>
            <a:endParaRPr b="0" sz="2200"/>
          </a:p>
          <a:p>
            <a:pPr indent="-393700" lvl="0" marL="457200" marR="0" rtl="0" algn="just">
              <a:lnSpc>
                <a:spcPct val="90000"/>
              </a:lnSpc>
              <a:spcBef>
                <a:spcPts val="1000"/>
              </a:spcBef>
              <a:spcAft>
                <a:spcPts val="0"/>
              </a:spcAft>
              <a:buClr>
                <a:srgbClr val="DE3075"/>
              </a:buClr>
              <a:buSzPts val="2600"/>
              <a:buFont typeface="Franklin Gothic"/>
              <a:buChar char="»"/>
            </a:pPr>
            <a:r>
              <a:rPr b="0" lang="es-ES" sz="2200"/>
              <a:t>Se requería:</a:t>
            </a:r>
            <a:endParaRPr b="0" sz="2200"/>
          </a:p>
          <a:p>
            <a:pPr indent="-476250" lvl="1" marL="914400" rtl="0" algn="just">
              <a:lnSpc>
                <a:spcPct val="90000"/>
              </a:lnSpc>
              <a:spcBef>
                <a:spcPts val="500"/>
              </a:spcBef>
              <a:spcAft>
                <a:spcPts val="0"/>
              </a:spcAft>
              <a:buSzPts val="3900"/>
              <a:buChar char="•"/>
            </a:pPr>
            <a:r>
              <a:rPr lang="es-ES" sz="2400"/>
              <a:t>Una planificación adaptativa</a:t>
            </a:r>
            <a:endParaRPr sz="2400"/>
          </a:p>
          <a:p>
            <a:pPr indent="-476250" lvl="1" marL="914400" rtl="0" algn="just">
              <a:lnSpc>
                <a:spcPct val="90000"/>
              </a:lnSpc>
              <a:spcBef>
                <a:spcPts val="500"/>
              </a:spcBef>
              <a:spcAft>
                <a:spcPts val="0"/>
              </a:spcAft>
              <a:buSzPts val="3900"/>
              <a:buChar char="•"/>
            </a:pPr>
            <a:r>
              <a:rPr lang="es-ES" sz="2400"/>
              <a:t>Una entrega temprana</a:t>
            </a:r>
            <a:endParaRPr sz="2400"/>
          </a:p>
          <a:p>
            <a:pPr indent="-476250" lvl="1" marL="914400" rtl="0" algn="just">
              <a:lnSpc>
                <a:spcPct val="90000"/>
              </a:lnSpc>
              <a:spcBef>
                <a:spcPts val="500"/>
              </a:spcBef>
              <a:spcAft>
                <a:spcPts val="0"/>
              </a:spcAft>
              <a:buSzPts val="3900"/>
              <a:buChar char="•"/>
            </a:pPr>
            <a:r>
              <a:rPr lang="es-ES" sz="2400"/>
              <a:t>Una mejora continua</a:t>
            </a:r>
            <a:endParaRPr sz="2400"/>
          </a:p>
          <a:p>
            <a:pPr indent="-228600" lvl="0" marL="457200" marR="0" rtl="0" algn="just">
              <a:lnSpc>
                <a:spcPct val="90000"/>
              </a:lnSpc>
              <a:spcBef>
                <a:spcPts val="1000"/>
              </a:spcBef>
              <a:spcAft>
                <a:spcPts val="0"/>
              </a:spcAft>
              <a:buClr>
                <a:srgbClr val="DE3075"/>
              </a:buClr>
              <a:buSzPts val="2800"/>
              <a:buFont typeface="Franklin Gothic"/>
              <a:buNone/>
            </a:pPr>
            <a:r>
              <a:t/>
            </a:r>
            <a:endParaRPr sz="3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1"/>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Manifiesto Ágil</a:t>
            </a:r>
            <a:endParaRPr/>
          </a:p>
        </p:txBody>
      </p:sp>
      <p:sp>
        <p:nvSpPr>
          <p:cNvPr id="447" name="Google Shape;447;p41"/>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La nueva postura ágil la resumieron en cuatro postulados lo que ha quedado denominado como “Manifiesto Ágil”, que son los valores sobre los que se asientan los métodos ágiles,  </a:t>
            </a:r>
            <a:r>
              <a:rPr b="1" lang="es-ES" sz="3200"/>
              <a:t>se valora:</a:t>
            </a:r>
            <a:endParaRPr b="1"/>
          </a:p>
          <a:p>
            <a:pPr indent="-228600" lvl="0" marL="457200" marR="0" rtl="0" algn="l">
              <a:lnSpc>
                <a:spcPct val="90000"/>
              </a:lnSpc>
              <a:spcBef>
                <a:spcPts val="1000"/>
              </a:spcBef>
              <a:spcAft>
                <a:spcPts val="0"/>
              </a:spcAft>
              <a:buClr>
                <a:srgbClr val="DE3075"/>
              </a:buClr>
              <a:buSzPts val="2800"/>
              <a:buFont typeface="Franklin Gothic"/>
              <a:buNone/>
            </a:pPr>
            <a:r>
              <a:t/>
            </a:r>
            <a:endParaRPr/>
          </a:p>
        </p:txBody>
      </p:sp>
      <p:pic>
        <p:nvPicPr>
          <p:cNvPr descr="Resultado de imagen para manifiesto agil" id="448" name="Google Shape;448;p41"/>
          <p:cNvPicPr preferRelativeResize="0"/>
          <p:nvPr/>
        </p:nvPicPr>
        <p:blipFill rotWithShape="1">
          <a:blip r:embed="rId3">
            <a:alphaModFix/>
          </a:blip>
          <a:srcRect b="0" l="0" r="0" t="0"/>
          <a:stretch/>
        </p:blipFill>
        <p:spPr>
          <a:xfrm>
            <a:off x="2396916" y="2825226"/>
            <a:ext cx="4350168" cy="4032774"/>
          </a:xfrm>
          <a:prstGeom prst="rect">
            <a:avLst/>
          </a:prstGeom>
          <a:noFill/>
          <a:ln>
            <a:noFill/>
          </a:ln>
        </p:spPr>
      </p:pic>
      <p:pic>
        <p:nvPicPr>
          <p:cNvPr id="449" name="Google Shape;449;p41"/>
          <p:cNvPicPr preferRelativeResize="0"/>
          <p:nvPr/>
        </p:nvPicPr>
        <p:blipFill rotWithShape="1">
          <a:blip r:embed="rId4">
            <a:alphaModFix/>
          </a:blip>
          <a:srcRect b="0" l="0" r="0" t="0"/>
          <a:stretch/>
        </p:blipFill>
        <p:spPr>
          <a:xfrm>
            <a:off x="1834941" y="3425550"/>
            <a:ext cx="561975" cy="723900"/>
          </a:xfrm>
          <a:prstGeom prst="rect">
            <a:avLst/>
          </a:prstGeom>
          <a:noFill/>
          <a:ln>
            <a:noFill/>
          </a:ln>
        </p:spPr>
      </p:pic>
      <p:pic>
        <p:nvPicPr>
          <p:cNvPr id="450" name="Google Shape;450;p41"/>
          <p:cNvPicPr preferRelativeResize="0"/>
          <p:nvPr/>
        </p:nvPicPr>
        <p:blipFill rotWithShape="1">
          <a:blip r:embed="rId5">
            <a:alphaModFix/>
          </a:blip>
          <a:srcRect b="0" l="0" r="0" t="0"/>
          <a:stretch/>
        </p:blipFill>
        <p:spPr>
          <a:xfrm>
            <a:off x="6728554" y="3406500"/>
            <a:ext cx="561975" cy="742950"/>
          </a:xfrm>
          <a:prstGeom prst="rect">
            <a:avLst/>
          </a:prstGeom>
          <a:noFill/>
          <a:ln>
            <a:noFill/>
          </a:ln>
        </p:spPr>
      </p:pic>
      <p:pic>
        <p:nvPicPr>
          <p:cNvPr id="451" name="Google Shape;451;p41"/>
          <p:cNvPicPr preferRelativeResize="0"/>
          <p:nvPr/>
        </p:nvPicPr>
        <p:blipFill rotWithShape="1">
          <a:blip r:embed="rId6">
            <a:alphaModFix/>
          </a:blip>
          <a:srcRect b="0" l="0" r="0" t="0"/>
          <a:stretch/>
        </p:blipFill>
        <p:spPr>
          <a:xfrm>
            <a:off x="1834941" y="5418728"/>
            <a:ext cx="533400" cy="781050"/>
          </a:xfrm>
          <a:prstGeom prst="rect">
            <a:avLst/>
          </a:prstGeom>
          <a:noFill/>
          <a:ln>
            <a:noFill/>
          </a:ln>
        </p:spPr>
      </p:pic>
      <p:pic>
        <p:nvPicPr>
          <p:cNvPr id="452" name="Google Shape;452;p41"/>
          <p:cNvPicPr preferRelativeResize="0"/>
          <p:nvPr/>
        </p:nvPicPr>
        <p:blipFill rotWithShape="1">
          <a:blip r:embed="rId7">
            <a:alphaModFix/>
          </a:blip>
          <a:srcRect b="0" l="0" r="0" t="0"/>
          <a:stretch/>
        </p:blipFill>
        <p:spPr>
          <a:xfrm>
            <a:off x="6794709" y="5428253"/>
            <a:ext cx="514350" cy="76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1350e5ad54e_0_620"/>
          <p:cNvSpPr txBox="1"/>
          <p:nvPr>
            <p:ph idx="1" type="body"/>
          </p:nvPr>
        </p:nvSpPr>
        <p:spPr>
          <a:xfrm>
            <a:off x="2547110" y="610700"/>
            <a:ext cx="45657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Individuos y su interacción</a:t>
            </a:r>
            <a:endParaRPr/>
          </a:p>
        </p:txBody>
      </p:sp>
      <p:sp>
        <p:nvSpPr>
          <p:cNvPr id="458" name="Google Shape;458;g1350e5ad54e_0_620"/>
          <p:cNvSpPr txBox="1"/>
          <p:nvPr/>
        </p:nvSpPr>
        <p:spPr>
          <a:xfrm>
            <a:off x="319495" y="1142492"/>
            <a:ext cx="3288000" cy="428640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818990"/>
              </a:buClr>
              <a:buSzPts val="1846"/>
              <a:buFont typeface="Roboto Condensed"/>
              <a:buNone/>
            </a:pPr>
            <a:r>
              <a:rPr b="1" i="0" lang="es-ES" sz="3600" u="none" cap="none" strike="noStrike">
                <a:solidFill>
                  <a:schemeClr val="accent4"/>
                </a:solidFill>
                <a:latin typeface="Calibri"/>
                <a:ea typeface="Calibri"/>
                <a:cs typeface="Calibri"/>
                <a:sym typeface="Calibri"/>
              </a:rPr>
              <a:t>Postulado 1</a:t>
            </a:r>
            <a:endParaRPr b="0" i="0" sz="1400" u="none" cap="none" strike="noStrike">
              <a:solidFill>
                <a:srgbClr val="000000"/>
              </a:solidFill>
              <a:latin typeface="Arial"/>
              <a:ea typeface="Arial"/>
              <a:cs typeface="Arial"/>
              <a:sym typeface="Arial"/>
            </a:endParaRPr>
          </a:p>
          <a:p>
            <a:pPr indent="0" lvl="0" marL="0" marR="0" rtl="0" algn="r">
              <a:lnSpc>
                <a:spcPct val="90000"/>
              </a:lnSpc>
              <a:spcBef>
                <a:spcPts val="0"/>
              </a:spcBef>
              <a:spcAft>
                <a:spcPts val="0"/>
              </a:spcAft>
              <a:buClr>
                <a:srgbClr val="818990"/>
              </a:buClr>
              <a:buSzPts val="1846"/>
              <a:buFont typeface="Roboto Condensed"/>
              <a:buNone/>
            </a:pPr>
            <a:r>
              <a:t/>
            </a:r>
            <a:endParaRPr b="1" i="0" sz="3600" u="none" cap="none" strike="noStrike">
              <a:solidFill>
                <a:schemeClr val="accent4"/>
              </a:solidFill>
              <a:latin typeface="Calibri"/>
              <a:ea typeface="Calibri"/>
              <a:cs typeface="Calibri"/>
              <a:sym typeface="Calibri"/>
            </a:endParaRPr>
          </a:p>
          <a:p>
            <a:pPr indent="0" lvl="0" marL="0" marR="0" rtl="0" algn="r">
              <a:lnSpc>
                <a:spcPct val="90000"/>
              </a:lnSpc>
              <a:spcBef>
                <a:spcPts val="0"/>
              </a:spcBef>
              <a:spcAft>
                <a:spcPts val="0"/>
              </a:spcAft>
              <a:buClr>
                <a:srgbClr val="818990"/>
              </a:buClr>
              <a:buSzPts val="1846"/>
              <a:buFont typeface="Roboto Condensed"/>
              <a:buNone/>
            </a:pPr>
            <a:r>
              <a:rPr b="0" i="0" lang="es-ES" sz="3600" u="none" cap="none" strike="noStrike">
                <a:solidFill>
                  <a:schemeClr val="accent4"/>
                </a:solidFill>
                <a:latin typeface="Calibri"/>
                <a:ea typeface="Calibri"/>
                <a:cs typeface="Calibri"/>
                <a:sym typeface="Calibri"/>
              </a:rPr>
              <a:t> Valoramos más a los individuos y su interacción que a los procesos y las herramientas</a:t>
            </a:r>
            <a:endParaRPr b="0" i="0" sz="3600" u="none" cap="none" strike="noStrike">
              <a:solidFill>
                <a:schemeClr val="accent4"/>
              </a:solidFill>
              <a:latin typeface="Arial"/>
              <a:ea typeface="Arial"/>
              <a:cs typeface="Arial"/>
              <a:sym typeface="Arial"/>
            </a:endParaRPr>
          </a:p>
        </p:txBody>
      </p:sp>
      <p:sp>
        <p:nvSpPr>
          <p:cNvPr id="459" name="Google Shape;459;g1350e5ad54e_0_620"/>
          <p:cNvSpPr txBox="1"/>
          <p:nvPr/>
        </p:nvSpPr>
        <p:spPr>
          <a:xfrm>
            <a:off x="3846209" y="1142492"/>
            <a:ext cx="4946700" cy="4930200"/>
          </a:xfrm>
          <a:prstGeom prst="rect">
            <a:avLst/>
          </a:prstGeom>
          <a:noFill/>
          <a:ln>
            <a:noFill/>
          </a:ln>
        </p:spPr>
        <p:txBody>
          <a:bodyPr anchorCtr="0" anchor="ctr" bIns="45700" lIns="91425" spcFirstLastPara="1" rIns="91425" wrap="square" tIns="45700">
            <a:normAutofit/>
          </a:bodyPr>
          <a:lstStyle/>
          <a:p>
            <a:pPr indent="-228600" lvl="0" marL="457200" marR="0" rtl="0" algn="l">
              <a:lnSpc>
                <a:spcPct val="90000"/>
              </a:lnSpc>
              <a:spcBef>
                <a:spcPts val="1000"/>
              </a:spcBef>
              <a:spcAft>
                <a:spcPts val="0"/>
              </a:spcAft>
              <a:buClr>
                <a:srgbClr val="DE3075"/>
              </a:buClr>
              <a:buSzPts val="2800"/>
              <a:buFont typeface="Arial"/>
              <a:buChar char="•"/>
            </a:pPr>
            <a:r>
              <a:rPr b="0" i="0" lang="es-ES" sz="2400" u="none" cap="none" strike="noStrike">
                <a:solidFill>
                  <a:schemeClr val="dk1"/>
                </a:solidFill>
                <a:latin typeface="Arial"/>
                <a:ea typeface="Arial"/>
                <a:cs typeface="Arial"/>
                <a:sym typeface="Arial"/>
              </a:rPr>
              <a:t> Si bien los procesos son también son importantes y ofrecen una guía, se valora mucho más a las personas con su conocimiento técnico y actitud considerándolo como el principal factor de éxito. </a:t>
            </a:r>
            <a:endParaRPr b="0" i="0" sz="1400" u="none" cap="none" strike="noStrike">
              <a:solidFill>
                <a:srgbClr val="000000"/>
              </a:solidFill>
              <a:latin typeface="Arial"/>
              <a:ea typeface="Arial"/>
              <a:cs typeface="Arial"/>
              <a:sym typeface="Arial"/>
            </a:endParaRPr>
          </a:p>
          <a:p>
            <a:pPr indent="-228600" lvl="0" marL="457200" marR="0" rtl="0" algn="l">
              <a:lnSpc>
                <a:spcPct val="90000"/>
              </a:lnSpc>
              <a:spcBef>
                <a:spcPts val="1000"/>
              </a:spcBef>
              <a:spcAft>
                <a:spcPts val="0"/>
              </a:spcAft>
              <a:buClr>
                <a:srgbClr val="DE3075"/>
              </a:buClr>
              <a:buSzPts val="2800"/>
              <a:buFont typeface="Arial"/>
              <a:buChar char="•"/>
            </a:pPr>
            <a:r>
              <a:rPr b="0" i="0" lang="es-ES" sz="2400" u="none" cap="none" strike="noStrike">
                <a:solidFill>
                  <a:schemeClr val="dk1"/>
                </a:solidFill>
                <a:latin typeface="Arial"/>
                <a:ea typeface="Arial"/>
                <a:cs typeface="Arial"/>
                <a:sym typeface="Arial"/>
              </a:rPr>
              <a:t>Se fomenta el </a:t>
            </a:r>
            <a:r>
              <a:rPr b="1" i="0" lang="es-ES" sz="2400" u="none" cap="none" strike="noStrike">
                <a:solidFill>
                  <a:schemeClr val="dk1"/>
                </a:solidFill>
                <a:latin typeface="Arial"/>
                <a:ea typeface="Arial"/>
                <a:cs typeface="Arial"/>
                <a:sym typeface="Arial"/>
              </a:rPr>
              <a:t>respeto </a:t>
            </a:r>
            <a:r>
              <a:rPr b="0" i="0" lang="es-ES" sz="2400" u="none" cap="none" strike="noStrike">
                <a:solidFill>
                  <a:schemeClr val="dk1"/>
                </a:solidFill>
                <a:latin typeface="Arial"/>
                <a:ea typeface="Arial"/>
                <a:cs typeface="Arial"/>
                <a:sym typeface="Arial"/>
              </a:rPr>
              <a:t>por el aporte de cada persona, la </a:t>
            </a:r>
            <a:r>
              <a:rPr b="1" i="0" lang="es-ES" sz="2400" u="none" cap="none" strike="noStrike">
                <a:solidFill>
                  <a:schemeClr val="dk1"/>
                </a:solidFill>
                <a:latin typeface="Arial"/>
                <a:ea typeface="Arial"/>
                <a:cs typeface="Arial"/>
                <a:sym typeface="Arial"/>
              </a:rPr>
              <a:t>transparencia </a:t>
            </a:r>
            <a:r>
              <a:rPr b="0" i="0" lang="es-ES" sz="2400" u="none" cap="none" strike="noStrike">
                <a:solidFill>
                  <a:schemeClr val="dk1"/>
                </a:solidFill>
                <a:latin typeface="Arial"/>
                <a:ea typeface="Arial"/>
                <a:cs typeface="Arial"/>
                <a:sym typeface="Arial"/>
              </a:rPr>
              <a:t>con la información, </a:t>
            </a:r>
            <a:r>
              <a:rPr b="1" i="0" lang="es-ES" sz="2400" u="none" cap="none" strike="noStrike">
                <a:solidFill>
                  <a:schemeClr val="dk1"/>
                </a:solidFill>
                <a:latin typeface="Arial"/>
                <a:ea typeface="Arial"/>
                <a:cs typeface="Arial"/>
                <a:sym typeface="Arial"/>
              </a:rPr>
              <a:t>confianza  </a:t>
            </a:r>
            <a:r>
              <a:rPr b="0" i="0" lang="es-ES" sz="2400" u="none" cap="none" strike="noStrike">
                <a:solidFill>
                  <a:schemeClr val="dk1"/>
                </a:solidFill>
                <a:latin typeface="Arial"/>
                <a:ea typeface="Arial"/>
                <a:cs typeface="Arial"/>
                <a:sym typeface="Arial"/>
              </a:rPr>
              <a:t>en las personas y </a:t>
            </a:r>
            <a:r>
              <a:rPr b="1" i="0" lang="es-ES" sz="2400" u="none" cap="none" strike="noStrike">
                <a:solidFill>
                  <a:schemeClr val="dk1"/>
                </a:solidFill>
                <a:latin typeface="Arial"/>
                <a:ea typeface="Arial"/>
                <a:cs typeface="Arial"/>
                <a:sym typeface="Arial"/>
              </a:rPr>
              <a:t>compromiso </a:t>
            </a:r>
            <a:r>
              <a:rPr b="0" i="0" lang="es-ES" sz="2400" u="none" cap="none" strike="noStrike">
                <a:solidFill>
                  <a:schemeClr val="dk1"/>
                </a:solidFill>
                <a:latin typeface="Arial"/>
                <a:ea typeface="Arial"/>
                <a:cs typeface="Arial"/>
                <a:sym typeface="Arial"/>
              </a:rPr>
              <a:t>con los objetivos del equipo.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1"/>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Software funcionando</a:t>
            </a:r>
            <a:endParaRPr sz="3200"/>
          </a:p>
        </p:txBody>
      </p:sp>
      <p:sp>
        <p:nvSpPr>
          <p:cNvPr id="465" name="Google Shape;465;p71"/>
          <p:cNvSpPr txBox="1"/>
          <p:nvPr/>
        </p:nvSpPr>
        <p:spPr>
          <a:xfrm>
            <a:off x="241173" y="1025725"/>
            <a:ext cx="3490849" cy="4286410"/>
          </a:xfrm>
          <a:prstGeom prst="rect">
            <a:avLst/>
          </a:prstGeom>
          <a:noFill/>
          <a:ln>
            <a:noFill/>
          </a:ln>
        </p:spPr>
        <p:txBody>
          <a:bodyPr anchorCtr="0" anchor="ctr" bIns="45700" lIns="91425" spcFirstLastPara="1" rIns="91425" wrap="square" tIns="45700">
            <a:normAutofit fontScale="97500"/>
          </a:bodyPr>
          <a:lstStyle/>
          <a:p>
            <a:pPr indent="0" lvl="0" marL="0" marR="0" rtl="0" algn="r">
              <a:lnSpc>
                <a:spcPct val="90000"/>
              </a:lnSpc>
              <a:spcBef>
                <a:spcPts val="0"/>
              </a:spcBef>
              <a:spcAft>
                <a:spcPts val="0"/>
              </a:spcAft>
              <a:buClr>
                <a:srgbClr val="818990"/>
              </a:buClr>
              <a:buSzPct val="51282"/>
              <a:buFont typeface="Roboto Condensed"/>
              <a:buNone/>
            </a:pPr>
            <a:r>
              <a:rPr b="1" i="0" lang="es-ES" sz="3600" u="none" cap="none" strike="noStrike">
                <a:solidFill>
                  <a:schemeClr val="accent4"/>
                </a:solidFill>
                <a:latin typeface="Calibri"/>
                <a:ea typeface="Calibri"/>
                <a:cs typeface="Calibri"/>
                <a:sym typeface="Calibri"/>
              </a:rPr>
              <a:t>Postulado 2</a:t>
            </a:r>
            <a:endParaRPr b="0" i="0" sz="1400" u="none" cap="none" strike="noStrike">
              <a:solidFill>
                <a:srgbClr val="000000"/>
              </a:solidFill>
              <a:latin typeface="Arial"/>
              <a:ea typeface="Arial"/>
              <a:cs typeface="Arial"/>
              <a:sym typeface="Arial"/>
            </a:endParaRPr>
          </a:p>
          <a:p>
            <a:pPr indent="0" lvl="0" marL="0" marR="0" rtl="0" algn="r">
              <a:lnSpc>
                <a:spcPct val="90000"/>
              </a:lnSpc>
              <a:spcBef>
                <a:spcPts val="0"/>
              </a:spcBef>
              <a:spcAft>
                <a:spcPts val="0"/>
              </a:spcAft>
              <a:buClr>
                <a:srgbClr val="818990"/>
              </a:buClr>
              <a:buSzPct val="51282"/>
              <a:buFont typeface="Roboto Condensed"/>
              <a:buNone/>
            </a:pPr>
            <a:r>
              <a:t/>
            </a:r>
            <a:endParaRPr b="1" i="0" sz="3600" u="none" cap="none" strike="noStrike">
              <a:solidFill>
                <a:schemeClr val="accent4"/>
              </a:solidFill>
              <a:latin typeface="Calibri"/>
              <a:ea typeface="Calibri"/>
              <a:cs typeface="Calibri"/>
              <a:sym typeface="Calibri"/>
            </a:endParaRPr>
          </a:p>
          <a:p>
            <a:pPr indent="0" lvl="0" marL="0" marR="0" rtl="0" algn="r">
              <a:lnSpc>
                <a:spcPct val="90000"/>
              </a:lnSpc>
              <a:spcBef>
                <a:spcPts val="0"/>
              </a:spcBef>
              <a:spcAft>
                <a:spcPts val="0"/>
              </a:spcAft>
              <a:buClr>
                <a:srgbClr val="818990"/>
              </a:buClr>
              <a:buSzPct val="51282"/>
              <a:buFont typeface="Roboto Condensed"/>
              <a:buNone/>
            </a:pPr>
            <a:r>
              <a:rPr b="1" i="0" lang="es-ES" sz="3600" u="none" cap="none" strike="noStrike">
                <a:solidFill>
                  <a:schemeClr val="accent4"/>
                </a:solidFill>
                <a:latin typeface="Calibri"/>
                <a:ea typeface="Calibri"/>
                <a:cs typeface="Calibri"/>
                <a:sym typeface="Calibri"/>
              </a:rPr>
              <a:t> </a:t>
            </a:r>
            <a:r>
              <a:rPr b="0" i="0" lang="es-ES" sz="3600" u="none" cap="none" strike="noStrike">
                <a:solidFill>
                  <a:schemeClr val="accent4"/>
                </a:solidFill>
                <a:latin typeface="Calibri"/>
                <a:ea typeface="Calibri"/>
                <a:cs typeface="Calibri"/>
                <a:sym typeface="Calibri"/>
              </a:rPr>
              <a:t>Prototipo funcionando por encima de la documentación extensiva</a:t>
            </a:r>
            <a:endParaRPr b="0" i="0" sz="3600" u="none" cap="none" strike="noStrike">
              <a:solidFill>
                <a:schemeClr val="accent4"/>
              </a:solidFill>
              <a:latin typeface="Arial"/>
              <a:ea typeface="Arial"/>
              <a:cs typeface="Arial"/>
              <a:sym typeface="Arial"/>
            </a:endParaRPr>
          </a:p>
        </p:txBody>
      </p:sp>
      <p:sp>
        <p:nvSpPr>
          <p:cNvPr id="466" name="Google Shape;466;p71"/>
          <p:cNvSpPr txBox="1"/>
          <p:nvPr/>
        </p:nvSpPr>
        <p:spPr>
          <a:xfrm>
            <a:off x="3732023" y="2241159"/>
            <a:ext cx="5170804" cy="428641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rgbClr val="DE3075"/>
              </a:buClr>
              <a:buSzPts val="2800"/>
              <a:buFont typeface="Arial"/>
              <a:buChar char="•"/>
            </a:pPr>
            <a:r>
              <a:rPr b="0" i="0" lang="es-ES" sz="2400" u="none" cap="none" strike="noStrike">
                <a:solidFill>
                  <a:schemeClr val="dk1"/>
                </a:solidFill>
                <a:latin typeface="Arial"/>
                <a:ea typeface="Arial"/>
                <a:cs typeface="Arial"/>
                <a:sym typeface="Arial"/>
              </a:rPr>
              <a:t> Se promueve la capacidad de invertir el tiempo desarrollando un producto y no perder tiempo valioso creando documentos, incluso algunos de  ellos muchas veces no se utilizan, no da por inútil la documentación, sólo la de la documentación innecesaria. </a:t>
            </a:r>
            <a:endParaRPr b="0" i="0" sz="1400" u="none" cap="none" strike="noStrike">
              <a:solidFill>
                <a:srgbClr val="000000"/>
              </a:solidFill>
              <a:latin typeface="Arial"/>
              <a:ea typeface="Arial"/>
              <a:cs typeface="Arial"/>
              <a:sym typeface="Arial"/>
            </a:endParaRPr>
          </a:p>
          <a:p>
            <a:pPr indent="-228600" lvl="0" marL="457200" marR="0" rtl="0" algn="l">
              <a:lnSpc>
                <a:spcPct val="90000"/>
              </a:lnSpc>
              <a:spcBef>
                <a:spcPts val="1000"/>
              </a:spcBef>
              <a:spcAft>
                <a:spcPts val="0"/>
              </a:spcAft>
              <a:buClr>
                <a:srgbClr val="DE3075"/>
              </a:buClr>
              <a:buSzPts val="2800"/>
              <a:buFont typeface="Arial"/>
              <a:buChar char="•"/>
            </a:pPr>
            <a:r>
              <a:rPr b="0" i="0" lang="es-ES" sz="2400" u="none" cap="none" strike="noStrike">
                <a:solidFill>
                  <a:schemeClr val="dk1"/>
                </a:solidFill>
                <a:latin typeface="Arial"/>
                <a:ea typeface="Arial"/>
                <a:cs typeface="Arial"/>
                <a:sym typeface="Arial"/>
              </a:rPr>
              <a:t>Se promueven formas más dinámica y menos costosas de documentación, como lo son la comunicación personal, el trabajo en equipo, la auto-documentación y el uso de estándares.</a:t>
            </a:r>
            <a:endParaRPr b="0" i="0" sz="2400" u="none" cap="none" strike="noStrike">
              <a:solidFill>
                <a:schemeClr val="dk1"/>
              </a:solidFill>
              <a:latin typeface="Arial"/>
              <a:ea typeface="Arial"/>
              <a:cs typeface="Arial"/>
              <a:sym typeface="Arial"/>
            </a:endParaRPr>
          </a:p>
          <a:p>
            <a:pPr indent="-50800" lvl="0" marL="457200" marR="0" rtl="0" algn="l">
              <a:lnSpc>
                <a:spcPct val="90000"/>
              </a:lnSpc>
              <a:spcBef>
                <a:spcPts val="1000"/>
              </a:spcBef>
              <a:spcAft>
                <a:spcPts val="0"/>
              </a:spcAft>
              <a:buClr>
                <a:srgbClr val="DE3075"/>
              </a:buClr>
              <a:buSzPts val="2800"/>
              <a:buFont typeface="Arial"/>
              <a:buNone/>
            </a:pPr>
            <a:r>
              <a:t/>
            </a:r>
            <a:endParaRPr b="0" i="0" sz="2400" u="none" cap="none" strike="noStrike">
              <a:solidFill>
                <a:schemeClr val="dk1"/>
              </a:solidFill>
              <a:latin typeface="Arial"/>
              <a:ea typeface="Arial"/>
              <a:cs typeface="Arial"/>
              <a:sym typeface="Arial"/>
            </a:endParaRPr>
          </a:p>
          <a:p>
            <a:pPr indent="-50800" lvl="0" marL="457200" marR="0" rtl="0" algn="l">
              <a:lnSpc>
                <a:spcPct val="90000"/>
              </a:lnSpc>
              <a:spcBef>
                <a:spcPts val="1000"/>
              </a:spcBef>
              <a:spcAft>
                <a:spcPts val="0"/>
              </a:spcAft>
              <a:buClr>
                <a:srgbClr val="DE3075"/>
              </a:buClr>
              <a:buSzPts val="28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1350e5ad54e_0_624"/>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sp>
        <p:nvSpPr>
          <p:cNvPr id="472" name="Google Shape;472;g1350e5ad54e_0_624"/>
          <p:cNvSpPr txBox="1"/>
          <p:nvPr/>
        </p:nvSpPr>
        <p:spPr>
          <a:xfrm>
            <a:off x="241173" y="1178079"/>
            <a:ext cx="3490800" cy="428640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818990"/>
              </a:buClr>
              <a:buSzPts val="1846"/>
              <a:buFont typeface="Roboto Condensed"/>
              <a:buNone/>
            </a:pPr>
            <a:r>
              <a:rPr b="1" i="0" lang="es-ES" sz="3600" u="none" cap="none" strike="noStrike">
                <a:solidFill>
                  <a:schemeClr val="accent4"/>
                </a:solidFill>
                <a:latin typeface="Calibri"/>
                <a:ea typeface="Calibri"/>
                <a:cs typeface="Calibri"/>
                <a:sym typeface="Calibri"/>
              </a:rPr>
              <a:t>Postulado 3</a:t>
            </a:r>
            <a:endParaRPr b="0" i="0" sz="1400" u="none" cap="none" strike="noStrike">
              <a:solidFill>
                <a:srgbClr val="000000"/>
              </a:solidFill>
              <a:latin typeface="Arial"/>
              <a:ea typeface="Arial"/>
              <a:cs typeface="Arial"/>
              <a:sym typeface="Arial"/>
            </a:endParaRPr>
          </a:p>
          <a:p>
            <a:pPr indent="0" lvl="0" marL="0" marR="0" rtl="0" algn="r">
              <a:lnSpc>
                <a:spcPct val="90000"/>
              </a:lnSpc>
              <a:spcBef>
                <a:spcPts val="0"/>
              </a:spcBef>
              <a:spcAft>
                <a:spcPts val="0"/>
              </a:spcAft>
              <a:buClr>
                <a:srgbClr val="818990"/>
              </a:buClr>
              <a:buSzPts val="1846"/>
              <a:buFont typeface="Roboto Condensed"/>
              <a:buNone/>
            </a:pPr>
            <a:r>
              <a:t/>
            </a:r>
            <a:endParaRPr b="1" i="0" sz="3600" u="none" cap="none" strike="noStrike">
              <a:solidFill>
                <a:schemeClr val="accent4"/>
              </a:solidFill>
              <a:latin typeface="Calibri"/>
              <a:ea typeface="Calibri"/>
              <a:cs typeface="Calibri"/>
              <a:sym typeface="Calibri"/>
            </a:endParaRPr>
          </a:p>
          <a:p>
            <a:pPr indent="0" lvl="0" marL="0" marR="0" rtl="0" algn="r">
              <a:lnSpc>
                <a:spcPct val="90000"/>
              </a:lnSpc>
              <a:spcBef>
                <a:spcPts val="0"/>
              </a:spcBef>
              <a:spcAft>
                <a:spcPts val="0"/>
              </a:spcAft>
              <a:buClr>
                <a:srgbClr val="818990"/>
              </a:buClr>
              <a:buSzPts val="1846"/>
              <a:buFont typeface="Roboto Condensed"/>
              <a:buNone/>
            </a:pPr>
            <a:r>
              <a:rPr b="0" i="0" lang="es-ES" sz="3600" u="none" cap="none" strike="noStrike">
                <a:solidFill>
                  <a:schemeClr val="accent4"/>
                </a:solidFill>
                <a:latin typeface="Calibri"/>
                <a:ea typeface="Calibri"/>
                <a:cs typeface="Calibri"/>
                <a:sym typeface="Calibri"/>
              </a:rPr>
              <a:t>Valorar más la colaboración con el cliente que la negociación de un contrato</a:t>
            </a:r>
            <a:endParaRPr b="0" i="0" sz="3600" u="none" cap="none" strike="noStrike">
              <a:solidFill>
                <a:schemeClr val="accent4"/>
              </a:solidFill>
              <a:latin typeface="Arial"/>
              <a:ea typeface="Arial"/>
              <a:cs typeface="Arial"/>
              <a:sym typeface="Arial"/>
            </a:endParaRPr>
          </a:p>
        </p:txBody>
      </p:sp>
      <p:sp>
        <p:nvSpPr>
          <p:cNvPr id="473" name="Google Shape;473;g1350e5ad54e_0_624"/>
          <p:cNvSpPr txBox="1"/>
          <p:nvPr/>
        </p:nvSpPr>
        <p:spPr>
          <a:xfrm>
            <a:off x="3907791" y="1581283"/>
            <a:ext cx="5170800" cy="42864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rgbClr val="DE3075"/>
              </a:buClr>
              <a:buSzPts val="2800"/>
              <a:buFont typeface="Arial"/>
              <a:buChar char="•"/>
            </a:pPr>
            <a:r>
              <a:rPr b="0" i="0" lang="es-ES" sz="2400" u="none" cap="none" strike="noStrike">
                <a:solidFill>
                  <a:schemeClr val="dk1"/>
                </a:solidFill>
                <a:latin typeface="Calibri"/>
                <a:ea typeface="Calibri"/>
                <a:cs typeface="Calibri"/>
                <a:sym typeface="Calibri"/>
              </a:rPr>
              <a:t>Se promueve que la interacción con el cliente debe ser constante, desde el inicio del proyecto hasta el término del mismo</a:t>
            </a:r>
            <a:endParaRPr b="0" i="0" sz="1400" u="none" cap="none" strike="noStrike">
              <a:solidFill>
                <a:srgbClr val="000000"/>
              </a:solidFill>
              <a:latin typeface="Arial"/>
              <a:ea typeface="Arial"/>
              <a:cs typeface="Arial"/>
              <a:sym typeface="Arial"/>
            </a:endParaRPr>
          </a:p>
          <a:p>
            <a:pPr indent="-228600" lvl="0" marL="457200" marR="0" rtl="0" algn="l">
              <a:lnSpc>
                <a:spcPct val="90000"/>
              </a:lnSpc>
              <a:spcBef>
                <a:spcPts val="1000"/>
              </a:spcBef>
              <a:spcAft>
                <a:spcPts val="0"/>
              </a:spcAft>
              <a:buClr>
                <a:srgbClr val="DE3075"/>
              </a:buClr>
              <a:buSzPts val="2800"/>
              <a:buFont typeface="Arial"/>
              <a:buChar char="•"/>
            </a:pPr>
            <a:r>
              <a:rPr b="0" i="0" lang="es-ES" sz="2400" u="none" cap="none" strike="noStrike">
                <a:solidFill>
                  <a:schemeClr val="dk1"/>
                </a:solidFill>
                <a:latin typeface="Calibri"/>
                <a:ea typeface="Calibri"/>
                <a:cs typeface="Calibri"/>
                <a:sym typeface="Calibri"/>
              </a:rPr>
              <a:t>Para evitar frustraciones y obtener una satisfacción, el valor debe residir más en una colaboración continua con el cliente que en la elaboración del contrato, comprometiendo al cliente con el equipo de trabajo.</a:t>
            </a:r>
            <a:endParaRPr b="0" i="0" sz="1400" u="none" cap="none" strike="noStrike">
              <a:solidFill>
                <a:srgbClr val="000000"/>
              </a:solidFill>
              <a:latin typeface="Arial"/>
              <a:ea typeface="Arial"/>
              <a:cs typeface="Arial"/>
              <a:sym typeface="Arial"/>
            </a:endParaRPr>
          </a:p>
          <a:p>
            <a:pPr indent="-50800" lvl="0" marL="457200" marR="0" rtl="0" algn="l">
              <a:lnSpc>
                <a:spcPct val="90000"/>
              </a:lnSpc>
              <a:spcBef>
                <a:spcPts val="1000"/>
              </a:spcBef>
              <a:spcAft>
                <a:spcPts val="0"/>
              </a:spcAft>
              <a:buClr>
                <a:srgbClr val="DE3075"/>
              </a:buClr>
              <a:buSzPts val="2800"/>
              <a:buFont typeface="Arial"/>
              <a:buNone/>
            </a:pPr>
            <a:r>
              <a:t/>
            </a:r>
            <a:endParaRPr b="0" i="0" sz="2400" u="none" cap="none" strike="noStrike">
              <a:solidFill>
                <a:schemeClr val="dk1"/>
              </a:solidFill>
              <a:latin typeface="Arial"/>
              <a:ea typeface="Arial"/>
              <a:cs typeface="Arial"/>
              <a:sym typeface="Arial"/>
            </a:endParaRPr>
          </a:p>
          <a:p>
            <a:pPr indent="-50800" lvl="0" marL="457200" marR="0" rtl="0" algn="l">
              <a:lnSpc>
                <a:spcPct val="90000"/>
              </a:lnSpc>
              <a:spcBef>
                <a:spcPts val="1000"/>
              </a:spcBef>
              <a:spcAft>
                <a:spcPts val="0"/>
              </a:spcAft>
              <a:buClr>
                <a:srgbClr val="DE3075"/>
              </a:buClr>
              <a:buSzPts val="28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1350e5ad54e_0_628"/>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sp>
        <p:nvSpPr>
          <p:cNvPr id="479" name="Google Shape;479;g1350e5ad54e_0_628"/>
          <p:cNvSpPr txBox="1"/>
          <p:nvPr/>
        </p:nvSpPr>
        <p:spPr>
          <a:xfrm>
            <a:off x="241173" y="1079505"/>
            <a:ext cx="3490800" cy="428640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818990"/>
              </a:buClr>
              <a:buSzPts val="1846"/>
              <a:buFont typeface="Roboto Condensed"/>
              <a:buNone/>
            </a:pPr>
            <a:r>
              <a:rPr b="1" i="0" lang="es-ES" sz="3600" u="none" cap="none" strike="noStrike">
                <a:solidFill>
                  <a:schemeClr val="accent4"/>
                </a:solidFill>
                <a:latin typeface="Calibri"/>
                <a:ea typeface="Calibri"/>
                <a:cs typeface="Calibri"/>
                <a:sym typeface="Calibri"/>
              </a:rPr>
              <a:t>Postulado 4</a:t>
            </a:r>
            <a:endParaRPr b="0" i="0" sz="1400" u="none" cap="none" strike="noStrike">
              <a:solidFill>
                <a:srgbClr val="000000"/>
              </a:solidFill>
              <a:latin typeface="Arial"/>
              <a:ea typeface="Arial"/>
              <a:cs typeface="Arial"/>
              <a:sym typeface="Arial"/>
            </a:endParaRPr>
          </a:p>
          <a:p>
            <a:pPr indent="0" lvl="0" marL="0" marR="0" rtl="0" algn="r">
              <a:lnSpc>
                <a:spcPct val="90000"/>
              </a:lnSpc>
              <a:spcBef>
                <a:spcPts val="0"/>
              </a:spcBef>
              <a:spcAft>
                <a:spcPts val="0"/>
              </a:spcAft>
              <a:buClr>
                <a:srgbClr val="818990"/>
              </a:buClr>
              <a:buSzPts val="1846"/>
              <a:buFont typeface="Roboto Condensed"/>
              <a:buNone/>
            </a:pPr>
            <a:r>
              <a:t/>
            </a:r>
            <a:endParaRPr b="1" i="0" sz="3600" u="none" cap="none" strike="noStrike">
              <a:solidFill>
                <a:schemeClr val="accent4"/>
              </a:solidFill>
              <a:latin typeface="Calibri"/>
              <a:ea typeface="Calibri"/>
              <a:cs typeface="Calibri"/>
              <a:sym typeface="Calibri"/>
            </a:endParaRPr>
          </a:p>
          <a:p>
            <a:pPr indent="0" lvl="0" marL="0" marR="0" rtl="0" algn="r">
              <a:lnSpc>
                <a:spcPct val="90000"/>
              </a:lnSpc>
              <a:spcBef>
                <a:spcPts val="0"/>
              </a:spcBef>
              <a:spcAft>
                <a:spcPts val="0"/>
              </a:spcAft>
              <a:buClr>
                <a:srgbClr val="818990"/>
              </a:buClr>
              <a:buSzPts val="1846"/>
              <a:buFont typeface="Roboto Condensed"/>
              <a:buNone/>
            </a:pPr>
            <a:r>
              <a:rPr b="0" i="0" lang="es-ES" sz="3600" u="none" cap="none" strike="noStrike">
                <a:solidFill>
                  <a:schemeClr val="accent4"/>
                </a:solidFill>
                <a:latin typeface="Calibri"/>
                <a:ea typeface="Calibri"/>
                <a:cs typeface="Calibri"/>
                <a:sym typeface="Calibri"/>
              </a:rPr>
              <a:t> Valorar más la respuesta ante el cambio que seguir un plan</a:t>
            </a:r>
            <a:endParaRPr b="0" i="0" sz="1400" u="none" cap="none" strike="noStrike">
              <a:solidFill>
                <a:srgbClr val="000000"/>
              </a:solidFill>
              <a:latin typeface="Arial"/>
              <a:ea typeface="Arial"/>
              <a:cs typeface="Arial"/>
              <a:sym typeface="Arial"/>
            </a:endParaRPr>
          </a:p>
        </p:txBody>
      </p:sp>
      <p:sp>
        <p:nvSpPr>
          <p:cNvPr id="480" name="Google Shape;480;g1350e5ad54e_0_628"/>
          <p:cNvSpPr txBox="1"/>
          <p:nvPr/>
        </p:nvSpPr>
        <p:spPr>
          <a:xfrm>
            <a:off x="3907791" y="1482709"/>
            <a:ext cx="5170800" cy="4286400"/>
          </a:xfrm>
          <a:prstGeom prst="rect">
            <a:avLst/>
          </a:prstGeom>
          <a:noFill/>
          <a:ln>
            <a:noFill/>
          </a:ln>
        </p:spPr>
        <p:txBody>
          <a:bodyPr anchorCtr="0" anchor="ctr" bIns="45700" lIns="91425" spcFirstLastPara="1" rIns="91425" wrap="square" tIns="45700">
            <a:noAutofit/>
          </a:bodyPr>
          <a:lstStyle/>
          <a:p>
            <a:pPr indent="-228600" lvl="0" marL="457200" marR="0" rtl="0" algn="l">
              <a:lnSpc>
                <a:spcPct val="90000"/>
              </a:lnSpc>
              <a:spcBef>
                <a:spcPts val="1000"/>
              </a:spcBef>
              <a:spcAft>
                <a:spcPts val="0"/>
              </a:spcAft>
              <a:buClr>
                <a:srgbClr val="DE3075"/>
              </a:buClr>
              <a:buSzPts val="2800"/>
              <a:buFont typeface="Arial"/>
              <a:buChar char="•"/>
            </a:pPr>
            <a:r>
              <a:rPr b="0" i="0" lang="es-ES" sz="2400" u="none" cap="none" strike="noStrike">
                <a:solidFill>
                  <a:schemeClr val="dk1"/>
                </a:solidFill>
                <a:latin typeface="Calibri"/>
                <a:ea typeface="Calibri"/>
                <a:cs typeface="Calibri"/>
                <a:sym typeface="Calibri"/>
              </a:rPr>
              <a:t>Se promueve que el valor reside más en la capacidad de respuesta que en el seguimiento y aseguramiento de los planes establecidos. </a:t>
            </a:r>
            <a:endParaRPr b="0" i="0" sz="1400" u="none" cap="none" strike="noStrike">
              <a:solidFill>
                <a:srgbClr val="000000"/>
              </a:solidFill>
              <a:latin typeface="Arial"/>
              <a:ea typeface="Arial"/>
              <a:cs typeface="Arial"/>
              <a:sym typeface="Arial"/>
            </a:endParaRPr>
          </a:p>
          <a:p>
            <a:pPr indent="-228600" lvl="0" marL="457200" marR="0" rtl="0" algn="l">
              <a:lnSpc>
                <a:spcPct val="90000"/>
              </a:lnSpc>
              <a:spcBef>
                <a:spcPts val="1000"/>
              </a:spcBef>
              <a:spcAft>
                <a:spcPts val="0"/>
              </a:spcAft>
              <a:buClr>
                <a:srgbClr val="DE3075"/>
              </a:buClr>
              <a:buSzPts val="2800"/>
              <a:buFont typeface="Arial"/>
              <a:buChar char="•"/>
            </a:pPr>
            <a:r>
              <a:rPr b="0" i="0" lang="es-ES" sz="2400" u="none" cap="none" strike="noStrike">
                <a:solidFill>
                  <a:schemeClr val="dk1"/>
                </a:solidFill>
                <a:latin typeface="Calibri"/>
                <a:ea typeface="Calibri"/>
                <a:cs typeface="Calibri"/>
                <a:sym typeface="Calibri"/>
              </a:rPr>
              <a:t>Producto de la naturaleza cambiante de la tecnología y la posibilidad de ajustar requerimientos, se debe dar la flexibilidad necesaria para considerar los cambios, en formas más tradicionales</a:t>
            </a:r>
            <a:endParaRPr b="0" i="0" sz="2400" u="none" cap="none" strike="noStrike">
              <a:solidFill>
                <a:schemeClr val="dk1"/>
              </a:solidFill>
              <a:latin typeface="Arial"/>
              <a:ea typeface="Arial"/>
              <a:cs typeface="Arial"/>
              <a:sym typeface="Arial"/>
            </a:endParaRPr>
          </a:p>
          <a:p>
            <a:pPr indent="-50800" lvl="0" marL="457200" marR="0" rtl="0" algn="l">
              <a:lnSpc>
                <a:spcPct val="90000"/>
              </a:lnSpc>
              <a:spcBef>
                <a:spcPts val="1000"/>
              </a:spcBef>
              <a:spcAft>
                <a:spcPts val="0"/>
              </a:spcAft>
              <a:buClr>
                <a:srgbClr val="DE3075"/>
              </a:buClr>
              <a:buSzPts val="28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4"/>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Principios de Agilidad</a:t>
            </a:r>
            <a:endParaRPr sz="3200">
              <a:solidFill>
                <a:schemeClr val="lt1"/>
              </a:solidFill>
            </a:endParaRPr>
          </a:p>
        </p:txBody>
      </p:sp>
      <p:grpSp>
        <p:nvGrpSpPr>
          <p:cNvPr id="486" name="Google Shape;486;p74"/>
          <p:cNvGrpSpPr/>
          <p:nvPr/>
        </p:nvGrpSpPr>
        <p:grpSpPr>
          <a:xfrm>
            <a:off x="887387" y="1164581"/>
            <a:ext cx="8032023" cy="5478419"/>
            <a:chOff x="0" y="3"/>
            <a:chExt cx="8032023" cy="5478419"/>
          </a:xfrm>
        </p:grpSpPr>
        <p:sp>
          <p:nvSpPr>
            <p:cNvPr id="487" name="Google Shape;487;p74"/>
            <p:cNvSpPr/>
            <p:nvPr/>
          </p:nvSpPr>
          <p:spPr>
            <a:xfrm>
              <a:off x="0" y="3"/>
              <a:ext cx="8032023" cy="1152873"/>
            </a:xfrm>
            <a:prstGeom prst="roundRect">
              <a:avLst>
                <a:gd fmla="val 10000" name="adj"/>
              </a:avLst>
            </a:prstGeom>
            <a:solidFill>
              <a:srgbClr val="6F24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74"/>
            <p:cNvSpPr/>
            <p:nvPr/>
          </p:nvSpPr>
          <p:spPr>
            <a:xfrm>
              <a:off x="348744" y="261671"/>
              <a:ext cx="634080" cy="63408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74"/>
            <p:cNvSpPr/>
            <p:nvPr/>
          </p:nvSpPr>
          <p:spPr>
            <a:xfrm>
              <a:off x="1331568" y="2274"/>
              <a:ext cx="6700454" cy="115287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74"/>
            <p:cNvSpPr txBox="1"/>
            <p:nvPr/>
          </p:nvSpPr>
          <p:spPr>
            <a:xfrm>
              <a:off x="1331568" y="2274"/>
              <a:ext cx="6700454" cy="1152873"/>
            </a:xfrm>
            <a:prstGeom prst="rect">
              <a:avLst/>
            </a:prstGeom>
            <a:noFill/>
            <a:ln>
              <a:noFill/>
            </a:ln>
          </p:spPr>
          <p:txBody>
            <a:bodyPr anchorCtr="0" anchor="ctr" bIns="122000" lIns="122000" spcFirstLastPara="1" rIns="122000" wrap="square" tIns="122000">
              <a:noAutofit/>
            </a:bodyPr>
            <a:lstStyle/>
            <a:p>
              <a:pPr indent="0" lvl="0" marL="0" marR="0" rtl="0" algn="l">
                <a:lnSpc>
                  <a:spcPct val="90000"/>
                </a:lnSpc>
                <a:spcBef>
                  <a:spcPts val="0"/>
                </a:spcBef>
                <a:spcAft>
                  <a:spcPts val="0"/>
                </a:spcAft>
                <a:buClr>
                  <a:srgbClr val="000000"/>
                </a:buClr>
                <a:buSzPts val="1900"/>
                <a:buFont typeface="Arial"/>
                <a:buNone/>
              </a:pPr>
              <a:r>
                <a:rPr b="0" i="0" lang="es-ES" sz="1900" u="none" cap="none" strike="noStrike">
                  <a:solidFill>
                    <a:srgbClr val="000000"/>
                  </a:solidFill>
                  <a:latin typeface="Arial"/>
                  <a:ea typeface="Arial"/>
                  <a:cs typeface="Arial"/>
                  <a:sym typeface="Arial"/>
                </a:rPr>
                <a:t>Nuestra principal prioridad es satisfacer al cliente a través de la entrega temprana y continua de prototipo de valor. </a:t>
              </a:r>
              <a:endParaRPr b="0" i="0" sz="1900" u="none" cap="none" strike="noStrike">
                <a:solidFill>
                  <a:srgbClr val="000000"/>
                </a:solidFill>
                <a:latin typeface="Arial"/>
                <a:ea typeface="Arial"/>
                <a:cs typeface="Arial"/>
                <a:sym typeface="Arial"/>
              </a:endParaRPr>
            </a:p>
          </p:txBody>
        </p:sp>
        <p:sp>
          <p:nvSpPr>
            <p:cNvPr id="491" name="Google Shape;491;p74"/>
            <p:cNvSpPr/>
            <p:nvPr/>
          </p:nvSpPr>
          <p:spPr>
            <a:xfrm>
              <a:off x="0" y="1443366"/>
              <a:ext cx="8032023" cy="1152873"/>
            </a:xfrm>
            <a:prstGeom prst="roundRect">
              <a:avLst>
                <a:gd fmla="val 10000" name="adj"/>
              </a:avLst>
            </a:prstGeom>
            <a:solidFill>
              <a:srgbClr val="BCD5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74"/>
            <p:cNvSpPr/>
            <p:nvPr/>
          </p:nvSpPr>
          <p:spPr>
            <a:xfrm>
              <a:off x="348744" y="1702762"/>
              <a:ext cx="634080" cy="63408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74"/>
            <p:cNvSpPr/>
            <p:nvPr/>
          </p:nvSpPr>
          <p:spPr>
            <a:xfrm>
              <a:off x="1331568" y="1443366"/>
              <a:ext cx="6700454" cy="115287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74"/>
            <p:cNvSpPr txBox="1"/>
            <p:nvPr/>
          </p:nvSpPr>
          <p:spPr>
            <a:xfrm>
              <a:off x="1331568" y="1443366"/>
              <a:ext cx="6700454" cy="1152873"/>
            </a:xfrm>
            <a:prstGeom prst="rect">
              <a:avLst/>
            </a:prstGeom>
            <a:noFill/>
            <a:ln>
              <a:noFill/>
            </a:ln>
          </p:spPr>
          <p:txBody>
            <a:bodyPr anchorCtr="0" anchor="ctr" bIns="122000" lIns="122000" spcFirstLastPara="1" rIns="122000" wrap="square" tIns="122000">
              <a:noAutofit/>
            </a:bodyPr>
            <a:lstStyle/>
            <a:p>
              <a:pPr indent="0" lvl="0" marL="0" marR="0" rtl="0" algn="l">
                <a:lnSpc>
                  <a:spcPct val="90000"/>
                </a:lnSpc>
                <a:spcBef>
                  <a:spcPts val="0"/>
                </a:spcBef>
                <a:spcAft>
                  <a:spcPts val="0"/>
                </a:spcAft>
                <a:buClr>
                  <a:srgbClr val="000000"/>
                </a:buClr>
                <a:buSzPts val="1900"/>
                <a:buFont typeface="Arial"/>
                <a:buNone/>
              </a:pPr>
              <a:r>
                <a:rPr b="0" i="0" lang="es-ES" sz="1900" u="none" cap="none" strike="noStrike">
                  <a:solidFill>
                    <a:srgbClr val="000000"/>
                  </a:solidFill>
                  <a:latin typeface="Arial"/>
                  <a:ea typeface="Arial"/>
                  <a:cs typeface="Arial"/>
                  <a:sym typeface="Arial"/>
                </a:rPr>
                <a:t>Son bienvenidos los requisitos cambiantes, incluso si llegan tarde al desarrollo. Los procesos ágiles se doblegan al cambio como ventaja competitiva para el cliente. </a:t>
              </a:r>
              <a:endParaRPr b="0" i="0" sz="1900" u="none" cap="none" strike="noStrike">
                <a:solidFill>
                  <a:srgbClr val="000000"/>
                </a:solidFill>
                <a:latin typeface="Arial"/>
                <a:ea typeface="Arial"/>
                <a:cs typeface="Arial"/>
                <a:sym typeface="Arial"/>
              </a:endParaRPr>
            </a:p>
          </p:txBody>
        </p:sp>
        <p:sp>
          <p:nvSpPr>
            <p:cNvPr id="495" name="Google Shape;495;p74"/>
            <p:cNvSpPr/>
            <p:nvPr/>
          </p:nvSpPr>
          <p:spPr>
            <a:xfrm>
              <a:off x="0" y="2884457"/>
              <a:ext cx="8032023" cy="1152873"/>
            </a:xfrm>
            <a:prstGeom prst="roundRect">
              <a:avLst>
                <a:gd fmla="val 1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74"/>
            <p:cNvSpPr/>
            <p:nvPr/>
          </p:nvSpPr>
          <p:spPr>
            <a:xfrm>
              <a:off x="348744" y="3143854"/>
              <a:ext cx="634080" cy="63408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74"/>
            <p:cNvSpPr/>
            <p:nvPr/>
          </p:nvSpPr>
          <p:spPr>
            <a:xfrm>
              <a:off x="1331568" y="2884457"/>
              <a:ext cx="6700454" cy="115287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74"/>
            <p:cNvSpPr txBox="1"/>
            <p:nvPr/>
          </p:nvSpPr>
          <p:spPr>
            <a:xfrm>
              <a:off x="1331568" y="2884457"/>
              <a:ext cx="6700454" cy="1152873"/>
            </a:xfrm>
            <a:prstGeom prst="rect">
              <a:avLst/>
            </a:prstGeom>
            <a:noFill/>
            <a:ln>
              <a:noFill/>
            </a:ln>
          </p:spPr>
          <p:txBody>
            <a:bodyPr anchorCtr="0" anchor="ctr" bIns="122000" lIns="122000" spcFirstLastPara="1" rIns="122000" wrap="square" tIns="122000">
              <a:noAutofit/>
            </a:bodyPr>
            <a:lstStyle/>
            <a:p>
              <a:pPr indent="0" lvl="0" marL="0" marR="0" rtl="0" algn="l">
                <a:lnSpc>
                  <a:spcPct val="90000"/>
                </a:lnSpc>
                <a:spcBef>
                  <a:spcPts val="0"/>
                </a:spcBef>
                <a:spcAft>
                  <a:spcPts val="0"/>
                </a:spcAft>
                <a:buClr>
                  <a:srgbClr val="000000"/>
                </a:buClr>
                <a:buSzPts val="1900"/>
                <a:buFont typeface="Arial"/>
                <a:buNone/>
              </a:pPr>
              <a:r>
                <a:rPr b="0" i="0" lang="es-ES" sz="1900" u="none" cap="none" strike="noStrike">
                  <a:solidFill>
                    <a:srgbClr val="000000"/>
                  </a:solidFill>
                  <a:latin typeface="Arial"/>
                  <a:ea typeface="Arial"/>
                  <a:cs typeface="Arial"/>
                  <a:sym typeface="Arial"/>
                </a:rPr>
                <a:t>Entregar con frecuencia esquema de prototipo que funcione, en periodos de un par de semanas hasta un par de meses, con preferencia en los periodos breves. </a:t>
              </a:r>
              <a:endParaRPr b="0" i="0" sz="1900" u="none" cap="none" strike="noStrike">
                <a:solidFill>
                  <a:srgbClr val="000000"/>
                </a:solidFill>
                <a:latin typeface="Arial"/>
                <a:ea typeface="Arial"/>
                <a:cs typeface="Arial"/>
                <a:sym typeface="Arial"/>
              </a:endParaRPr>
            </a:p>
          </p:txBody>
        </p:sp>
        <p:sp>
          <p:nvSpPr>
            <p:cNvPr id="499" name="Google Shape;499;p74"/>
            <p:cNvSpPr/>
            <p:nvPr/>
          </p:nvSpPr>
          <p:spPr>
            <a:xfrm>
              <a:off x="0" y="4325549"/>
              <a:ext cx="8032023" cy="1152873"/>
            </a:xfrm>
            <a:prstGeom prst="roundRect">
              <a:avLst>
                <a:gd fmla="val 1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74"/>
            <p:cNvSpPr/>
            <p:nvPr/>
          </p:nvSpPr>
          <p:spPr>
            <a:xfrm>
              <a:off x="348744" y="4584945"/>
              <a:ext cx="634080" cy="634080"/>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74"/>
            <p:cNvSpPr/>
            <p:nvPr/>
          </p:nvSpPr>
          <p:spPr>
            <a:xfrm>
              <a:off x="1331568" y="4325549"/>
              <a:ext cx="6700454" cy="115287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74"/>
            <p:cNvSpPr txBox="1"/>
            <p:nvPr/>
          </p:nvSpPr>
          <p:spPr>
            <a:xfrm>
              <a:off x="1331568" y="4325549"/>
              <a:ext cx="6700454" cy="1152873"/>
            </a:xfrm>
            <a:prstGeom prst="rect">
              <a:avLst/>
            </a:prstGeom>
            <a:noFill/>
            <a:ln>
              <a:noFill/>
            </a:ln>
          </p:spPr>
          <p:txBody>
            <a:bodyPr anchorCtr="0" anchor="ctr" bIns="122000" lIns="122000" spcFirstLastPara="1" rIns="122000" wrap="square" tIns="122000">
              <a:noAutofit/>
            </a:bodyPr>
            <a:lstStyle/>
            <a:p>
              <a:pPr indent="0" lvl="0" marL="0" marR="0" rtl="0" algn="l">
                <a:lnSpc>
                  <a:spcPct val="90000"/>
                </a:lnSpc>
                <a:spcBef>
                  <a:spcPts val="0"/>
                </a:spcBef>
                <a:spcAft>
                  <a:spcPts val="0"/>
                </a:spcAft>
                <a:buClr>
                  <a:srgbClr val="000000"/>
                </a:buClr>
                <a:buSzPts val="1900"/>
                <a:buFont typeface="Arial"/>
                <a:buNone/>
              </a:pPr>
              <a:r>
                <a:rPr b="0" i="0" lang="es-ES" sz="1900" u="none" cap="none" strike="noStrike">
                  <a:solidFill>
                    <a:srgbClr val="000000"/>
                  </a:solidFill>
                  <a:latin typeface="Arial"/>
                  <a:ea typeface="Arial"/>
                  <a:cs typeface="Arial"/>
                  <a:sym typeface="Arial"/>
                </a:rPr>
                <a:t>Las personas del negocio y los desarrolladores deben trabajar juntos de forma cotidiana a través del proyecto. </a:t>
              </a:r>
              <a:endParaRPr b="0" i="0" sz="1900" u="none" cap="none" strike="noStrike">
                <a:solidFill>
                  <a:srgbClr val="000000"/>
                </a:solidFill>
                <a:latin typeface="Arial"/>
                <a:ea typeface="Arial"/>
                <a:cs typeface="Arial"/>
                <a:sym typeface="Arial"/>
              </a:endParaRPr>
            </a:p>
          </p:txBody>
        </p:sp>
      </p:grpSp>
      <p:sp>
        <p:nvSpPr>
          <p:cNvPr id="503" name="Google Shape;503;p74"/>
          <p:cNvSpPr txBox="1"/>
          <p:nvPr/>
        </p:nvSpPr>
        <p:spPr>
          <a:xfrm>
            <a:off x="224590" y="1292646"/>
            <a:ext cx="914400" cy="46437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1350e5ad54e_0_632"/>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grpSp>
        <p:nvGrpSpPr>
          <p:cNvPr id="509" name="Google Shape;509;g1350e5ad54e_0_632"/>
          <p:cNvGrpSpPr/>
          <p:nvPr/>
        </p:nvGrpSpPr>
        <p:grpSpPr>
          <a:xfrm>
            <a:off x="913467" y="1224906"/>
            <a:ext cx="7893751" cy="5588455"/>
            <a:chOff x="0" y="2321"/>
            <a:chExt cx="7893751" cy="5588455"/>
          </a:xfrm>
        </p:grpSpPr>
        <p:sp>
          <p:nvSpPr>
            <p:cNvPr id="510" name="Google Shape;510;g1350e5ad54e_0_632"/>
            <p:cNvSpPr/>
            <p:nvPr/>
          </p:nvSpPr>
          <p:spPr>
            <a:xfrm>
              <a:off x="0" y="2321"/>
              <a:ext cx="7893600" cy="1176600"/>
            </a:xfrm>
            <a:prstGeom prst="roundRect">
              <a:avLst>
                <a:gd fmla="val 10000" name="adj"/>
              </a:avLst>
            </a:prstGeom>
            <a:solidFill>
              <a:srgbClr val="6F24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1350e5ad54e_0_632"/>
            <p:cNvSpPr/>
            <p:nvPr/>
          </p:nvSpPr>
          <p:spPr>
            <a:xfrm>
              <a:off x="355889" y="267032"/>
              <a:ext cx="647100" cy="6471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1350e5ad54e_0_632"/>
            <p:cNvSpPr/>
            <p:nvPr/>
          </p:nvSpPr>
          <p:spPr>
            <a:xfrm>
              <a:off x="1358851" y="2321"/>
              <a:ext cx="6534900" cy="1176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g1350e5ad54e_0_632"/>
            <p:cNvSpPr txBox="1"/>
            <p:nvPr/>
          </p:nvSpPr>
          <p:spPr>
            <a:xfrm>
              <a:off x="1358851" y="2321"/>
              <a:ext cx="6534900" cy="1176600"/>
            </a:xfrm>
            <a:prstGeom prst="rect">
              <a:avLst/>
            </a:prstGeom>
            <a:noFill/>
            <a:ln>
              <a:noFill/>
            </a:ln>
          </p:spPr>
          <p:txBody>
            <a:bodyPr anchorCtr="0" anchor="ctr" bIns="124500" lIns="124500" spcFirstLastPara="1" rIns="124500" wrap="square" tIns="124500">
              <a:noAutofit/>
            </a:bodyPr>
            <a:lstStyle/>
            <a:p>
              <a:pPr indent="0" lvl="0" marL="0" marR="0" rtl="0" algn="l">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Arial"/>
                  <a:ea typeface="Arial"/>
                  <a:cs typeface="Arial"/>
                  <a:sym typeface="Arial"/>
                </a:rPr>
                <a:t>Construcción de proyectos en torno a individuos motivados, dándoles la oportunidad y el respaldo que necesitan y procurándoles confianza para que realicen la tarea. </a:t>
              </a:r>
              <a:endParaRPr b="0" i="0" sz="1800" u="none" cap="none" strike="noStrike">
                <a:solidFill>
                  <a:srgbClr val="000000"/>
                </a:solidFill>
                <a:latin typeface="Arial"/>
                <a:ea typeface="Arial"/>
                <a:cs typeface="Arial"/>
                <a:sym typeface="Arial"/>
              </a:endParaRPr>
            </a:p>
          </p:txBody>
        </p:sp>
        <p:sp>
          <p:nvSpPr>
            <p:cNvPr id="514" name="Google Shape;514;g1350e5ad54e_0_632"/>
            <p:cNvSpPr/>
            <p:nvPr/>
          </p:nvSpPr>
          <p:spPr>
            <a:xfrm>
              <a:off x="0" y="1472939"/>
              <a:ext cx="7893600" cy="1176600"/>
            </a:xfrm>
            <a:prstGeom prst="roundRect">
              <a:avLst>
                <a:gd fmla="val 10000" name="adj"/>
              </a:avLst>
            </a:prstGeom>
            <a:solidFill>
              <a:srgbClr val="BCD5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g1350e5ad54e_0_632"/>
            <p:cNvSpPr/>
            <p:nvPr/>
          </p:nvSpPr>
          <p:spPr>
            <a:xfrm>
              <a:off x="355889" y="1737650"/>
              <a:ext cx="647100" cy="6471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g1350e5ad54e_0_632"/>
            <p:cNvSpPr/>
            <p:nvPr/>
          </p:nvSpPr>
          <p:spPr>
            <a:xfrm>
              <a:off x="1358851" y="1472939"/>
              <a:ext cx="6534900" cy="1176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1350e5ad54e_0_632"/>
            <p:cNvSpPr txBox="1"/>
            <p:nvPr/>
          </p:nvSpPr>
          <p:spPr>
            <a:xfrm>
              <a:off x="1358851" y="1472939"/>
              <a:ext cx="6534900" cy="1176600"/>
            </a:xfrm>
            <a:prstGeom prst="rect">
              <a:avLst/>
            </a:prstGeom>
            <a:noFill/>
            <a:ln>
              <a:noFill/>
            </a:ln>
          </p:spPr>
          <p:txBody>
            <a:bodyPr anchorCtr="0" anchor="ctr" bIns="124500" lIns="124500" spcFirstLastPara="1" rIns="124500" wrap="square" tIns="124500">
              <a:noAutofit/>
            </a:bodyPr>
            <a:lstStyle/>
            <a:p>
              <a:pPr indent="0" lvl="0" marL="0" marR="0" rtl="0" algn="l">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Arial"/>
                  <a:ea typeface="Arial"/>
                  <a:cs typeface="Arial"/>
                  <a:sym typeface="Arial"/>
                </a:rPr>
                <a:t>La forma más eficiente y efectiva de comunicar información de ida y vuelta dentro de un equipo de desarrollo es mediante la conversación cara a cara. </a:t>
              </a:r>
              <a:endParaRPr b="0" i="0" sz="1800" u="none" cap="none" strike="noStrike">
                <a:solidFill>
                  <a:srgbClr val="000000"/>
                </a:solidFill>
                <a:latin typeface="Arial"/>
                <a:ea typeface="Arial"/>
                <a:cs typeface="Arial"/>
                <a:sym typeface="Arial"/>
              </a:endParaRPr>
            </a:p>
          </p:txBody>
        </p:sp>
        <p:sp>
          <p:nvSpPr>
            <p:cNvPr id="518" name="Google Shape;518;g1350e5ad54e_0_632"/>
            <p:cNvSpPr/>
            <p:nvPr/>
          </p:nvSpPr>
          <p:spPr>
            <a:xfrm>
              <a:off x="0" y="2943557"/>
              <a:ext cx="7893600" cy="1176600"/>
            </a:xfrm>
            <a:prstGeom prst="roundRect">
              <a:avLst>
                <a:gd fmla="val 1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g1350e5ad54e_0_632"/>
            <p:cNvSpPr/>
            <p:nvPr/>
          </p:nvSpPr>
          <p:spPr>
            <a:xfrm>
              <a:off x="355889" y="3208269"/>
              <a:ext cx="647100" cy="64710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g1350e5ad54e_0_632"/>
            <p:cNvSpPr/>
            <p:nvPr/>
          </p:nvSpPr>
          <p:spPr>
            <a:xfrm>
              <a:off x="1358851" y="2943557"/>
              <a:ext cx="6534900" cy="1176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g1350e5ad54e_0_632"/>
            <p:cNvSpPr txBox="1"/>
            <p:nvPr/>
          </p:nvSpPr>
          <p:spPr>
            <a:xfrm>
              <a:off x="1358851" y="2943557"/>
              <a:ext cx="6534900" cy="1176600"/>
            </a:xfrm>
            <a:prstGeom prst="rect">
              <a:avLst/>
            </a:prstGeom>
            <a:noFill/>
            <a:ln>
              <a:noFill/>
            </a:ln>
          </p:spPr>
          <p:txBody>
            <a:bodyPr anchorCtr="0" anchor="ctr" bIns="124500" lIns="124500" spcFirstLastPara="1" rIns="124500" wrap="square" tIns="124500">
              <a:noAutofit/>
            </a:bodyPr>
            <a:lstStyle/>
            <a:p>
              <a:pPr indent="0" lvl="0" marL="0" marR="0" rtl="0" algn="l">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Arial"/>
                  <a:ea typeface="Arial"/>
                  <a:cs typeface="Arial"/>
                  <a:sym typeface="Arial"/>
                </a:rPr>
                <a:t>El prototipo que funciona es la principal medida del progreso. </a:t>
              </a:r>
              <a:endParaRPr b="0" i="0" sz="1800" u="none" cap="none" strike="noStrike">
                <a:solidFill>
                  <a:srgbClr val="000000"/>
                </a:solidFill>
                <a:latin typeface="Arial"/>
                <a:ea typeface="Arial"/>
                <a:cs typeface="Arial"/>
                <a:sym typeface="Arial"/>
              </a:endParaRPr>
            </a:p>
          </p:txBody>
        </p:sp>
        <p:sp>
          <p:nvSpPr>
            <p:cNvPr id="522" name="Google Shape;522;g1350e5ad54e_0_632"/>
            <p:cNvSpPr/>
            <p:nvPr/>
          </p:nvSpPr>
          <p:spPr>
            <a:xfrm>
              <a:off x="0" y="4414176"/>
              <a:ext cx="7893600" cy="1176600"/>
            </a:xfrm>
            <a:prstGeom prst="roundRect">
              <a:avLst>
                <a:gd fmla="val 1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g1350e5ad54e_0_632"/>
            <p:cNvSpPr/>
            <p:nvPr/>
          </p:nvSpPr>
          <p:spPr>
            <a:xfrm>
              <a:off x="355889" y="4678887"/>
              <a:ext cx="647100" cy="647100"/>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1350e5ad54e_0_632"/>
            <p:cNvSpPr/>
            <p:nvPr/>
          </p:nvSpPr>
          <p:spPr>
            <a:xfrm>
              <a:off x="1358851" y="4414176"/>
              <a:ext cx="6534900" cy="1176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g1350e5ad54e_0_632"/>
            <p:cNvSpPr txBox="1"/>
            <p:nvPr/>
          </p:nvSpPr>
          <p:spPr>
            <a:xfrm>
              <a:off x="1358851" y="4414176"/>
              <a:ext cx="6534900" cy="1176600"/>
            </a:xfrm>
            <a:prstGeom prst="rect">
              <a:avLst/>
            </a:prstGeom>
            <a:noFill/>
            <a:ln>
              <a:noFill/>
            </a:ln>
          </p:spPr>
          <p:txBody>
            <a:bodyPr anchorCtr="0" anchor="ctr" bIns="124500" lIns="124500" spcFirstLastPara="1" rIns="124500" wrap="square" tIns="124500">
              <a:noAutofit/>
            </a:bodyPr>
            <a:lstStyle/>
            <a:p>
              <a:pPr indent="0" lvl="0" marL="0" marR="0" rtl="0" algn="l">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Arial"/>
                  <a:ea typeface="Arial"/>
                  <a:cs typeface="Arial"/>
                  <a:sym typeface="Arial"/>
                </a:rPr>
                <a:t>Los procesos ágiles promueven el desarrollo sostenido. Los patrocinadores, desarrolladores y usuarios deben mantener un ritmo constante de forma indefinida. </a:t>
              </a:r>
              <a:endParaRPr b="0" i="0" sz="1800" u="none" cap="none" strike="noStrike">
                <a:solidFill>
                  <a:srgbClr val="000000"/>
                </a:solidFill>
                <a:latin typeface="Arial"/>
                <a:ea typeface="Arial"/>
                <a:cs typeface="Arial"/>
                <a:sym typeface="Arial"/>
              </a:endParaRPr>
            </a:p>
          </p:txBody>
        </p:sp>
      </p:grpSp>
      <p:sp>
        <p:nvSpPr>
          <p:cNvPr id="526" name="Google Shape;526;g1350e5ad54e_0_632"/>
          <p:cNvSpPr txBox="1"/>
          <p:nvPr/>
        </p:nvSpPr>
        <p:spPr>
          <a:xfrm>
            <a:off x="224590" y="1485151"/>
            <a:ext cx="914400" cy="4643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p:txBody>
      </p:sp>
      <p:sp>
        <p:nvSpPr>
          <p:cNvPr id="527" name="Google Shape;527;g1350e5ad54e_0_632"/>
          <p:cNvSpPr txBox="1"/>
          <p:nvPr>
            <p:ph idx="4294967295" type="title"/>
          </p:nvPr>
        </p:nvSpPr>
        <p:spPr>
          <a:xfrm>
            <a:off x="2373300" y="441325"/>
            <a:ext cx="55455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t>Principios de Agilidad</a:t>
            </a:r>
            <a:endParaRPr sz="3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1350e5ad54e_0_636"/>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grpSp>
        <p:nvGrpSpPr>
          <p:cNvPr id="533" name="Google Shape;533;g1350e5ad54e_0_636"/>
          <p:cNvGrpSpPr/>
          <p:nvPr/>
        </p:nvGrpSpPr>
        <p:grpSpPr>
          <a:xfrm>
            <a:off x="992104" y="1173950"/>
            <a:ext cx="7959300" cy="5468951"/>
            <a:chOff x="0" y="3"/>
            <a:chExt cx="7959300" cy="5468951"/>
          </a:xfrm>
        </p:grpSpPr>
        <p:sp>
          <p:nvSpPr>
            <p:cNvPr id="534" name="Google Shape;534;g1350e5ad54e_0_636"/>
            <p:cNvSpPr/>
            <p:nvPr/>
          </p:nvSpPr>
          <p:spPr>
            <a:xfrm>
              <a:off x="0" y="3"/>
              <a:ext cx="7959300" cy="1150800"/>
            </a:xfrm>
            <a:prstGeom prst="roundRect">
              <a:avLst>
                <a:gd fmla="val 10000" name="adj"/>
              </a:avLst>
            </a:prstGeom>
            <a:solidFill>
              <a:srgbClr val="6F24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g1350e5ad54e_0_636"/>
            <p:cNvSpPr/>
            <p:nvPr/>
          </p:nvSpPr>
          <p:spPr>
            <a:xfrm>
              <a:off x="348147" y="261223"/>
              <a:ext cx="633000" cy="633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1350e5ad54e_0_636"/>
            <p:cNvSpPr/>
            <p:nvPr/>
          </p:nvSpPr>
          <p:spPr>
            <a:xfrm>
              <a:off x="1329292" y="2270"/>
              <a:ext cx="6630000" cy="115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1350e5ad54e_0_636"/>
            <p:cNvSpPr txBox="1"/>
            <p:nvPr/>
          </p:nvSpPr>
          <p:spPr>
            <a:xfrm>
              <a:off x="1329292" y="2270"/>
              <a:ext cx="6630000" cy="1150800"/>
            </a:xfrm>
            <a:prstGeom prst="rect">
              <a:avLst/>
            </a:prstGeom>
            <a:noFill/>
            <a:ln>
              <a:noFill/>
            </a:ln>
          </p:spPr>
          <p:txBody>
            <a:bodyPr anchorCtr="0" anchor="ctr" bIns="121800" lIns="121800" spcFirstLastPara="1" rIns="121800" wrap="square" tIns="121800">
              <a:noAutofit/>
            </a:bodyPr>
            <a:lstStyle/>
            <a:p>
              <a:pPr indent="0" lvl="0" marL="0" marR="0" rtl="0" algn="l">
                <a:lnSpc>
                  <a:spcPct val="90000"/>
                </a:lnSpc>
                <a:spcBef>
                  <a:spcPts val="0"/>
                </a:spcBef>
                <a:spcAft>
                  <a:spcPts val="0"/>
                </a:spcAft>
                <a:buClr>
                  <a:srgbClr val="000000"/>
                </a:buClr>
                <a:buSzPts val="2200"/>
                <a:buFont typeface="Arial"/>
                <a:buNone/>
              </a:pPr>
              <a:r>
                <a:rPr b="0" i="0" lang="es-ES" sz="2200" u="none" cap="none" strike="noStrike">
                  <a:solidFill>
                    <a:srgbClr val="000000"/>
                  </a:solidFill>
                  <a:latin typeface="Arial"/>
                  <a:ea typeface="Arial"/>
                  <a:cs typeface="Arial"/>
                  <a:sym typeface="Arial"/>
                </a:rPr>
                <a:t>La atención continua a la excelencia técnica enaltece la agilidad. </a:t>
              </a:r>
              <a:endParaRPr b="0" i="0" sz="2200" u="none" cap="none" strike="noStrike">
                <a:solidFill>
                  <a:srgbClr val="000000"/>
                </a:solidFill>
                <a:latin typeface="Arial"/>
                <a:ea typeface="Arial"/>
                <a:cs typeface="Arial"/>
                <a:sym typeface="Arial"/>
              </a:endParaRPr>
            </a:p>
          </p:txBody>
        </p:sp>
        <p:sp>
          <p:nvSpPr>
            <p:cNvPr id="538" name="Google Shape;538;g1350e5ad54e_0_636"/>
            <p:cNvSpPr/>
            <p:nvPr/>
          </p:nvSpPr>
          <p:spPr>
            <a:xfrm>
              <a:off x="0" y="1440898"/>
              <a:ext cx="7959300" cy="1150800"/>
            </a:xfrm>
            <a:prstGeom prst="roundRect">
              <a:avLst>
                <a:gd fmla="val 10000" name="adj"/>
              </a:avLst>
            </a:prstGeom>
            <a:solidFill>
              <a:srgbClr val="BCD5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1350e5ad54e_0_636"/>
            <p:cNvSpPr/>
            <p:nvPr/>
          </p:nvSpPr>
          <p:spPr>
            <a:xfrm>
              <a:off x="348147" y="1699851"/>
              <a:ext cx="633000" cy="6330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g1350e5ad54e_0_636"/>
            <p:cNvSpPr/>
            <p:nvPr/>
          </p:nvSpPr>
          <p:spPr>
            <a:xfrm>
              <a:off x="1329292" y="1440898"/>
              <a:ext cx="6630000" cy="115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1350e5ad54e_0_636"/>
            <p:cNvSpPr txBox="1"/>
            <p:nvPr/>
          </p:nvSpPr>
          <p:spPr>
            <a:xfrm>
              <a:off x="1329292" y="1440898"/>
              <a:ext cx="6630000" cy="1150800"/>
            </a:xfrm>
            <a:prstGeom prst="rect">
              <a:avLst/>
            </a:prstGeom>
            <a:noFill/>
            <a:ln>
              <a:noFill/>
            </a:ln>
          </p:spPr>
          <p:txBody>
            <a:bodyPr anchorCtr="0" anchor="ctr" bIns="121800" lIns="121800" spcFirstLastPara="1" rIns="121800" wrap="square" tIns="121800">
              <a:noAutofit/>
            </a:bodyPr>
            <a:lstStyle/>
            <a:p>
              <a:pPr indent="0" lvl="0" marL="0" marR="0" rtl="0" algn="l">
                <a:lnSpc>
                  <a:spcPct val="90000"/>
                </a:lnSpc>
                <a:spcBef>
                  <a:spcPts val="0"/>
                </a:spcBef>
                <a:spcAft>
                  <a:spcPts val="0"/>
                </a:spcAft>
                <a:buClr>
                  <a:srgbClr val="000000"/>
                </a:buClr>
                <a:buSzPts val="2200"/>
                <a:buFont typeface="Arial"/>
                <a:buNone/>
              </a:pPr>
              <a:r>
                <a:rPr b="0" i="0" lang="es-ES" sz="2200" u="none" cap="none" strike="noStrike">
                  <a:solidFill>
                    <a:srgbClr val="000000"/>
                  </a:solidFill>
                  <a:latin typeface="Arial"/>
                  <a:ea typeface="Arial"/>
                  <a:cs typeface="Arial"/>
                  <a:sym typeface="Arial"/>
                </a:rPr>
                <a:t>La simplicidad como arte de maximizar la cantidad de trabajo que se hace, es esencial. </a:t>
              </a:r>
              <a:endParaRPr b="0" i="0" sz="2200" u="none" cap="none" strike="noStrike">
                <a:solidFill>
                  <a:srgbClr val="000000"/>
                </a:solidFill>
                <a:latin typeface="Arial"/>
                <a:ea typeface="Arial"/>
                <a:cs typeface="Arial"/>
                <a:sym typeface="Arial"/>
              </a:endParaRPr>
            </a:p>
          </p:txBody>
        </p:sp>
        <p:sp>
          <p:nvSpPr>
            <p:cNvPr id="542" name="Google Shape;542;g1350e5ad54e_0_636"/>
            <p:cNvSpPr/>
            <p:nvPr/>
          </p:nvSpPr>
          <p:spPr>
            <a:xfrm>
              <a:off x="0" y="2879526"/>
              <a:ext cx="7959300" cy="1150800"/>
            </a:xfrm>
            <a:prstGeom prst="roundRect">
              <a:avLst>
                <a:gd fmla="val 1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1350e5ad54e_0_636"/>
            <p:cNvSpPr/>
            <p:nvPr/>
          </p:nvSpPr>
          <p:spPr>
            <a:xfrm>
              <a:off x="348147" y="3138479"/>
              <a:ext cx="633000" cy="63300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1350e5ad54e_0_636"/>
            <p:cNvSpPr/>
            <p:nvPr/>
          </p:nvSpPr>
          <p:spPr>
            <a:xfrm>
              <a:off x="1329292" y="2879526"/>
              <a:ext cx="6630000" cy="115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1350e5ad54e_0_636"/>
            <p:cNvSpPr txBox="1"/>
            <p:nvPr/>
          </p:nvSpPr>
          <p:spPr>
            <a:xfrm>
              <a:off x="1329292" y="2879526"/>
              <a:ext cx="6630000" cy="1150800"/>
            </a:xfrm>
            <a:prstGeom prst="rect">
              <a:avLst/>
            </a:prstGeom>
            <a:noFill/>
            <a:ln>
              <a:noFill/>
            </a:ln>
          </p:spPr>
          <p:txBody>
            <a:bodyPr anchorCtr="0" anchor="ctr" bIns="121800" lIns="121800" spcFirstLastPara="1" rIns="121800" wrap="square" tIns="121800">
              <a:noAutofit/>
            </a:bodyPr>
            <a:lstStyle/>
            <a:p>
              <a:pPr indent="0" lvl="0" marL="0" marR="0" rtl="0" algn="l">
                <a:lnSpc>
                  <a:spcPct val="90000"/>
                </a:lnSpc>
                <a:spcBef>
                  <a:spcPts val="0"/>
                </a:spcBef>
                <a:spcAft>
                  <a:spcPts val="0"/>
                </a:spcAft>
                <a:buClr>
                  <a:srgbClr val="000000"/>
                </a:buClr>
                <a:buSzPts val="2200"/>
                <a:buFont typeface="Arial"/>
                <a:buNone/>
              </a:pPr>
              <a:r>
                <a:rPr b="0" i="0" lang="es-ES" sz="2200" u="none" cap="none" strike="noStrike">
                  <a:solidFill>
                    <a:srgbClr val="000000"/>
                  </a:solidFill>
                  <a:latin typeface="Arial"/>
                  <a:ea typeface="Arial"/>
                  <a:cs typeface="Arial"/>
                  <a:sym typeface="Arial"/>
                </a:rPr>
                <a:t>Las mejores arquitecturas, requisitos y diseños emergen de equipos que se autoorganizan. </a:t>
              </a:r>
              <a:endParaRPr b="0" i="0" sz="2200" u="none" cap="none" strike="noStrike">
                <a:solidFill>
                  <a:srgbClr val="000000"/>
                </a:solidFill>
                <a:latin typeface="Arial"/>
                <a:ea typeface="Arial"/>
                <a:cs typeface="Arial"/>
                <a:sym typeface="Arial"/>
              </a:endParaRPr>
            </a:p>
          </p:txBody>
        </p:sp>
        <p:sp>
          <p:nvSpPr>
            <p:cNvPr id="546" name="Google Shape;546;g1350e5ad54e_0_636"/>
            <p:cNvSpPr/>
            <p:nvPr/>
          </p:nvSpPr>
          <p:spPr>
            <a:xfrm>
              <a:off x="0" y="4318154"/>
              <a:ext cx="7959300" cy="1150800"/>
            </a:xfrm>
            <a:prstGeom prst="roundRect">
              <a:avLst>
                <a:gd fmla="val 1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1350e5ad54e_0_636"/>
            <p:cNvSpPr/>
            <p:nvPr/>
          </p:nvSpPr>
          <p:spPr>
            <a:xfrm>
              <a:off x="348147" y="4577107"/>
              <a:ext cx="633000" cy="633000"/>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1350e5ad54e_0_636"/>
            <p:cNvSpPr/>
            <p:nvPr/>
          </p:nvSpPr>
          <p:spPr>
            <a:xfrm>
              <a:off x="1329292" y="4318154"/>
              <a:ext cx="6630000" cy="115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g1350e5ad54e_0_636"/>
            <p:cNvSpPr txBox="1"/>
            <p:nvPr/>
          </p:nvSpPr>
          <p:spPr>
            <a:xfrm>
              <a:off x="1329292" y="4318154"/>
              <a:ext cx="6630000" cy="1150800"/>
            </a:xfrm>
            <a:prstGeom prst="rect">
              <a:avLst/>
            </a:prstGeom>
            <a:noFill/>
            <a:ln>
              <a:noFill/>
            </a:ln>
          </p:spPr>
          <p:txBody>
            <a:bodyPr anchorCtr="0" anchor="ctr" bIns="121800" lIns="121800" spcFirstLastPara="1" rIns="121800" wrap="square" tIns="121800">
              <a:noAutofit/>
            </a:bodyPr>
            <a:lstStyle/>
            <a:p>
              <a:pPr indent="0" lvl="0" marL="0" marR="0" rtl="0" algn="l">
                <a:lnSpc>
                  <a:spcPct val="90000"/>
                </a:lnSpc>
                <a:spcBef>
                  <a:spcPts val="0"/>
                </a:spcBef>
                <a:spcAft>
                  <a:spcPts val="0"/>
                </a:spcAft>
                <a:buClr>
                  <a:srgbClr val="000000"/>
                </a:buClr>
                <a:buSzPts val="2200"/>
                <a:buFont typeface="Arial"/>
                <a:buNone/>
              </a:pPr>
              <a:r>
                <a:rPr b="0" i="0" lang="es-ES" sz="2200" u="none" cap="none" strike="noStrike">
                  <a:solidFill>
                    <a:srgbClr val="000000"/>
                  </a:solidFill>
                  <a:latin typeface="Arial"/>
                  <a:ea typeface="Arial"/>
                  <a:cs typeface="Arial"/>
                  <a:sym typeface="Arial"/>
                </a:rPr>
                <a:t>En intervalos regulares, el equipo reflexiona sobre la forma de ser más efectivo y ajusta su conducta en consecuencia. </a:t>
              </a:r>
              <a:endParaRPr b="0" i="0" sz="2200" u="none" cap="none" strike="noStrike">
                <a:solidFill>
                  <a:srgbClr val="000000"/>
                </a:solidFill>
                <a:latin typeface="Arial"/>
                <a:ea typeface="Arial"/>
                <a:cs typeface="Arial"/>
                <a:sym typeface="Arial"/>
              </a:endParaRPr>
            </a:p>
          </p:txBody>
        </p:sp>
      </p:grpSp>
      <p:sp>
        <p:nvSpPr>
          <p:cNvPr id="550" name="Google Shape;550;g1350e5ad54e_0_636"/>
          <p:cNvSpPr txBox="1"/>
          <p:nvPr/>
        </p:nvSpPr>
        <p:spPr>
          <a:xfrm>
            <a:off x="77704" y="1356814"/>
            <a:ext cx="914400" cy="4643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a:p>
            <a:pPr indent="0" lvl="0" marL="0" marR="0" rtl="0" algn="l">
              <a:lnSpc>
                <a:spcPct val="100000"/>
              </a:lnSpc>
              <a:spcBef>
                <a:spcPts val="0"/>
              </a:spcBef>
              <a:spcAft>
                <a:spcPts val="0"/>
              </a:spcAft>
              <a:buClr>
                <a:srgbClr val="000000"/>
              </a:buClr>
              <a:buSzPts val="4800"/>
              <a:buFont typeface="Arial"/>
              <a:buNone/>
            </a:pPr>
            <a:r>
              <a:rPr b="0" i="0" lang="es-ES" sz="4800" u="none" cap="none" strike="noStrike">
                <a:solidFill>
                  <a:srgbClr val="000000"/>
                </a:solidFill>
                <a:latin typeface="Abril Fatface"/>
                <a:ea typeface="Abril Fatface"/>
                <a:cs typeface="Abril Fatface"/>
                <a:sym typeface="Abril Fatface"/>
              </a:rPr>
              <a:t>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t/>
            </a:r>
            <a:endParaRPr b="0" i="0" sz="4800" u="none" cap="none" strike="noStrike">
              <a:solidFill>
                <a:srgbClr val="000000"/>
              </a:solidFill>
              <a:latin typeface="Abril Fatface"/>
              <a:ea typeface="Abril Fatface"/>
              <a:cs typeface="Abril Fatface"/>
              <a:sym typeface="Abril Fatface"/>
            </a:endParaRPr>
          </a:p>
        </p:txBody>
      </p:sp>
      <p:sp>
        <p:nvSpPr>
          <p:cNvPr id="551" name="Google Shape;551;g1350e5ad54e_0_636"/>
          <p:cNvSpPr txBox="1"/>
          <p:nvPr>
            <p:ph idx="4294967295" type="title"/>
          </p:nvPr>
        </p:nvSpPr>
        <p:spPr>
          <a:xfrm>
            <a:off x="2373300" y="441325"/>
            <a:ext cx="55455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t>Principios de Agilidad</a:t>
            </a:r>
            <a:endParaRPr sz="3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1350e5ad54e_0_708"/>
          <p:cNvSpPr txBox="1"/>
          <p:nvPr>
            <p:ph type="title"/>
          </p:nvPr>
        </p:nvSpPr>
        <p:spPr>
          <a:xfrm>
            <a:off x="372675" y="4765723"/>
            <a:ext cx="2751000" cy="18840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200"/>
              <a:buNone/>
            </a:pPr>
            <a:r>
              <a:rPr b="0" lang="es-ES" sz="3700">
                <a:latin typeface="Calibri"/>
                <a:ea typeface="Calibri"/>
                <a:cs typeface="Calibri"/>
                <a:sym typeface="Calibri"/>
              </a:rPr>
              <a:t>Metodologías </a:t>
            </a:r>
            <a:br>
              <a:rPr b="0" lang="es-ES" sz="3700">
                <a:latin typeface="Calibri"/>
                <a:ea typeface="Calibri"/>
                <a:cs typeface="Calibri"/>
                <a:sym typeface="Calibri"/>
              </a:rPr>
            </a:br>
            <a:r>
              <a:rPr b="0" lang="es-ES" sz="3700">
                <a:latin typeface="Calibri"/>
                <a:ea typeface="Calibri"/>
                <a:cs typeface="Calibri"/>
                <a:sym typeface="Calibri"/>
              </a:rPr>
              <a:t>Ágiles</a:t>
            </a:r>
            <a:endParaRPr b="0" sz="3700">
              <a:latin typeface="Calibri"/>
              <a:ea typeface="Calibri"/>
              <a:cs typeface="Calibri"/>
              <a:sym typeface="Calibri"/>
            </a:endParaRPr>
          </a:p>
          <a:p>
            <a:pPr indent="0" lvl="0" marL="0" rtl="0" algn="l">
              <a:lnSpc>
                <a:spcPct val="90000"/>
              </a:lnSpc>
              <a:spcBef>
                <a:spcPts val="0"/>
              </a:spcBef>
              <a:spcAft>
                <a:spcPts val="0"/>
              </a:spcAft>
              <a:buSzPts val="3200"/>
              <a:buNone/>
            </a:pPr>
            <a:r>
              <a:t/>
            </a:r>
            <a:endParaRPr sz="3200">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1350e5ad54e_0_640"/>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sp>
        <p:nvSpPr>
          <p:cNvPr id="562" name="Google Shape;562;g1350e5ad54e_0_640"/>
          <p:cNvSpPr txBox="1"/>
          <p:nvPr>
            <p:ph idx="1" type="body"/>
          </p:nvPr>
        </p:nvSpPr>
        <p:spPr>
          <a:xfrm>
            <a:off x="294150" y="2170075"/>
            <a:ext cx="8555700" cy="3348000"/>
          </a:xfrm>
          <a:prstGeom prst="rect">
            <a:avLst/>
          </a:prstGeom>
          <a:noFill/>
          <a:ln>
            <a:noFill/>
          </a:ln>
        </p:spPr>
        <p:txBody>
          <a:bodyPr anchorCtr="0" anchor="t" bIns="45700" lIns="91425" spcFirstLastPara="1" rIns="91425" wrap="square" tIns="45700">
            <a:noAutofit/>
          </a:bodyPr>
          <a:lstStyle/>
          <a:p>
            <a:pPr indent="-406400" lvl="0" marL="457200" rtl="0" algn="just">
              <a:lnSpc>
                <a:spcPct val="90000"/>
              </a:lnSpc>
              <a:spcBef>
                <a:spcPts val="1000"/>
              </a:spcBef>
              <a:spcAft>
                <a:spcPts val="0"/>
              </a:spcAft>
              <a:buSzPts val="2800"/>
              <a:buChar char="»"/>
            </a:pPr>
            <a:r>
              <a:rPr b="0" lang="es-ES"/>
              <a:t>En busca de métodos más ágiles para el desarrollo, a finales de los años 80, durante los 90 y 2000, se fueron poco a poco ideando formas de agilizar el proceso de construcción de software y prototipo, vieron la luz metodologías como  Crystal, scrum, XP,  desarrollo de prototipo adaptativo, Lean y kanban.</a:t>
            </a:r>
            <a:endParaRPr b="0"/>
          </a:p>
          <a:p>
            <a:pPr indent="-406400" lvl="0" marL="457200" rtl="0" algn="just">
              <a:lnSpc>
                <a:spcPct val="90000"/>
              </a:lnSpc>
              <a:spcBef>
                <a:spcPts val="1000"/>
              </a:spcBef>
              <a:spcAft>
                <a:spcPts val="0"/>
              </a:spcAft>
              <a:buSzPts val="2800"/>
              <a:buChar char="»"/>
            </a:pPr>
            <a:r>
              <a:rPr b="0" lang="es-ES"/>
              <a:t>Una de las metodologías ágiles más usadas es SCRUM.</a:t>
            </a:r>
            <a:endParaRPr b="0"/>
          </a:p>
          <a:p>
            <a:pPr indent="-228600" lvl="0" marL="457200" rtl="0" algn="just">
              <a:lnSpc>
                <a:spcPct val="90000"/>
              </a:lnSpc>
              <a:spcBef>
                <a:spcPts val="1000"/>
              </a:spcBef>
              <a:spcAft>
                <a:spcPts val="0"/>
              </a:spcAft>
              <a:buSzPts val="2800"/>
              <a:buNone/>
            </a:pPr>
            <a:r>
              <a:t/>
            </a:r>
            <a:endParaRPr b="0"/>
          </a:p>
          <a:p>
            <a:pPr indent="-228600" lvl="0" marL="457200" rtl="0" algn="just">
              <a:lnSpc>
                <a:spcPct val="90000"/>
              </a:lnSpc>
              <a:spcBef>
                <a:spcPts val="1000"/>
              </a:spcBef>
              <a:spcAft>
                <a:spcPts val="0"/>
              </a:spcAft>
              <a:buSzPts val="2800"/>
              <a:buNone/>
            </a:pPr>
            <a:r>
              <a:t/>
            </a:r>
            <a:endParaRPr b="0" sz="2300">
              <a:solidFill>
                <a:srgbClr val="9B7103"/>
              </a:solidFill>
            </a:endParaRPr>
          </a:p>
          <a:p>
            <a:pPr indent="-228600" lvl="4" marL="2286000" rtl="0" algn="l">
              <a:lnSpc>
                <a:spcPct val="90000"/>
              </a:lnSpc>
              <a:spcBef>
                <a:spcPts val="500"/>
              </a:spcBef>
              <a:spcAft>
                <a:spcPts val="0"/>
              </a:spcAft>
              <a:buSzPts val="1400"/>
              <a:buNone/>
            </a:pPr>
            <a:r>
              <a:t/>
            </a:r>
            <a:endParaRPr/>
          </a:p>
        </p:txBody>
      </p:sp>
      <p:sp>
        <p:nvSpPr>
          <p:cNvPr id="563" name="Google Shape;563;g1350e5ad54e_0_640"/>
          <p:cNvSpPr txBox="1"/>
          <p:nvPr>
            <p:ph idx="4294967295" type="title"/>
          </p:nvPr>
        </p:nvSpPr>
        <p:spPr>
          <a:xfrm>
            <a:off x="2678100" y="441325"/>
            <a:ext cx="56544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t>Comienzos de la agilidad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9"/>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just">
              <a:lnSpc>
                <a:spcPct val="90000"/>
              </a:lnSpc>
              <a:spcBef>
                <a:spcPts val="1000"/>
              </a:spcBef>
              <a:spcAft>
                <a:spcPts val="0"/>
              </a:spcAft>
              <a:buClr>
                <a:srgbClr val="DE3075"/>
              </a:buClr>
              <a:buSzPts val="2800"/>
              <a:buFont typeface="Franklin Gothic"/>
              <a:buChar char="»"/>
            </a:pPr>
            <a:r>
              <a:rPr lang="es-ES"/>
              <a:t>Esta metodología promueve la comunicación directa en los equipos de trabajo, tanto dentro del equipo como con los clientes.</a:t>
            </a:r>
            <a:endParaRPr/>
          </a:p>
          <a:p>
            <a:pPr indent="-406400" lvl="0" marL="457200" marR="0" rtl="0" algn="just">
              <a:lnSpc>
                <a:spcPct val="90000"/>
              </a:lnSpc>
              <a:spcBef>
                <a:spcPts val="1000"/>
              </a:spcBef>
              <a:spcAft>
                <a:spcPts val="0"/>
              </a:spcAft>
              <a:buClr>
                <a:srgbClr val="DE3075"/>
              </a:buClr>
              <a:buSzPts val="2800"/>
              <a:buFont typeface="Franklin Gothic"/>
              <a:buChar char="»"/>
            </a:pPr>
            <a:r>
              <a:rPr lang="es-ES"/>
              <a:t>La idea es aplicar la simplicidad desarrollando lo que realmente se necesita.</a:t>
            </a:r>
            <a:endParaRPr/>
          </a:p>
          <a:p>
            <a:pPr indent="-406400" lvl="0" marL="457200" marR="0" rtl="0" algn="just">
              <a:lnSpc>
                <a:spcPct val="90000"/>
              </a:lnSpc>
              <a:spcBef>
                <a:spcPts val="1000"/>
              </a:spcBef>
              <a:spcAft>
                <a:spcPts val="0"/>
              </a:spcAft>
              <a:buClr>
                <a:srgbClr val="DE3075"/>
              </a:buClr>
              <a:buSzPts val="2800"/>
              <a:buFont typeface="Franklin Gothic"/>
              <a:buChar char="»"/>
            </a:pPr>
            <a:r>
              <a:rPr lang="es-ES"/>
              <a:t>Dentro del equipo de desarrollo se trabaja con coraje, enfrentando los problemas y asumiendo los errores.</a:t>
            </a:r>
            <a:endParaRPr/>
          </a:p>
          <a:p>
            <a:pPr indent="-406400" lvl="0" marL="457200" marR="0" rtl="0" algn="just">
              <a:lnSpc>
                <a:spcPct val="90000"/>
              </a:lnSpc>
              <a:spcBef>
                <a:spcPts val="1000"/>
              </a:spcBef>
              <a:spcAft>
                <a:spcPts val="0"/>
              </a:spcAft>
              <a:buClr>
                <a:srgbClr val="DE3075"/>
              </a:buClr>
              <a:buSzPts val="2800"/>
              <a:buFont typeface="Franklin Gothic"/>
              <a:buChar char="»"/>
            </a:pPr>
            <a:r>
              <a:rPr lang="es-ES"/>
              <a:t>El desarrollo es pensando en que todos deben comprender del prototipo, su código y funcionalidad para promover la interacción entre los pares.</a:t>
            </a:r>
            <a:endParaRPr/>
          </a:p>
          <a:p>
            <a:pPr indent="-228600" lvl="0" marL="457200" marR="0" rtl="0" algn="just">
              <a:lnSpc>
                <a:spcPct val="90000"/>
              </a:lnSpc>
              <a:spcBef>
                <a:spcPts val="1000"/>
              </a:spcBef>
              <a:spcAft>
                <a:spcPts val="0"/>
              </a:spcAft>
              <a:buClr>
                <a:srgbClr val="DE3075"/>
              </a:buClr>
              <a:buSzPts val="2800"/>
              <a:buFont typeface="Franklin Gothic"/>
              <a:buNone/>
            </a:pPr>
            <a:r>
              <a:t/>
            </a:r>
            <a:endParaRPr/>
          </a:p>
          <a:p>
            <a:pPr indent="-228600" lvl="0" marL="457200" marR="0" rtl="0" algn="just">
              <a:lnSpc>
                <a:spcPct val="90000"/>
              </a:lnSpc>
              <a:spcBef>
                <a:spcPts val="1000"/>
              </a:spcBef>
              <a:spcAft>
                <a:spcPts val="0"/>
              </a:spcAft>
              <a:buClr>
                <a:srgbClr val="DE3075"/>
              </a:buClr>
              <a:buSzPts val="2800"/>
              <a:buFont typeface="Franklin Gothic"/>
              <a:buNone/>
            </a:pPr>
            <a:r>
              <a:t/>
            </a:r>
            <a:endParaRPr/>
          </a:p>
        </p:txBody>
      </p:sp>
      <p:sp>
        <p:nvSpPr>
          <p:cNvPr id="569" name="Google Shape;569;p79"/>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Programación Extrema</a:t>
            </a:r>
            <a:endParaRPr sz="32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g1350e5ad54e_0_644"/>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sp>
        <p:nvSpPr>
          <p:cNvPr id="575" name="Google Shape;575;g1350e5ad54e_0_644"/>
          <p:cNvSpPr txBox="1"/>
          <p:nvPr>
            <p:ph idx="1" type="body"/>
          </p:nvPr>
        </p:nvSpPr>
        <p:spPr>
          <a:xfrm>
            <a:off x="294150" y="16758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just">
              <a:lnSpc>
                <a:spcPct val="90000"/>
              </a:lnSpc>
              <a:spcBef>
                <a:spcPts val="1000"/>
              </a:spcBef>
              <a:spcAft>
                <a:spcPts val="0"/>
              </a:spcAft>
              <a:buClr>
                <a:srgbClr val="DE3075"/>
              </a:buClr>
              <a:buSzPts val="2800"/>
              <a:buFont typeface="Franklin Gothic"/>
              <a:buChar char="»"/>
            </a:pPr>
            <a:r>
              <a:rPr b="0" lang="es-ES"/>
              <a:t>Esta metodología se basa en colaboración y los ciclos de aprendizaje.</a:t>
            </a:r>
            <a:endParaRPr b="0"/>
          </a:p>
          <a:p>
            <a:pPr indent="-406400" lvl="0" marL="457200" marR="0" rtl="0" algn="just">
              <a:lnSpc>
                <a:spcPct val="90000"/>
              </a:lnSpc>
              <a:spcBef>
                <a:spcPts val="1000"/>
              </a:spcBef>
              <a:spcAft>
                <a:spcPts val="0"/>
              </a:spcAft>
              <a:buClr>
                <a:srgbClr val="DE3075"/>
              </a:buClr>
              <a:buSzPts val="2800"/>
              <a:buFont typeface="Franklin Gothic"/>
              <a:buChar char="»"/>
            </a:pPr>
            <a:r>
              <a:rPr b="0" lang="es-ES"/>
              <a:t>El aprendizaje es continuo y con adaptación constante del proyecto.</a:t>
            </a:r>
            <a:endParaRPr b="0"/>
          </a:p>
          <a:p>
            <a:pPr indent="-406400" lvl="0" marL="457200" marR="0" rtl="0" algn="just">
              <a:lnSpc>
                <a:spcPct val="90000"/>
              </a:lnSpc>
              <a:spcBef>
                <a:spcPts val="1000"/>
              </a:spcBef>
              <a:spcAft>
                <a:spcPts val="0"/>
              </a:spcAft>
              <a:buClr>
                <a:srgbClr val="DE3075"/>
              </a:buClr>
              <a:buSzPts val="2800"/>
              <a:buFont typeface="Franklin Gothic"/>
              <a:buChar char="»"/>
            </a:pPr>
            <a:r>
              <a:rPr b="0" lang="es-ES"/>
              <a:t>El desarrollo es Iterativo y enmarcado en un tiempo determinado con la posibilidad de enfrentar cambios.</a:t>
            </a:r>
            <a:endParaRPr b="0"/>
          </a:p>
          <a:p>
            <a:pPr indent="-228600" lvl="0" marL="457200" marR="0" rtl="0" algn="just">
              <a:lnSpc>
                <a:spcPct val="90000"/>
              </a:lnSpc>
              <a:spcBef>
                <a:spcPts val="1000"/>
              </a:spcBef>
              <a:spcAft>
                <a:spcPts val="0"/>
              </a:spcAft>
              <a:buClr>
                <a:srgbClr val="DE3075"/>
              </a:buClr>
              <a:buSzPts val="2800"/>
              <a:buFont typeface="Franklin Gothic"/>
              <a:buNone/>
            </a:pPr>
            <a:r>
              <a:t/>
            </a:r>
            <a:endParaRPr b="0"/>
          </a:p>
        </p:txBody>
      </p:sp>
      <p:sp>
        <p:nvSpPr>
          <p:cNvPr id="576" name="Google Shape;576;g1350e5ad54e_0_644"/>
          <p:cNvSpPr txBox="1"/>
          <p:nvPr>
            <p:ph idx="4294967295" type="title"/>
          </p:nvPr>
        </p:nvSpPr>
        <p:spPr>
          <a:xfrm>
            <a:off x="2449500" y="441325"/>
            <a:ext cx="70914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800"/>
              <a:t>Adaptative Software Development</a:t>
            </a:r>
            <a:endParaRPr sz="2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03"/>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Kanban</a:t>
            </a:r>
            <a:endParaRPr sz="3200">
              <a:solidFill>
                <a:schemeClr val="lt1"/>
              </a:solidFill>
            </a:endParaRPr>
          </a:p>
        </p:txBody>
      </p:sp>
      <p:sp>
        <p:nvSpPr>
          <p:cNvPr id="582" name="Google Shape;582;p103"/>
          <p:cNvSpPr txBox="1"/>
          <p:nvPr>
            <p:ph idx="1" type="body"/>
          </p:nvPr>
        </p:nvSpPr>
        <p:spPr>
          <a:xfrm>
            <a:off x="116868" y="1218600"/>
            <a:ext cx="5754543"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Tiene su base en el uso de tarjetas visuales.</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Considera la cantidad de insumos y tiempo necesario de los procesos que implica la fabricación del producto.</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Su filosofía, consiste en dividir el proceso de desarrollo del prototipo en fases bien delimitadas.</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Permite una visión inmediata del estado del proyecto.</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Las reglas básicas de Kanban son: mostrar el proceso, limitar el trabajo en curso y optimizar el flujo de trabajo.</a:t>
            </a:r>
            <a:endParaRPr/>
          </a:p>
        </p:txBody>
      </p:sp>
      <p:pic>
        <p:nvPicPr>
          <p:cNvPr id="583" name="Google Shape;583;p103"/>
          <p:cNvPicPr preferRelativeResize="0"/>
          <p:nvPr/>
        </p:nvPicPr>
        <p:blipFill rotWithShape="1">
          <a:blip r:embed="rId3">
            <a:alphaModFix/>
          </a:blip>
          <a:srcRect b="0" l="0" r="0" t="0"/>
          <a:stretch/>
        </p:blipFill>
        <p:spPr>
          <a:xfrm>
            <a:off x="5717596" y="2606911"/>
            <a:ext cx="3426404" cy="207738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4"/>
          <p:cNvSpPr txBox="1"/>
          <p:nvPr>
            <p:ph idx="1" type="body"/>
          </p:nvPr>
        </p:nvSpPr>
        <p:spPr>
          <a:xfrm>
            <a:off x="294150" y="1009083"/>
            <a:ext cx="8555700" cy="5137800"/>
          </a:xfrm>
          <a:prstGeom prst="rect">
            <a:avLst/>
          </a:prstGeom>
          <a:noFill/>
          <a:ln>
            <a:noFill/>
          </a:ln>
        </p:spPr>
        <p:txBody>
          <a:bodyPr anchorCtr="0" anchor="t" bIns="45700" lIns="91425" spcFirstLastPara="1" rIns="91425" wrap="square" tIns="45700">
            <a:noAutofit/>
          </a:bodyPr>
          <a:lstStyle/>
          <a:p>
            <a:pPr indent="-400050" lvl="0" marL="457200" marR="0" rtl="0" algn="just">
              <a:lnSpc>
                <a:spcPct val="90000"/>
              </a:lnSpc>
              <a:spcBef>
                <a:spcPts val="1000"/>
              </a:spcBef>
              <a:spcAft>
                <a:spcPts val="0"/>
              </a:spcAft>
              <a:buClr>
                <a:srgbClr val="DE3075"/>
              </a:buClr>
              <a:buSzPts val="2700"/>
              <a:buFont typeface="Franklin Gothic"/>
              <a:buChar char="»"/>
            </a:pPr>
            <a:r>
              <a:rPr lang="es-ES" sz="2300"/>
              <a:t>Esta metodología nace de la forma como la empresa Toyota organizaba sus equipos de trabajo para el desarrollo de sus productos (manufactura esbelta o sin desperdicios), sus principios son:</a:t>
            </a:r>
            <a:endParaRPr sz="2300"/>
          </a:p>
          <a:p>
            <a:pPr indent="-374650" lvl="1" marL="914400" rtl="0" algn="just">
              <a:lnSpc>
                <a:spcPct val="90000"/>
              </a:lnSpc>
              <a:spcBef>
                <a:spcPts val="500"/>
              </a:spcBef>
              <a:spcAft>
                <a:spcPts val="0"/>
              </a:spcAft>
              <a:buSzPts val="2300"/>
              <a:buChar char="•"/>
            </a:pPr>
            <a:r>
              <a:rPr b="1" lang="es-ES" sz="1900"/>
              <a:t>Eliminar los desperdicios</a:t>
            </a:r>
            <a:r>
              <a:rPr lang="es-ES" sz="1900"/>
              <a:t>: Todo lo que no añade valor al cliente se considera un desperdicio.</a:t>
            </a:r>
            <a:endParaRPr sz="1900"/>
          </a:p>
          <a:p>
            <a:pPr indent="-374650" lvl="1" marL="914400" rtl="0" algn="just">
              <a:lnSpc>
                <a:spcPct val="90000"/>
              </a:lnSpc>
              <a:spcBef>
                <a:spcPts val="500"/>
              </a:spcBef>
              <a:spcAft>
                <a:spcPts val="0"/>
              </a:spcAft>
              <a:buSzPts val="2300"/>
              <a:buChar char="•"/>
            </a:pPr>
            <a:r>
              <a:rPr b="1" lang="es-ES" sz="1900"/>
              <a:t>Amplificar el aprendizaje</a:t>
            </a:r>
            <a:r>
              <a:rPr lang="es-ES" sz="1900"/>
              <a:t>: Promover el aprendizaje continuo en el desarrollo de software.</a:t>
            </a:r>
            <a:endParaRPr sz="1900"/>
          </a:p>
          <a:p>
            <a:pPr indent="-374650" lvl="1" marL="914400" rtl="0" algn="just">
              <a:lnSpc>
                <a:spcPct val="90000"/>
              </a:lnSpc>
              <a:spcBef>
                <a:spcPts val="500"/>
              </a:spcBef>
              <a:spcAft>
                <a:spcPts val="0"/>
              </a:spcAft>
              <a:buSzPts val="2300"/>
              <a:buChar char="•"/>
            </a:pPr>
            <a:r>
              <a:rPr b="1" lang="es-ES" sz="1900"/>
              <a:t>Decidir lo más tarde posible</a:t>
            </a:r>
            <a:r>
              <a:rPr lang="es-ES" sz="1900"/>
              <a:t>: retrasar algunas decisiones para generar producto temprano. </a:t>
            </a:r>
            <a:endParaRPr sz="1900"/>
          </a:p>
          <a:p>
            <a:pPr indent="-374650" lvl="1" marL="914400" rtl="0" algn="just">
              <a:lnSpc>
                <a:spcPct val="90000"/>
              </a:lnSpc>
              <a:spcBef>
                <a:spcPts val="500"/>
              </a:spcBef>
              <a:spcAft>
                <a:spcPts val="0"/>
              </a:spcAft>
              <a:buSzPts val="2300"/>
              <a:buChar char="•"/>
            </a:pPr>
            <a:r>
              <a:rPr b="1" lang="es-ES" sz="1900"/>
              <a:t>Entregar tan rápido como sea posible</a:t>
            </a:r>
            <a:r>
              <a:rPr lang="es-ES" sz="1900"/>
              <a:t>:  Promueve  asegura el cumplimiento de las necesidades actuales del cliente.</a:t>
            </a:r>
            <a:endParaRPr sz="1900"/>
          </a:p>
          <a:p>
            <a:pPr indent="-374650" lvl="1" marL="914400" rtl="0" algn="just">
              <a:lnSpc>
                <a:spcPct val="90000"/>
              </a:lnSpc>
              <a:spcBef>
                <a:spcPts val="500"/>
              </a:spcBef>
              <a:spcAft>
                <a:spcPts val="0"/>
              </a:spcAft>
              <a:buSzPts val="2300"/>
              <a:buChar char="•"/>
            </a:pPr>
            <a:r>
              <a:rPr b="1" lang="es-ES" sz="1900"/>
              <a:t>Capacitar al equipo</a:t>
            </a:r>
            <a:r>
              <a:rPr lang="es-ES" sz="1900"/>
              <a:t>:  Concebir que el recursos humano y sus capacidades son importantes.</a:t>
            </a:r>
            <a:endParaRPr sz="1900"/>
          </a:p>
          <a:p>
            <a:pPr indent="-374650" lvl="1" marL="914400" rtl="0" algn="just">
              <a:lnSpc>
                <a:spcPct val="90000"/>
              </a:lnSpc>
              <a:spcBef>
                <a:spcPts val="500"/>
              </a:spcBef>
              <a:spcAft>
                <a:spcPts val="0"/>
              </a:spcAft>
              <a:buSzPts val="2300"/>
              <a:buChar char="•"/>
            </a:pPr>
            <a:r>
              <a:rPr b="1" lang="es-ES" sz="1900"/>
              <a:t>Construir integridad intrínseca</a:t>
            </a:r>
            <a:r>
              <a:rPr lang="es-ES" sz="1900"/>
              <a:t>: Lograr que el producto está operativo e integrado funcionalmente.</a:t>
            </a:r>
            <a:endParaRPr sz="1900"/>
          </a:p>
          <a:p>
            <a:pPr indent="-374650" lvl="1" marL="914400" rtl="0" algn="just">
              <a:lnSpc>
                <a:spcPct val="90000"/>
              </a:lnSpc>
              <a:spcBef>
                <a:spcPts val="500"/>
              </a:spcBef>
              <a:spcAft>
                <a:spcPts val="0"/>
              </a:spcAft>
              <a:buSzPts val="2300"/>
              <a:buChar char="•"/>
            </a:pPr>
            <a:r>
              <a:rPr b="1" lang="es-ES" sz="1900"/>
              <a:t>Véase todo el conjunto</a:t>
            </a:r>
            <a:r>
              <a:rPr lang="es-ES" sz="1900"/>
              <a:t>: Considerar a todos en la visión de conjunto.</a:t>
            </a:r>
            <a:endParaRPr sz="1900"/>
          </a:p>
          <a:p>
            <a:pPr indent="-228600" lvl="0" marL="457200" marR="0" rtl="0" algn="just">
              <a:lnSpc>
                <a:spcPct val="90000"/>
              </a:lnSpc>
              <a:spcBef>
                <a:spcPts val="1000"/>
              </a:spcBef>
              <a:spcAft>
                <a:spcPts val="0"/>
              </a:spcAft>
              <a:buClr>
                <a:srgbClr val="DE3075"/>
              </a:buClr>
              <a:buSzPts val="2800"/>
              <a:buFont typeface="Franklin Gothic"/>
              <a:buNone/>
            </a:pPr>
            <a:r>
              <a:t/>
            </a:r>
            <a:endParaRPr sz="2300"/>
          </a:p>
          <a:p>
            <a:pPr indent="-228600" lvl="0" marL="457200" marR="0" rtl="0" algn="just">
              <a:lnSpc>
                <a:spcPct val="90000"/>
              </a:lnSpc>
              <a:spcBef>
                <a:spcPts val="1000"/>
              </a:spcBef>
              <a:spcAft>
                <a:spcPts val="0"/>
              </a:spcAft>
              <a:buClr>
                <a:srgbClr val="DE3075"/>
              </a:buClr>
              <a:buSzPts val="2800"/>
              <a:buFont typeface="Franklin Gothic"/>
              <a:buNone/>
            </a:pPr>
            <a:r>
              <a:t/>
            </a:r>
            <a:endParaRPr sz="2300"/>
          </a:p>
        </p:txBody>
      </p:sp>
      <p:sp>
        <p:nvSpPr>
          <p:cNvPr id="589" name="Google Shape;589;p104"/>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Metodología Lean	</a:t>
            </a:r>
            <a:endParaRPr sz="32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1350e5ad54e_0_712"/>
          <p:cNvSpPr txBox="1"/>
          <p:nvPr>
            <p:ph type="title"/>
          </p:nvPr>
        </p:nvSpPr>
        <p:spPr>
          <a:xfrm>
            <a:off x="372684" y="4994314"/>
            <a:ext cx="2751000" cy="1209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200"/>
              <a:buNone/>
            </a:pPr>
            <a:r>
              <a:rPr lang="es-ES" sz="4400">
                <a:latin typeface="Calibri"/>
                <a:ea typeface="Calibri"/>
                <a:cs typeface="Calibri"/>
                <a:sym typeface="Calibri"/>
              </a:rPr>
              <a:t>SCRUM</a:t>
            </a:r>
            <a:endParaRPr sz="4400">
              <a:latin typeface="Calibri"/>
              <a:ea typeface="Calibri"/>
              <a:cs typeface="Calibri"/>
              <a:sym typeface="Calibri"/>
            </a:endParaRPr>
          </a:p>
          <a:p>
            <a:pPr indent="0" lvl="0" marL="0" rtl="0" algn="l">
              <a:spcBef>
                <a:spcPts val="0"/>
              </a:spcBef>
              <a:spcAft>
                <a:spcPts val="0"/>
              </a:spcAft>
              <a:buNone/>
            </a:pPr>
            <a:r>
              <a:t/>
            </a:r>
            <a:endParaRPr sz="39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g1350e5ad54e_0_652"/>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sp>
        <p:nvSpPr>
          <p:cNvPr id="600" name="Google Shape;600;g1350e5ad54e_0_652"/>
          <p:cNvSpPr txBox="1"/>
          <p:nvPr>
            <p:ph idx="1" type="body"/>
          </p:nvPr>
        </p:nvSpPr>
        <p:spPr>
          <a:xfrm>
            <a:off x="141749" y="1675800"/>
            <a:ext cx="5963100" cy="5137800"/>
          </a:xfrm>
          <a:prstGeom prst="rect">
            <a:avLst/>
          </a:prstGeom>
          <a:noFill/>
          <a:ln>
            <a:noFill/>
          </a:ln>
        </p:spPr>
        <p:txBody>
          <a:bodyPr anchorCtr="0" anchor="t" bIns="45700" lIns="91425" spcFirstLastPara="1" rIns="91425" wrap="square" tIns="45700">
            <a:noAutofit/>
          </a:bodyPr>
          <a:lstStyle/>
          <a:p>
            <a:pPr indent="-406400" lvl="0" marL="457200" marR="0" rtl="0" algn="just">
              <a:lnSpc>
                <a:spcPct val="90000"/>
              </a:lnSpc>
              <a:spcBef>
                <a:spcPts val="1000"/>
              </a:spcBef>
              <a:spcAft>
                <a:spcPts val="0"/>
              </a:spcAft>
              <a:buClr>
                <a:srgbClr val="DE3075"/>
              </a:buClr>
              <a:buSzPts val="2800"/>
              <a:buFont typeface="Franklin Gothic"/>
              <a:buChar char="»"/>
            </a:pPr>
            <a:r>
              <a:rPr b="0" lang="es-ES"/>
              <a:t>En 1986 este modelo ágil fue identificado y definido por Ikujiro Nonaka e Hirotaka Takeuchi, al analizar cómo desarrollaban los nuevos productos las principales empresas de manufactura Tecnológica. </a:t>
            </a:r>
            <a:endParaRPr b="0"/>
          </a:p>
          <a:p>
            <a:pPr indent="-406400" lvl="0" marL="457200" marR="0" rtl="0" algn="just">
              <a:lnSpc>
                <a:spcPct val="90000"/>
              </a:lnSpc>
              <a:spcBef>
                <a:spcPts val="1000"/>
              </a:spcBef>
              <a:spcAft>
                <a:spcPts val="0"/>
              </a:spcAft>
              <a:buClr>
                <a:srgbClr val="DE3075"/>
              </a:buClr>
              <a:buSzPts val="2800"/>
              <a:buFont typeface="Franklin Gothic"/>
              <a:buChar char="»"/>
            </a:pPr>
            <a:r>
              <a:rPr b="0" lang="es-ES"/>
              <a:t>Compararon la forma de trabajo en equipo de estas empresas con el avance en formación de scrum de los jugadores de Rugby, a raíz de lo cual quedó acuñado el término “scrum” para referirse a esta metodología.</a:t>
            </a:r>
            <a:endParaRPr b="0"/>
          </a:p>
        </p:txBody>
      </p:sp>
      <p:pic>
        <p:nvPicPr>
          <p:cNvPr id="601" name="Google Shape;601;g1350e5ad54e_0_652"/>
          <p:cNvPicPr preferRelativeResize="0"/>
          <p:nvPr/>
        </p:nvPicPr>
        <p:blipFill rotWithShape="1">
          <a:blip r:embed="rId3">
            <a:alphaModFix/>
          </a:blip>
          <a:srcRect b="0" l="0" r="0" t="0"/>
          <a:stretch/>
        </p:blipFill>
        <p:spPr>
          <a:xfrm>
            <a:off x="6534308" y="1739153"/>
            <a:ext cx="2609692" cy="3935929"/>
          </a:xfrm>
          <a:prstGeom prst="rect">
            <a:avLst/>
          </a:prstGeom>
          <a:noFill/>
          <a:ln>
            <a:noFill/>
          </a:ln>
        </p:spPr>
      </p:pic>
      <p:sp>
        <p:nvSpPr>
          <p:cNvPr id="602" name="Google Shape;602;g1350e5ad54e_0_652"/>
          <p:cNvSpPr txBox="1"/>
          <p:nvPr>
            <p:ph idx="4294967295" type="title"/>
          </p:nvPr>
        </p:nvSpPr>
        <p:spPr>
          <a:xfrm>
            <a:off x="2678099" y="441325"/>
            <a:ext cx="42882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t>Origen de Scrum</a:t>
            </a:r>
            <a:endParaRPr sz="3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06"/>
          <p:cNvSpPr txBox="1"/>
          <p:nvPr>
            <p:ph idx="1" type="body"/>
          </p:nvPr>
        </p:nvSpPr>
        <p:spPr>
          <a:xfrm>
            <a:off x="294150" y="1218600"/>
            <a:ext cx="6154776" cy="5137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rgbClr val="DE3075"/>
              </a:buClr>
              <a:buSzPts val="2800"/>
              <a:buFont typeface="Franklin Gothic"/>
              <a:buNone/>
            </a:pPr>
            <a:r>
              <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En 1995 </a:t>
            </a:r>
            <a:r>
              <a:rPr b="1" lang="es-ES"/>
              <a:t>Jeff Sutherland y Ken Schwaber </a:t>
            </a:r>
            <a:r>
              <a:rPr lang="es-ES"/>
              <a:t>presentaron “Scrum Development Process” en la conferencia de programación orientada a objetos como un marco de reglas para desarrollo de prototipos, basado en los principios de scrum.</a:t>
            </a:r>
            <a:endParaRPr/>
          </a:p>
          <a:p>
            <a:pPr indent="-228600" lvl="0" marL="457200" marR="0" rtl="0" algn="l">
              <a:lnSpc>
                <a:spcPct val="90000"/>
              </a:lnSpc>
              <a:spcBef>
                <a:spcPts val="1000"/>
              </a:spcBef>
              <a:spcAft>
                <a:spcPts val="0"/>
              </a:spcAft>
              <a:buClr>
                <a:srgbClr val="DE3075"/>
              </a:buClr>
              <a:buSzPts val="2800"/>
              <a:buFont typeface="Franklin Gothic"/>
              <a:buNone/>
            </a:pPr>
            <a:r>
              <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En el año 2001 es presentado “Software ágil desarrollado con Scrum” por </a:t>
            </a:r>
            <a:r>
              <a:rPr b="1" lang="es-ES"/>
              <a:t>Ken Schwabery Mike Beedle.</a:t>
            </a:r>
            <a:endParaRPr/>
          </a:p>
        </p:txBody>
      </p:sp>
      <p:pic>
        <p:nvPicPr>
          <p:cNvPr descr="http://www.oopsla.org/oopsla-history/images/logo_oopsla1995.gif" id="608" name="Google Shape;608;p106"/>
          <p:cNvPicPr preferRelativeResize="0"/>
          <p:nvPr/>
        </p:nvPicPr>
        <p:blipFill rotWithShape="1">
          <a:blip r:embed="rId3">
            <a:alphaModFix/>
          </a:blip>
          <a:srcRect b="0" l="0" r="0" t="0"/>
          <a:stretch/>
        </p:blipFill>
        <p:spPr>
          <a:xfrm>
            <a:off x="6717867" y="1541929"/>
            <a:ext cx="2315585" cy="1755985"/>
          </a:xfrm>
          <a:prstGeom prst="rect">
            <a:avLst/>
          </a:prstGeom>
          <a:noFill/>
          <a:ln>
            <a:noFill/>
          </a:ln>
        </p:spPr>
      </p:pic>
      <p:pic>
        <p:nvPicPr>
          <p:cNvPr descr="https://m.media-amazon.com/images/I/41Np7EWbZHL._SCLZZZZZZZ_.jpg" id="609" name="Google Shape;609;p106"/>
          <p:cNvPicPr preferRelativeResize="0"/>
          <p:nvPr/>
        </p:nvPicPr>
        <p:blipFill rotWithShape="1">
          <a:blip r:embed="rId4">
            <a:alphaModFix/>
          </a:blip>
          <a:srcRect b="0" l="0" r="0" t="0"/>
          <a:stretch/>
        </p:blipFill>
        <p:spPr>
          <a:xfrm>
            <a:off x="6738479" y="3787500"/>
            <a:ext cx="1882884" cy="2905685"/>
          </a:xfrm>
          <a:prstGeom prst="rect">
            <a:avLst/>
          </a:prstGeom>
          <a:noFill/>
          <a:ln>
            <a:noFill/>
          </a:ln>
        </p:spPr>
      </p:pic>
      <p:sp>
        <p:nvSpPr>
          <p:cNvPr id="610" name="Google Shape;610;p106"/>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Origen de Scrum</a:t>
            </a:r>
            <a:endParaRPr sz="320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7"/>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 Qué es SCRUM ? </a:t>
            </a:r>
            <a:endParaRPr sz="3200">
              <a:solidFill>
                <a:schemeClr val="lt1"/>
              </a:solidFill>
            </a:endParaRPr>
          </a:p>
        </p:txBody>
      </p:sp>
      <p:sp>
        <p:nvSpPr>
          <p:cNvPr id="616" name="Google Shape;616;p107"/>
          <p:cNvSpPr txBox="1"/>
          <p:nvPr/>
        </p:nvSpPr>
        <p:spPr>
          <a:xfrm>
            <a:off x="304801" y="1218600"/>
            <a:ext cx="7924799" cy="5137800"/>
          </a:xfrm>
          <a:prstGeom prst="rect">
            <a:avLst/>
          </a:prstGeom>
          <a:noFill/>
          <a:ln>
            <a:noFill/>
          </a:ln>
        </p:spPr>
        <p:txBody>
          <a:bodyPr anchorCtr="0" anchor="t" bIns="45700" lIns="91425" spcFirstLastPara="1" rIns="91425" wrap="square" tIns="45700">
            <a:noAutofit/>
          </a:bodyPr>
          <a:lstStyle/>
          <a:p>
            <a:pPr indent="-406400" lvl="0" marL="457200" marR="0" rtl="0" algn="just">
              <a:lnSpc>
                <a:spcPct val="90000"/>
              </a:lnSpc>
              <a:spcBef>
                <a:spcPts val="1000"/>
              </a:spcBef>
              <a:spcAft>
                <a:spcPts val="0"/>
              </a:spcAft>
              <a:buClr>
                <a:srgbClr val="DE3075"/>
              </a:buClr>
              <a:buSzPts val="2800"/>
              <a:buFont typeface="Franklin Gothic"/>
              <a:buChar char="»"/>
            </a:pPr>
            <a:r>
              <a:rPr b="0" i="0" lang="es-ES" sz="2400" u="none" cap="none" strike="noStrike">
                <a:solidFill>
                  <a:srgbClr val="818990"/>
                </a:solidFill>
                <a:latin typeface="Calibri"/>
                <a:ea typeface="Calibri"/>
                <a:cs typeface="Calibri"/>
                <a:sym typeface="Calibri"/>
              </a:rPr>
              <a:t>Es una </a:t>
            </a:r>
            <a:r>
              <a:rPr b="1" i="0" lang="es-ES" sz="2800" u="none" cap="none" strike="noStrike">
                <a:solidFill>
                  <a:srgbClr val="818990"/>
                </a:solidFill>
                <a:latin typeface="Calibri"/>
                <a:ea typeface="Calibri"/>
                <a:cs typeface="Calibri"/>
                <a:sym typeface="Calibri"/>
              </a:rPr>
              <a:t>metodología ágil de carácter adaptable, orientado a las personas más que a los procesos</a:t>
            </a:r>
            <a:r>
              <a:rPr b="0" i="0" lang="es-ES" sz="2400" u="none" cap="none" strike="noStrike">
                <a:solidFill>
                  <a:srgbClr val="81899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406400" lvl="0" marL="457200" marR="0" rtl="0" algn="just">
              <a:lnSpc>
                <a:spcPct val="90000"/>
              </a:lnSpc>
              <a:spcBef>
                <a:spcPts val="1000"/>
              </a:spcBef>
              <a:spcAft>
                <a:spcPts val="0"/>
              </a:spcAft>
              <a:buClr>
                <a:srgbClr val="DE3075"/>
              </a:buClr>
              <a:buSzPts val="2800"/>
              <a:buFont typeface="Franklin Gothic"/>
              <a:buChar char="»"/>
            </a:pPr>
            <a:r>
              <a:rPr b="0" i="0" lang="es-ES" sz="2400" u="none" cap="none" strike="noStrike">
                <a:solidFill>
                  <a:srgbClr val="818990"/>
                </a:solidFill>
                <a:latin typeface="Calibri"/>
                <a:ea typeface="Calibri"/>
                <a:cs typeface="Calibri"/>
                <a:sym typeface="Calibri"/>
              </a:rPr>
              <a:t>Utiliza una estructura de desarrollo ágil incremental basada en iteraciones y revisiones.</a:t>
            </a:r>
            <a:endParaRPr b="0" i="0" sz="1400" u="none" cap="none" strike="noStrike">
              <a:solidFill>
                <a:srgbClr val="000000"/>
              </a:solidFill>
              <a:latin typeface="Arial"/>
              <a:ea typeface="Arial"/>
              <a:cs typeface="Arial"/>
              <a:sym typeface="Arial"/>
            </a:endParaRPr>
          </a:p>
          <a:p>
            <a:pPr indent="-406400" lvl="0" marL="457200" marR="0" rtl="0" algn="just">
              <a:lnSpc>
                <a:spcPct val="90000"/>
              </a:lnSpc>
              <a:spcBef>
                <a:spcPts val="1000"/>
              </a:spcBef>
              <a:spcAft>
                <a:spcPts val="0"/>
              </a:spcAft>
              <a:buClr>
                <a:srgbClr val="DE3075"/>
              </a:buClr>
              <a:buSzPts val="2800"/>
              <a:buFont typeface="Franklin Gothic"/>
              <a:buChar char="»"/>
            </a:pPr>
            <a:r>
              <a:rPr b="0" i="0" lang="es-ES" sz="2400" u="none" cap="none" strike="noStrike">
                <a:solidFill>
                  <a:srgbClr val="818990"/>
                </a:solidFill>
                <a:latin typeface="Calibri"/>
                <a:ea typeface="Calibri"/>
                <a:cs typeface="Calibri"/>
                <a:sym typeface="Calibri"/>
              </a:rPr>
              <a:t>Indicada para proyectos con un rápido cambio de requisitos. </a:t>
            </a:r>
            <a:endParaRPr b="1" i="0" sz="2400" u="none" cap="none" strike="noStrike">
              <a:solidFill>
                <a:srgbClr val="818990"/>
              </a:solidFill>
              <a:latin typeface="Calibri"/>
              <a:ea typeface="Calibri"/>
              <a:cs typeface="Calibri"/>
              <a:sym typeface="Calibri"/>
            </a:endParaRPr>
          </a:p>
          <a:p>
            <a:pPr indent="-406400" lvl="0" marL="457200" marR="0" rtl="0" algn="just">
              <a:lnSpc>
                <a:spcPct val="90000"/>
              </a:lnSpc>
              <a:spcBef>
                <a:spcPts val="1000"/>
              </a:spcBef>
              <a:spcAft>
                <a:spcPts val="0"/>
              </a:spcAft>
              <a:buClr>
                <a:srgbClr val="DE3075"/>
              </a:buClr>
              <a:buSzPts val="2800"/>
              <a:buFont typeface="Franklin Gothic"/>
              <a:buChar char="»"/>
            </a:pPr>
            <a:r>
              <a:rPr b="0" i="0" lang="es-ES" sz="2400" u="none" cap="none" strike="noStrike">
                <a:solidFill>
                  <a:srgbClr val="818990"/>
                </a:solidFill>
                <a:latin typeface="Calibri"/>
                <a:ea typeface="Calibri"/>
                <a:cs typeface="Calibri"/>
                <a:sym typeface="Calibri"/>
              </a:rPr>
              <a:t>Principales características se pueden resumir en dos: </a:t>
            </a:r>
            <a:r>
              <a:rPr b="1" i="0" lang="es-ES" sz="3200" u="none" cap="none" strike="noStrike">
                <a:solidFill>
                  <a:srgbClr val="818990"/>
                </a:solidFill>
                <a:latin typeface="Calibri"/>
                <a:ea typeface="Calibri"/>
                <a:cs typeface="Calibri"/>
                <a:sym typeface="Calibri"/>
              </a:rPr>
              <a:t>coordinación del equipo y desarrollo por iteraciones</a:t>
            </a:r>
            <a:r>
              <a:rPr b="1" i="0" lang="es-ES" sz="2800" u="none" cap="none" strike="noStrike">
                <a:solidFill>
                  <a:srgbClr val="818990"/>
                </a:solidFill>
                <a:latin typeface="Calibri"/>
                <a:ea typeface="Calibri"/>
                <a:cs typeface="Calibri"/>
                <a:sym typeface="Calibri"/>
              </a:rPr>
              <a:t>.</a:t>
            </a:r>
            <a:endParaRPr b="1" i="0" sz="2400" u="none" cap="none" strike="noStrike">
              <a:solidFill>
                <a:srgbClr val="81899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g1350e5ad54e_0_656"/>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sp>
        <p:nvSpPr>
          <p:cNvPr id="622" name="Google Shape;622;g1350e5ad54e_0_656"/>
          <p:cNvSpPr txBox="1"/>
          <p:nvPr>
            <p:ph idx="1" type="body"/>
          </p:nvPr>
        </p:nvSpPr>
        <p:spPr>
          <a:xfrm>
            <a:off x="294150" y="1218600"/>
            <a:ext cx="8312400" cy="5137800"/>
          </a:xfrm>
          <a:prstGeom prst="rect">
            <a:avLst/>
          </a:prstGeom>
          <a:noFill/>
          <a:ln>
            <a:noFill/>
          </a:ln>
        </p:spPr>
        <p:txBody>
          <a:bodyPr anchorCtr="0" anchor="t" bIns="45700" lIns="91425" spcFirstLastPara="1" rIns="91425" wrap="square" tIns="45700">
            <a:noAutofit/>
          </a:bodyPr>
          <a:lstStyle/>
          <a:p>
            <a:pPr indent="-406400" lvl="0" marL="457200" rtl="0" algn="just">
              <a:lnSpc>
                <a:spcPct val="90000"/>
              </a:lnSpc>
              <a:spcBef>
                <a:spcPts val="1000"/>
              </a:spcBef>
              <a:spcAft>
                <a:spcPts val="0"/>
              </a:spcAft>
              <a:buSzPts val="2800"/>
              <a:buChar char="»"/>
            </a:pPr>
            <a:r>
              <a:rPr b="0" lang="es-ES"/>
              <a:t>El énfasis está en el desarrollo temprano del producto por lo que la planificación se ajusta a la entrega de productos terminados con incorporación de funcionalidades de manera incremental en sus diversas iteraciones, de acuerdo con lo que le otorgue valor al negocio, es por lo cual se debe planificar cada entrega de producto terminado.</a:t>
            </a:r>
            <a:endParaRPr b="0" sz="2300">
              <a:solidFill>
                <a:srgbClr val="9B7103"/>
              </a:solidFill>
            </a:endParaRPr>
          </a:p>
          <a:p>
            <a:pPr indent="-228600" lvl="4" marL="2286000" rtl="0" algn="l">
              <a:lnSpc>
                <a:spcPct val="90000"/>
              </a:lnSpc>
              <a:spcBef>
                <a:spcPts val="500"/>
              </a:spcBef>
              <a:spcAft>
                <a:spcPts val="0"/>
              </a:spcAft>
              <a:buSzPts val="1400"/>
              <a:buNone/>
            </a:pPr>
            <a:r>
              <a:t/>
            </a:r>
            <a:endParaRPr>
              <a:latin typeface="Calibri"/>
              <a:ea typeface="Calibri"/>
              <a:cs typeface="Calibri"/>
              <a:sym typeface="Calibri"/>
            </a:endParaRPr>
          </a:p>
        </p:txBody>
      </p:sp>
      <p:sp>
        <p:nvSpPr>
          <p:cNvPr id="623" name="Google Shape;623;g1350e5ad54e_0_656"/>
          <p:cNvSpPr txBox="1"/>
          <p:nvPr>
            <p:ph idx="4294967295" type="title"/>
          </p:nvPr>
        </p:nvSpPr>
        <p:spPr>
          <a:xfrm>
            <a:off x="2525700" y="441325"/>
            <a:ext cx="55443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t>Filosofía Ágil de Scrum</a:t>
            </a:r>
            <a:endParaRPr/>
          </a:p>
        </p:txBody>
      </p:sp>
      <p:pic>
        <p:nvPicPr>
          <p:cNvPr id="624" name="Google Shape;624;g1350e5ad54e_0_656"/>
          <p:cNvPicPr preferRelativeResize="0"/>
          <p:nvPr/>
        </p:nvPicPr>
        <p:blipFill rotWithShape="1">
          <a:blip r:embed="rId3">
            <a:alphaModFix/>
          </a:blip>
          <a:srcRect b="0" l="0" r="0" t="0"/>
          <a:stretch/>
        </p:blipFill>
        <p:spPr>
          <a:xfrm>
            <a:off x="1592869" y="3651300"/>
            <a:ext cx="5715000" cy="2705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1350e5ad54e_0_660"/>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sp>
        <p:nvSpPr>
          <p:cNvPr id="630" name="Google Shape;630;g1350e5ad54e_0_660"/>
          <p:cNvSpPr txBox="1"/>
          <p:nvPr>
            <p:ph idx="1" type="body"/>
          </p:nvPr>
        </p:nvSpPr>
        <p:spPr>
          <a:xfrm>
            <a:off x="294150" y="1475275"/>
            <a:ext cx="8312400" cy="1424100"/>
          </a:xfrm>
          <a:prstGeom prst="rect">
            <a:avLst/>
          </a:prstGeom>
          <a:noFill/>
          <a:ln>
            <a:noFill/>
          </a:ln>
        </p:spPr>
        <p:txBody>
          <a:bodyPr anchorCtr="0" anchor="t" bIns="45700" lIns="91425" spcFirstLastPara="1" rIns="91425" wrap="square" tIns="45700">
            <a:noAutofit/>
          </a:bodyPr>
          <a:lstStyle/>
          <a:p>
            <a:pPr indent="-381000" lvl="0" marL="457200" rtl="0" algn="just">
              <a:lnSpc>
                <a:spcPct val="90000"/>
              </a:lnSpc>
              <a:spcBef>
                <a:spcPts val="1000"/>
              </a:spcBef>
              <a:spcAft>
                <a:spcPts val="0"/>
              </a:spcAft>
              <a:buSzPts val="2400"/>
              <a:buChar char="»"/>
            </a:pPr>
            <a:r>
              <a:rPr b="0" lang="es-ES" sz="2000"/>
              <a:t>Las pautas básicas para aplicar Scrum y que deben implementarse en forma obligatoria en todos los proyectos Scrum son:</a:t>
            </a:r>
            <a:endParaRPr b="0" sz="2000">
              <a:latin typeface="Calibri"/>
              <a:ea typeface="Calibri"/>
              <a:cs typeface="Calibri"/>
              <a:sym typeface="Calibri"/>
            </a:endParaRPr>
          </a:p>
        </p:txBody>
      </p:sp>
      <p:sp>
        <p:nvSpPr>
          <p:cNvPr id="631" name="Google Shape;631;g1350e5ad54e_0_660"/>
          <p:cNvSpPr txBox="1"/>
          <p:nvPr>
            <p:ph idx="4294967295" type="title"/>
          </p:nvPr>
        </p:nvSpPr>
        <p:spPr>
          <a:xfrm>
            <a:off x="2601900" y="441325"/>
            <a:ext cx="61878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t>Pauta Básicas para Scrum</a:t>
            </a:r>
            <a:endParaRPr/>
          </a:p>
        </p:txBody>
      </p:sp>
      <p:pic>
        <p:nvPicPr>
          <p:cNvPr id="632" name="Google Shape;632;g1350e5ad54e_0_660"/>
          <p:cNvPicPr preferRelativeResize="0"/>
          <p:nvPr/>
        </p:nvPicPr>
        <p:blipFill rotWithShape="1">
          <a:blip r:embed="rId3">
            <a:alphaModFix/>
          </a:blip>
          <a:srcRect b="0" l="0" r="0" t="0"/>
          <a:stretch/>
        </p:blipFill>
        <p:spPr>
          <a:xfrm>
            <a:off x="2472225" y="2398675"/>
            <a:ext cx="3956251" cy="39635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10"/>
          <p:cNvSpPr txBox="1"/>
          <p:nvPr>
            <p:ph idx="1" type="body"/>
          </p:nvPr>
        </p:nvSpPr>
        <p:spPr>
          <a:xfrm>
            <a:off x="-203605" y="1301257"/>
            <a:ext cx="6657475" cy="5137800"/>
          </a:xfrm>
          <a:prstGeom prst="rect">
            <a:avLst/>
          </a:prstGeom>
          <a:noFill/>
          <a:ln>
            <a:noFill/>
          </a:ln>
        </p:spPr>
        <p:txBody>
          <a:bodyPr anchorCtr="0" anchor="t" bIns="45700" lIns="91425" spcFirstLastPara="1" rIns="91425" wrap="square" tIns="45700">
            <a:noAutofit/>
          </a:bodyPr>
          <a:lstStyle/>
          <a:p>
            <a:pPr indent="-457200" lvl="1" marL="990600" rtl="0" algn="just">
              <a:lnSpc>
                <a:spcPct val="90000"/>
              </a:lnSpc>
              <a:spcBef>
                <a:spcPts val="500"/>
              </a:spcBef>
              <a:spcAft>
                <a:spcPts val="0"/>
              </a:spcAft>
              <a:buSzPts val="2400"/>
              <a:buAutoNum type="arabicPeriod"/>
            </a:pPr>
            <a:r>
              <a:rPr b="1" lang="es-ES" sz="2400"/>
              <a:t>Control del proceso empírico</a:t>
            </a:r>
            <a:r>
              <a:rPr lang="es-ES" sz="2400"/>
              <a:t>: Las decisiones se toman sobre la base de la observación y la experimentación, más que en la planificación inicial detallada.</a:t>
            </a:r>
            <a:endParaRPr/>
          </a:p>
          <a:p>
            <a:pPr indent="-304800" lvl="1" marL="990600" rtl="0" algn="just">
              <a:lnSpc>
                <a:spcPct val="90000"/>
              </a:lnSpc>
              <a:spcBef>
                <a:spcPts val="500"/>
              </a:spcBef>
              <a:spcAft>
                <a:spcPts val="0"/>
              </a:spcAft>
              <a:buSzPts val="2400"/>
              <a:buNone/>
            </a:pPr>
            <a:r>
              <a:t/>
            </a:r>
            <a:endParaRPr sz="2400"/>
          </a:p>
          <a:p>
            <a:pPr indent="-457200" lvl="1" marL="990600" rtl="0" algn="just">
              <a:lnSpc>
                <a:spcPct val="90000"/>
              </a:lnSpc>
              <a:spcBef>
                <a:spcPts val="500"/>
              </a:spcBef>
              <a:spcAft>
                <a:spcPts val="0"/>
              </a:spcAft>
              <a:buSzPts val="2400"/>
              <a:buAutoNum type="arabicPeriod"/>
            </a:pPr>
            <a:r>
              <a:rPr b="1" lang="es-ES" sz="2400"/>
              <a:t>Auto-organización:</a:t>
            </a:r>
            <a:r>
              <a:rPr lang="es-ES" sz="2400"/>
              <a:t> Las personas entregan mayor valor cuando se auto-organizan, hay equipos con gran sentido de compromiso y responsabilidad</a:t>
            </a:r>
            <a:endParaRPr/>
          </a:p>
          <a:p>
            <a:pPr indent="-304800" lvl="1" marL="990600" rtl="0" algn="just">
              <a:lnSpc>
                <a:spcPct val="90000"/>
              </a:lnSpc>
              <a:spcBef>
                <a:spcPts val="500"/>
              </a:spcBef>
              <a:spcAft>
                <a:spcPts val="0"/>
              </a:spcAft>
              <a:buSzPts val="2400"/>
              <a:buNone/>
            </a:pPr>
            <a:r>
              <a:t/>
            </a:r>
            <a:endParaRPr sz="2400"/>
          </a:p>
          <a:p>
            <a:pPr indent="-457200" lvl="1" marL="990600" rtl="0" algn="just">
              <a:lnSpc>
                <a:spcPct val="90000"/>
              </a:lnSpc>
              <a:spcBef>
                <a:spcPts val="500"/>
              </a:spcBef>
              <a:spcAft>
                <a:spcPts val="0"/>
              </a:spcAft>
              <a:buSzPts val="2400"/>
              <a:buAutoNum type="arabicPeriod"/>
            </a:pPr>
            <a:r>
              <a:rPr b="1" lang="es-ES" sz="2400"/>
              <a:t>Colaboración</a:t>
            </a:r>
            <a:r>
              <a:rPr lang="es-ES" sz="2400"/>
              <a:t>:  Se fomenta un proceso de creación de valor con equipos que trabajan e interactúan conjuntamente.</a:t>
            </a:r>
            <a:endParaRPr sz="2400">
              <a:latin typeface="Calibri"/>
              <a:ea typeface="Calibri"/>
              <a:cs typeface="Calibri"/>
              <a:sym typeface="Calibri"/>
            </a:endParaRPr>
          </a:p>
        </p:txBody>
      </p:sp>
      <p:pic>
        <p:nvPicPr>
          <p:cNvPr descr="Resultado de imagen para cronograma" id="638" name="Google Shape;638;p110"/>
          <p:cNvPicPr preferRelativeResize="0"/>
          <p:nvPr/>
        </p:nvPicPr>
        <p:blipFill rotWithShape="1">
          <a:blip r:embed="rId3">
            <a:alphaModFix/>
          </a:blip>
          <a:srcRect b="0" l="0" r="0" t="0"/>
          <a:stretch/>
        </p:blipFill>
        <p:spPr>
          <a:xfrm>
            <a:off x="6910514" y="1592179"/>
            <a:ext cx="1808119" cy="918410"/>
          </a:xfrm>
          <a:prstGeom prst="rect">
            <a:avLst/>
          </a:prstGeom>
          <a:noFill/>
          <a:ln>
            <a:noFill/>
          </a:ln>
        </p:spPr>
      </p:pic>
      <p:pic>
        <p:nvPicPr>
          <p:cNvPr descr="Resultado de imagen para equipo autoorganizado" id="639" name="Google Shape;639;p110"/>
          <p:cNvPicPr preferRelativeResize="0"/>
          <p:nvPr/>
        </p:nvPicPr>
        <p:blipFill rotWithShape="1">
          <a:blip r:embed="rId4">
            <a:alphaModFix/>
          </a:blip>
          <a:srcRect b="0" l="0" r="0" t="0"/>
          <a:stretch/>
        </p:blipFill>
        <p:spPr>
          <a:xfrm flipH="1">
            <a:off x="6594309" y="3870157"/>
            <a:ext cx="2255540" cy="1267327"/>
          </a:xfrm>
          <a:prstGeom prst="rect">
            <a:avLst/>
          </a:prstGeom>
          <a:noFill/>
          <a:ln>
            <a:noFill/>
          </a:ln>
        </p:spPr>
      </p:pic>
      <p:sp>
        <p:nvSpPr>
          <p:cNvPr id="640" name="Google Shape;640;p110"/>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Pauta Básicas para Scrum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11"/>
          <p:cNvSpPr txBox="1"/>
          <p:nvPr>
            <p:ph idx="1" type="body"/>
          </p:nvPr>
        </p:nvSpPr>
        <p:spPr>
          <a:xfrm>
            <a:off x="-368968" y="1170474"/>
            <a:ext cx="6609347" cy="5137800"/>
          </a:xfrm>
          <a:prstGeom prst="rect">
            <a:avLst/>
          </a:prstGeom>
          <a:noFill/>
          <a:ln>
            <a:noFill/>
          </a:ln>
        </p:spPr>
        <p:txBody>
          <a:bodyPr anchorCtr="0" anchor="t" bIns="45700" lIns="91425" spcFirstLastPara="1" rIns="91425" wrap="square" tIns="45700">
            <a:noAutofit/>
          </a:bodyPr>
          <a:lstStyle/>
          <a:p>
            <a:pPr indent="-457200" lvl="1" marL="990600" rtl="0" algn="just">
              <a:lnSpc>
                <a:spcPct val="90000"/>
              </a:lnSpc>
              <a:spcBef>
                <a:spcPts val="500"/>
              </a:spcBef>
              <a:spcAft>
                <a:spcPts val="0"/>
              </a:spcAft>
              <a:buSzPts val="2400"/>
              <a:buFont typeface="Arial"/>
              <a:buAutoNum type="arabicPeriod" startAt="4"/>
            </a:pPr>
            <a:r>
              <a:rPr b="1" lang="es-ES" sz="2400"/>
              <a:t>Priorización basada en valor </a:t>
            </a:r>
            <a:r>
              <a:rPr lang="es-ES" sz="2400"/>
              <a:t>: El enfoque es ofrecer el máximo valor de negocio, desde el principio del proyecto hasta su conclusión.</a:t>
            </a:r>
            <a:endParaRPr/>
          </a:p>
          <a:p>
            <a:pPr indent="-304800" lvl="1" marL="990600" rtl="0" algn="just">
              <a:lnSpc>
                <a:spcPct val="90000"/>
              </a:lnSpc>
              <a:spcBef>
                <a:spcPts val="500"/>
              </a:spcBef>
              <a:spcAft>
                <a:spcPts val="0"/>
              </a:spcAft>
              <a:buSzPts val="2400"/>
              <a:buNone/>
            </a:pPr>
            <a:r>
              <a:t/>
            </a:r>
            <a:endParaRPr sz="2400"/>
          </a:p>
          <a:p>
            <a:pPr indent="-457200" lvl="1" marL="990600" rtl="0" algn="just">
              <a:lnSpc>
                <a:spcPct val="90000"/>
              </a:lnSpc>
              <a:spcBef>
                <a:spcPts val="500"/>
              </a:spcBef>
              <a:spcAft>
                <a:spcPts val="0"/>
              </a:spcAft>
              <a:buSzPts val="2400"/>
              <a:buAutoNum type="arabicPeriod" startAt="4"/>
            </a:pPr>
            <a:r>
              <a:rPr b="1" lang="es-ES" sz="2400"/>
              <a:t>Time-boxing</a:t>
            </a:r>
            <a:r>
              <a:rPr lang="es-ES" sz="2400"/>
              <a:t>: Se considera el tiempo como una restricción limitante para ayudar a manejar eficazmente la planificación y ejecución del proyecto, tareas con tiempos.</a:t>
            </a:r>
            <a:endParaRPr/>
          </a:p>
          <a:p>
            <a:pPr indent="-304800" lvl="1" marL="990600" rtl="0" algn="just">
              <a:lnSpc>
                <a:spcPct val="90000"/>
              </a:lnSpc>
              <a:spcBef>
                <a:spcPts val="500"/>
              </a:spcBef>
              <a:spcAft>
                <a:spcPts val="0"/>
              </a:spcAft>
              <a:buSzPts val="2400"/>
              <a:buNone/>
            </a:pPr>
            <a:r>
              <a:t/>
            </a:r>
            <a:endParaRPr sz="2400"/>
          </a:p>
          <a:p>
            <a:pPr indent="-457200" lvl="1" marL="990600" rtl="0" algn="just">
              <a:lnSpc>
                <a:spcPct val="90000"/>
              </a:lnSpc>
              <a:spcBef>
                <a:spcPts val="500"/>
              </a:spcBef>
              <a:spcAft>
                <a:spcPts val="0"/>
              </a:spcAft>
              <a:buSzPts val="2400"/>
              <a:buAutoNum type="arabicPeriod" startAt="4"/>
            </a:pPr>
            <a:r>
              <a:rPr b="1" lang="es-ES" sz="2400"/>
              <a:t>Desarrollo iterativo:  </a:t>
            </a:r>
            <a:r>
              <a:rPr lang="es-ES" sz="2400"/>
              <a:t>Se define el desarrollo por iteraciones permitiendo gestionar mejor los cambios y crear productos que satisfagan las necesidades del cliente.</a:t>
            </a:r>
            <a:endParaRPr sz="2400">
              <a:solidFill>
                <a:srgbClr val="9B7103"/>
              </a:solidFill>
            </a:endParaRPr>
          </a:p>
          <a:p>
            <a:pPr indent="-228600" lvl="4" marL="2286000" rtl="0" algn="l">
              <a:lnSpc>
                <a:spcPct val="90000"/>
              </a:lnSpc>
              <a:spcBef>
                <a:spcPts val="500"/>
              </a:spcBef>
              <a:spcAft>
                <a:spcPts val="0"/>
              </a:spcAft>
              <a:buSzPts val="1400"/>
              <a:buNone/>
            </a:pPr>
            <a:r>
              <a:t/>
            </a:r>
            <a:endParaRPr sz="1600">
              <a:latin typeface="Calibri"/>
              <a:ea typeface="Calibri"/>
              <a:cs typeface="Calibri"/>
              <a:sym typeface="Calibri"/>
            </a:endParaRPr>
          </a:p>
        </p:txBody>
      </p:sp>
      <p:pic>
        <p:nvPicPr>
          <p:cNvPr id="646" name="Google Shape;646;p111"/>
          <p:cNvPicPr preferRelativeResize="0"/>
          <p:nvPr/>
        </p:nvPicPr>
        <p:blipFill rotWithShape="1">
          <a:blip r:embed="rId3">
            <a:alphaModFix/>
          </a:blip>
          <a:srcRect b="0" l="0" r="64511" t="0"/>
          <a:stretch/>
        </p:blipFill>
        <p:spPr>
          <a:xfrm>
            <a:off x="7154780" y="1222182"/>
            <a:ext cx="930441" cy="1315035"/>
          </a:xfrm>
          <a:prstGeom prst="rect">
            <a:avLst/>
          </a:prstGeom>
          <a:noFill/>
          <a:ln>
            <a:noFill/>
          </a:ln>
        </p:spPr>
      </p:pic>
      <p:pic>
        <p:nvPicPr>
          <p:cNvPr descr="Resultado de imagen para time boxing" id="647" name="Google Shape;647;p111"/>
          <p:cNvPicPr preferRelativeResize="0"/>
          <p:nvPr/>
        </p:nvPicPr>
        <p:blipFill rotWithShape="1">
          <a:blip r:embed="rId4">
            <a:alphaModFix/>
          </a:blip>
          <a:srcRect b="0" l="0" r="0" t="0"/>
          <a:stretch/>
        </p:blipFill>
        <p:spPr>
          <a:xfrm>
            <a:off x="6930190" y="2931357"/>
            <a:ext cx="1388144" cy="1530850"/>
          </a:xfrm>
          <a:prstGeom prst="rect">
            <a:avLst/>
          </a:prstGeom>
          <a:noFill/>
          <a:ln>
            <a:noFill/>
          </a:ln>
        </p:spPr>
      </p:pic>
      <p:pic>
        <p:nvPicPr>
          <p:cNvPr descr="Resultado de imagen para desarrollo iteratiuvo" id="648" name="Google Shape;648;p111"/>
          <p:cNvPicPr preferRelativeResize="0"/>
          <p:nvPr/>
        </p:nvPicPr>
        <p:blipFill rotWithShape="1">
          <a:blip r:embed="rId5">
            <a:alphaModFix/>
          </a:blip>
          <a:srcRect b="0" l="0" r="0" t="0"/>
          <a:stretch/>
        </p:blipFill>
        <p:spPr>
          <a:xfrm>
            <a:off x="6752590" y="5250488"/>
            <a:ext cx="2003136" cy="1417950"/>
          </a:xfrm>
          <a:prstGeom prst="rect">
            <a:avLst/>
          </a:prstGeom>
          <a:noFill/>
          <a:ln>
            <a:noFill/>
          </a:ln>
        </p:spPr>
      </p:pic>
      <p:sp>
        <p:nvSpPr>
          <p:cNvPr id="649" name="Google Shape;649;p111"/>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Pauta Básicas para Scrum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1350e5ad54e_0_664"/>
          <p:cNvSpPr txBox="1"/>
          <p:nvPr>
            <p:ph idx="1" type="body"/>
          </p:nvPr>
        </p:nvSpPr>
        <p:spPr>
          <a:xfrm>
            <a:off x="184892" y="6869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solidFill>
                  <a:schemeClr val="lt1"/>
                </a:solidFill>
              </a:rPr>
              <a:t>Resumiendo</a:t>
            </a:r>
            <a:endParaRPr>
              <a:solidFill>
                <a:schemeClr val="lt1"/>
              </a:solidFill>
            </a:endParaRPr>
          </a:p>
        </p:txBody>
      </p:sp>
      <p:sp>
        <p:nvSpPr>
          <p:cNvPr id="655" name="Google Shape;655;g1350e5ad54e_0_664"/>
          <p:cNvSpPr txBox="1"/>
          <p:nvPr>
            <p:ph idx="1" type="body"/>
          </p:nvPr>
        </p:nvSpPr>
        <p:spPr>
          <a:xfrm>
            <a:off x="294150" y="1371000"/>
            <a:ext cx="8555700" cy="5137800"/>
          </a:xfrm>
          <a:prstGeom prst="rect">
            <a:avLst/>
          </a:prstGeom>
          <a:noFill/>
          <a:ln>
            <a:noFill/>
          </a:ln>
        </p:spPr>
        <p:txBody>
          <a:bodyPr anchorCtr="0" anchor="t" bIns="45700" lIns="91425" spcFirstLastPara="1" rIns="91425" wrap="square" tIns="45700">
            <a:noAutofit/>
          </a:bodyPr>
          <a:lstStyle/>
          <a:p>
            <a:pPr indent="-393700" lvl="0" marL="457200" marR="0" rtl="0" algn="just">
              <a:lnSpc>
                <a:spcPct val="90000"/>
              </a:lnSpc>
              <a:spcBef>
                <a:spcPts val="1000"/>
              </a:spcBef>
              <a:spcAft>
                <a:spcPts val="0"/>
              </a:spcAft>
              <a:buClr>
                <a:srgbClr val="DE3075"/>
              </a:buClr>
              <a:buSzPts val="2600"/>
              <a:buFont typeface="Franklin Gothic"/>
              <a:buChar char="»"/>
            </a:pPr>
            <a:r>
              <a:rPr b="0" lang="es-ES" sz="2200"/>
              <a:t>Hasta ahora ya sabemos que es SCRUM,  metodología ágil de carácter adaptable, orientado a las personas más que a los procesos.</a:t>
            </a:r>
            <a:endParaRPr b="0" sz="2200"/>
          </a:p>
          <a:p>
            <a:pPr indent="-393700" lvl="0" marL="457200" marR="0" rtl="0" algn="just">
              <a:lnSpc>
                <a:spcPct val="90000"/>
              </a:lnSpc>
              <a:spcBef>
                <a:spcPts val="1000"/>
              </a:spcBef>
              <a:spcAft>
                <a:spcPts val="0"/>
              </a:spcAft>
              <a:buClr>
                <a:srgbClr val="DE3075"/>
              </a:buClr>
              <a:buSzPts val="2600"/>
              <a:buFont typeface="Franklin Gothic"/>
              <a:buChar char="»"/>
            </a:pPr>
            <a:r>
              <a:rPr b="0" lang="es-ES" sz="2200"/>
              <a:t>Su filosofía,  desarrollo temprano de productos terminados con incorporación de funcionalidades de manera incremental que le otorgue valor al negocio.</a:t>
            </a:r>
            <a:endParaRPr b="0" sz="2200"/>
          </a:p>
          <a:p>
            <a:pPr indent="-406400" lvl="0" marL="457200" marR="0" rtl="0" algn="just">
              <a:lnSpc>
                <a:spcPct val="90000"/>
              </a:lnSpc>
              <a:spcBef>
                <a:spcPts val="1000"/>
              </a:spcBef>
              <a:spcAft>
                <a:spcPts val="0"/>
              </a:spcAft>
              <a:buClr>
                <a:srgbClr val="DE3075"/>
              </a:buClr>
              <a:buSzPts val="2800"/>
              <a:buFont typeface="Franklin Gothic"/>
              <a:buChar char="»"/>
            </a:pPr>
            <a:r>
              <a:rPr b="0" lang="es-ES" sz="2200"/>
              <a:t> y cuales son sus principios o pautas básicas,</a:t>
            </a:r>
            <a:r>
              <a:rPr lang="es-ES"/>
              <a:t> </a:t>
            </a:r>
            <a:endParaRPr/>
          </a:p>
        </p:txBody>
      </p:sp>
      <p:pic>
        <p:nvPicPr>
          <p:cNvPr id="656" name="Google Shape;656;g1350e5ad54e_0_664"/>
          <p:cNvPicPr preferRelativeResize="0"/>
          <p:nvPr/>
        </p:nvPicPr>
        <p:blipFill rotWithShape="1">
          <a:blip r:embed="rId3">
            <a:alphaModFix/>
          </a:blip>
          <a:srcRect b="0" l="0" r="0" t="0"/>
          <a:stretch/>
        </p:blipFill>
        <p:spPr>
          <a:xfrm>
            <a:off x="3052988" y="4042612"/>
            <a:ext cx="2597843" cy="26026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1350e5ad54e_0_716"/>
          <p:cNvSpPr txBox="1"/>
          <p:nvPr>
            <p:ph type="title"/>
          </p:nvPr>
        </p:nvSpPr>
        <p:spPr>
          <a:xfrm>
            <a:off x="372684" y="4918114"/>
            <a:ext cx="2751000" cy="858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200"/>
              <a:buNone/>
            </a:pPr>
            <a:r>
              <a:rPr lang="es-ES" sz="3200">
                <a:latin typeface="Calibri"/>
                <a:ea typeface="Calibri"/>
                <a:cs typeface="Calibri"/>
                <a:sym typeface="Calibri"/>
              </a:rPr>
              <a:t>Roles de Scrum</a:t>
            </a:r>
            <a:endParaRPr sz="3200">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13"/>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Para lograr utilizar Scrum, bajo los principios definidos, es necesario que las personas cumplan determinados roles de manera de lograr la finalidad de la metodología: desarrollar de forma ágil.</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Los roles centrales son los roles esenciales que deben ser considerados en todo proyecto Scrum, la premisa es que las personas están comprometidas con el proyecto y son las responsables del éxito de cada etapa del mismo.</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Los Roles Centrales son:</a:t>
            </a:r>
            <a:endParaRPr/>
          </a:p>
          <a:p>
            <a:pPr indent="-381000" lvl="1" marL="914400" rtl="0" algn="l">
              <a:lnSpc>
                <a:spcPct val="90000"/>
              </a:lnSpc>
              <a:spcBef>
                <a:spcPts val="500"/>
              </a:spcBef>
              <a:spcAft>
                <a:spcPts val="0"/>
              </a:spcAft>
              <a:buSzPts val="2400"/>
              <a:buChar char="•"/>
            </a:pPr>
            <a:r>
              <a:rPr lang="es-ES" sz="2800"/>
              <a:t>Product Owner</a:t>
            </a:r>
            <a:endParaRPr sz="2800"/>
          </a:p>
          <a:p>
            <a:pPr indent="-381000" lvl="1" marL="914400" rtl="0" algn="l">
              <a:lnSpc>
                <a:spcPct val="90000"/>
              </a:lnSpc>
              <a:spcBef>
                <a:spcPts val="500"/>
              </a:spcBef>
              <a:spcAft>
                <a:spcPts val="0"/>
              </a:spcAft>
              <a:buSzPts val="2400"/>
              <a:buChar char="•"/>
            </a:pPr>
            <a:r>
              <a:rPr lang="es-ES" sz="2800"/>
              <a:t>Scrum Master</a:t>
            </a:r>
            <a:endParaRPr/>
          </a:p>
          <a:p>
            <a:pPr indent="-381000" lvl="1" marL="914400" rtl="0" algn="l">
              <a:lnSpc>
                <a:spcPct val="90000"/>
              </a:lnSpc>
              <a:spcBef>
                <a:spcPts val="500"/>
              </a:spcBef>
              <a:spcAft>
                <a:spcPts val="0"/>
              </a:spcAft>
              <a:buSzPts val="2400"/>
              <a:buChar char="•"/>
            </a:pPr>
            <a:r>
              <a:rPr lang="es-ES" sz="2800"/>
              <a:t>Equipo Team Scrum</a:t>
            </a:r>
            <a:endParaRPr sz="2800"/>
          </a:p>
          <a:p>
            <a:pPr indent="-228600" lvl="0" marL="457200" marR="0" rtl="0" algn="l">
              <a:lnSpc>
                <a:spcPct val="90000"/>
              </a:lnSpc>
              <a:spcBef>
                <a:spcPts val="1000"/>
              </a:spcBef>
              <a:spcAft>
                <a:spcPts val="0"/>
              </a:spcAft>
              <a:buClr>
                <a:srgbClr val="DE3075"/>
              </a:buClr>
              <a:buSzPts val="2800"/>
              <a:buFont typeface="Franklin Gothic"/>
              <a:buNone/>
            </a:pPr>
            <a:r>
              <a:t/>
            </a:r>
            <a:endParaRPr/>
          </a:p>
        </p:txBody>
      </p:sp>
      <p:sp>
        <p:nvSpPr>
          <p:cNvPr id="667" name="Google Shape;667;p113"/>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Roles Centrales</a:t>
            </a:r>
            <a:endParaRPr sz="3200">
              <a:solidFill>
                <a:schemeClr val="lt1"/>
              </a:solidFill>
            </a:endParaRPr>
          </a:p>
        </p:txBody>
      </p:sp>
      <p:pic>
        <p:nvPicPr>
          <p:cNvPr descr="Imagen relacionada" id="668" name="Google Shape;668;p113"/>
          <p:cNvPicPr preferRelativeResize="0"/>
          <p:nvPr/>
        </p:nvPicPr>
        <p:blipFill rotWithShape="1">
          <a:blip r:embed="rId3">
            <a:alphaModFix/>
          </a:blip>
          <a:srcRect b="0" l="0" r="0" t="0"/>
          <a:stretch/>
        </p:blipFill>
        <p:spPr>
          <a:xfrm>
            <a:off x="4998620" y="4411579"/>
            <a:ext cx="3977874" cy="198893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14"/>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Es la persona responsable de lograr el máximo valor del cliente para el proyecto. </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Es el nexo con las necesidades del cliente, representa la voz del cliente.</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Debe tener un profundo entendimiento del negocio. </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Es el responsable de asegurar que el equipo genere valor y una clara comunicación sobre funcionalidades del producto. </a:t>
            </a:r>
            <a:endParaRPr/>
          </a:p>
          <a:p>
            <a:pPr indent="-228600" lvl="0" marL="457200" marR="0" rtl="0" algn="l">
              <a:lnSpc>
                <a:spcPct val="90000"/>
              </a:lnSpc>
              <a:spcBef>
                <a:spcPts val="1000"/>
              </a:spcBef>
              <a:spcAft>
                <a:spcPts val="0"/>
              </a:spcAft>
              <a:buClr>
                <a:srgbClr val="DE3075"/>
              </a:buClr>
              <a:buSzPts val="2800"/>
              <a:buFont typeface="Franklin Gothic"/>
              <a:buNone/>
            </a:pPr>
            <a:r>
              <a:t/>
            </a:r>
            <a:endParaRPr/>
          </a:p>
          <a:p>
            <a:pPr indent="-228600" lvl="0" marL="457200" marR="0" rtl="0" algn="l">
              <a:lnSpc>
                <a:spcPct val="90000"/>
              </a:lnSpc>
              <a:spcBef>
                <a:spcPts val="1000"/>
              </a:spcBef>
              <a:spcAft>
                <a:spcPts val="0"/>
              </a:spcAft>
              <a:buClr>
                <a:srgbClr val="DE3075"/>
              </a:buClr>
              <a:buSzPts val="2800"/>
              <a:buFont typeface="Franklin Gothic"/>
              <a:buNone/>
            </a:pPr>
            <a:r>
              <a:t/>
            </a:r>
            <a:endParaRPr/>
          </a:p>
        </p:txBody>
      </p:sp>
      <p:sp>
        <p:nvSpPr>
          <p:cNvPr id="674" name="Google Shape;674;p114"/>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Product Owner</a:t>
            </a:r>
            <a:endParaRPr sz="3200">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g1350e5ad54e_0_668"/>
          <p:cNvSpPr txBox="1"/>
          <p:nvPr>
            <p:ph idx="1" type="body"/>
          </p:nvPr>
        </p:nvSpPr>
        <p:spPr>
          <a:xfrm>
            <a:off x="294150" y="1599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Este rol es un facilitador.</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Asegura que el Equipo Scrum cuente con un ambiente propicio para completar el proyecto con éxito. </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Es un guía que facilita y enseña las prácticas de Scrum a todos los involucrados en el proyecto.</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Eliminar los obstáculos que puedan impedir que el equipo alcance  sus objetivos.</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El Scrum Master es un garante del cumplimiento de la metodología SCRUM.</a:t>
            </a:r>
            <a:endParaRPr/>
          </a:p>
        </p:txBody>
      </p:sp>
      <p:sp>
        <p:nvSpPr>
          <p:cNvPr id="680" name="Google Shape;680;g1350e5ad54e_0_668"/>
          <p:cNvSpPr txBox="1"/>
          <p:nvPr>
            <p:ph idx="4294967295" type="title"/>
          </p:nvPr>
        </p:nvSpPr>
        <p:spPr>
          <a:xfrm>
            <a:off x="87300" y="441325"/>
            <a:ext cx="21819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200">
                <a:solidFill>
                  <a:schemeClr val="lt1"/>
                </a:solidFill>
              </a:rPr>
              <a:t>Scrum Master</a:t>
            </a:r>
            <a:endParaRPr sz="2200">
              <a:solidFill>
                <a:schemeClr val="l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16"/>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El </a:t>
            </a:r>
            <a:r>
              <a:rPr b="1" lang="es-ES"/>
              <a:t>Equipo Scrum </a:t>
            </a:r>
            <a:r>
              <a:rPr lang="es-ES"/>
              <a:t>es el grupo o equipo de personas responsables de entender los requisitos especificados por el Product Owner y de crear los entregables del proyecto.</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Este equipo debe seguir los principios de Scrum y todos deben estar comprometidos con los objetivos.</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Los integrantes deben tener la capacidad de autogestión y autoaprendizaje, trabajando de manera colaborativa.</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Lo ideal es que esté conformado por personas que sean expertos al menos en un área y manejen otras áreas de manera general.</a:t>
            </a:r>
            <a:endParaRPr/>
          </a:p>
          <a:p>
            <a:pPr indent="-228600" lvl="0" marL="457200" marR="0" rtl="0" algn="l">
              <a:lnSpc>
                <a:spcPct val="90000"/>
              </a:lnSpc>
              <a:spcBef>
                <a:spcPts val="1000"/>
              </a:spcBef>
              <a:spcAft>
                <a:spcPts val="0"/>
              </a:spcAft>
              <a:buClr>
                <a:srgbClr val="DE3075"/>
              </a:buClr>
              <a:buSzPts val="2800"/>
              <a:buFont typeface="Franklin Gothic"/>
              <a:buNone/>
            </a:pPr>
            <a:r>
              <a:t/>
            </a:r>
            <a:endParaRPr/>
          </a:p>
        </p:txBody>
      </p:sp>
      <p:sp>
        <p:nvSpPr>
          <p:cNvPr id="686" name="Google Shape;686;p116"/>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Team Scrum</a:t>
            </a:r>
            <a:endParaRPr sz="3200">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17"/>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Son roles no necesariamente obligatorios para un proyecto Scrum.</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Generalmente se considera a los stakeholders o interesados en el proyecto. </a:t>
            </a:r>
            <a:endParaRPr/>
          </a:p>
          <a:p>
            <a:pPr indent="-381000" lvl="1" marL="914400" rtl="0" algn="l">
              <a:lnSpc>
                <a:spcPct val="90000"/>
              </a:lnSpc>
              <a:spcBef>
                <a:spcPts val="500"/>
              </a:spcBef>
              <a:spcAft>
                <a:spcPts val="0"/>
              </a:spcAft>
              <a:buSzPts val="2400"/>
              <a:buChar char="•"/>
            </a:pPr>
            <a:r>
              <a:rPr lang="es-ES"/>
              <a:t>Cliente</a:t>
            </a:r>
            <a:endParaRPr/>
          </a:p>
          <a:p>
            <a:pPr indent="-381000" lvl="1" marL="914400" rtl="0" algn="l">
              <a:lnSpc>
                <a:spcPct val="90000"/>
              </a:lnSpc>
              <a:spcBef>
                <a:spcPts val="500"/>
              </a:spcBef>
              <a:spcAft>
                <a:spcPts val="0"/>
              </a:spcAft>
              <a:buSzPts val="2400"/>
              <a:buChar char="•"/>
            </a:pPr>
            <a:r>
              <a:rPr lang="es-ES"/>
              <a:t>Usuarios</a:t>
            </a:r>
            <a:endParaRPr/>
          </a:p>
          <a:p>
            <a:pPr indent="-381000" lvl="1" marL="914400" rtl="0" algn="l">
              <a:lnSpc>
                <a:spcPct val="90000"/>
              </a:lnSpc>
              <a:spcBef>
                <a:spcPts val="500"/>
              </a:spcBef>
              <a:spcAft>
                <a:spcPts val="0"/>
              </a:spcAft>
              <a:buSzPts val="2400"/>
              <a:buChar char="•"/>
            </a:pPr>
            <a:r>
              <a:rPr lang="es-ES"/>
              <a:t>Sponsor</a:t>
            </a:r>
            <a:endParaRPr/>
          </a:p>
          <a:p>
            <a:pPr indent="-381000" lvl="1" marL="914400" rtl="0" algn="l">
              <a:lnSpc>
                <a:spcPct val="90000"/>
              </a:lnSpc>
              <a:spcBef>
                <a:spcPts val="500"/>
              </a:spcBef>
              <a:spcAft>
                <a:spcPts val="0"/>
              </a:spcAft>
              <a:buSzPts val="2400"/>
              <a:buChar char="•"/>
            </a:pPr>
            <a:r>
              <a:rPr lang="es-ES"/>
              <a:t>Otros afectados</a:t>
            </a:r>
            <a:endParaRPr/>
          </a:p>
          <a:p>
            <a:pPr indent="-381000" lvl="1" marL="914400" rtl="0" algn="l">
              <a:lnSpc>
                <a:spcPct val="90000"/>
              </a:lnSpc>
              <a:spcBef>
                <a:spcPts val="500"/>
              </a:spcBef>
              <a:spcAft>
                <a:spcPts val="0"/>
              </a:spcAft>
              <a:buSzPts val="2400"/>
              <a:buChar char="•"/>
            </a:pPr>
            <a:r>
              <a:rPr lang="es-ES"/>
              <a:t>Proveedores</a:t>
            </a:r>
            <a:endParaRPr/>
          </a:p>
          <a:p>
            <a:pPr indent="-381000" lvl="1" marL="914400" rtl="0" algn="l">
              <a:lnSpc>
                <a:spcPct val="90000"/>
              </a:lnSpc>
              <a:spcBef>
                <a:spcPts val="500"/>
              </a:spcBef>
              <a:spcAft>
                <a:spcPts val="0"/>
              </a:spcAft>
              <a:buSzPts val="2400"/>
              <a:buChar char="•"/>
            </a:pPr>
            <a:r>
              <a:rPr lang="es-ES"/>
              <a:t>Asesores de Scrum (SGB)</a:t>
            </a:r>
            <a:endParaRPr/>
          </a:p>
          <a:p>
            <a:pPr indent="-228600" lvl="0" marL="457200" marR="0" rtl="0" algn="l">
              <a:lnSpc>
                <a:spcPct val="90000"/>
              </a:lnSpc>
              <a:spcBef>
                <a:spcPts val="1000"/>
              </a:spcBef>
              <a:spcAft>
                <a:spcPts val="0"/>
              </a:spcAft>
              <a:buClr>
                <a:srgbClr val="DE3075"/>
              </a:buClr>
              <a:buSzPts val="2800"/>
              <a:buFont typeface="Franklin Gothic"/>
              <a:buNone/>
            </a:pPr>
            <a:r>
              <a:t/>
            </a:r>
            <a:endParaRPr/>
          </a:p>
        </p:txBody>
      </p:sp>
      <p:sp>
        <p:nvSpPr>
          <p:cNvPr id="692" name="Google Shape;692;p117"/>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Roles no Centrales</a:t>
            </a:r>
            <a:endParaRPr sz="3200">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grpSp>
        <p:nvGrpSpPr>
          <p:cNvPr id="697" name="Google Shape;697;g1350e5ad54e_0_672"/>
          <p:cNvGrpSpPr/>
          <p:nvPr/>
        </p:nvGrpSpPr>
        <p:grpSpPr>
          <a:xfrm>
            <a:off x="433139" y="1295227"/>
            <a:ext cx="8277722" cy="5137044"/>
            <a:chOff x="138989" y="427"/>
            <a:chExt cx="8277722" cy="5137044"/>
          </a:xfrm>
        </p:grpSpPr>
        <p:sp>
          <p:nvSpPr>
            <p:cNvPr id="698" name="Google Shape;698;g1350e5ad54e_0_672"/>
            <p:cNvSpPr/>
            <p:nvPr/>
          </p:nvSpPr>
          <p:spPr>
            <a:xfrm rot="5400000">
              <a:off x="4560661" y="-2374352"/>
              <a:ext cx="1316700" cy="6395400"/>
            </a:xfrm>
            <a:prstGeom prst="round2SameRect">
              <a:avLst>
                <a:gd fmla="val 16667" name="adj1"/>
                <a:gd fmla="val 0" name="adj2"/>
              </a:avLst>
            </a:prstGeom>
            <a:gradFill>
              <a:gsLst>
                <a:gs pos="0">
                  <a:srgbClr val="85D9FF"/>
                </a:gs>
                <a:gs pos="35000">
                  <a:srgbClr val="ABE1FF"/>
                </a:gs>
                <a:gs pos="100000">
                  <a:srgbClr val="DCF5FF"/>
                </a:gs>
              </a:gsLst>
              <a:lin ang="16200038" scaled="0"/>
            </a:gradFill>
            <a:ln cap="flat" cmpd="sng" w="9525">
              <a:solidFill>
                <a:srgbClr val="009EDD"/>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g1350e5ad54e_0_672"/>
            <p:cNvSpPr txBox="1"/>
            <p:nvPr/>
          </p:nvSpPr>
          <p:spPr>
            <a:xfrm>
              <a:off x="2021209" y="229266"/>
              <a:ext cx="6331200" cy="1188000"/>
            </a:xfrm>
            <a:prstGeom prst="rect">
              <a:avLst/>
            </a:prstGeom>
            <a:noFill/>
            <a:ln>
              <a:noFill/>
            </a:ln>
          </p:spPr>
          <p:txBody>
            <a:bodyPr anchorCtr="0" anchor="ctr" bIns="123825" lIns="247650" spcFirstLastPara="1" rIns="247650" wrap="square" tIns="123825">
              <a:noAutofit/>
            </a:bodyPr>
            <a:lstStyle/>
            <a:p>
              <a:pPr indent="-114300" lvl="1" marL="114300" marR="0" rtl="0" algn="l">
                <a:lnSpc>
                  <a:spcPct val="90000"/>
                </a:lnSpc>
                <a:spcBef>
                  <a:spcPts val="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Asegurar que los miembros del equipo estén cumpliendo correctamente los procesos de Scrum</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Asegurar que el desarrollo avance sin contratiempos y que el team cuente con las herramientas necesarias para realizar el trabajo</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Supervisar la reunión de planificación del lanzamiento y programar otras reuniones</a:t>
              </a:r>
              <a:endParaRPr b="0" i="0" sz="1400" u="none" cap="none" strike="noStrike">
                <a:solidFill>
                  <a:srgbClr val="000000"/>
                </a:solidFill>
                <a:latin typeface="Arial"/>
                <a:ea typeface="Arial"/>
                <a:cs typeface="Arial"/>
                <a:sym typeface="Arial"/>
              </a:endParaRPr>
            </a:p>
          </p:txBody>
        </p:sp>
        <p:sp>
          <p:nvSpPr>
            <p:cNvPr id="700" name="Google Shape;700;g1350e5ad54e_0_672"/>
            <p:cNvSpPr/>
            <p:nvPr/>
          </p:nvSpPr>
          <p:spPr>
            <a:xfrm>
              <a:off x="138989" y="427"/>
              <a:ext cx="1882200" cy="1645800"/>
            </a:xfrm>
            <a:prstGeom prst="roundRect">
              <a:avLst>
                <a:gd fmla="val 16667" name="adj"/>
              </a:avLst>
            </a:prstGeom>
            <a:solidFill>
              <a:schemeClr val="accent4"/>
            </a:solidFill>
            <a:ln cap="flat" cmpd="sng" w="25400">
              <a:solidFill>
                <a:srgbClr val="0074A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1350e5ad54e_0_672"/>
            <p:cNvSpPr txBox="1"/>
            <p:nvPr/>
          </p:nvSpPr>
          <p:spPr>
            <a:xfrm>
              <a:off x="219326" y="80764"/>
              <a:ext cx="1721400" cy="1485000"/>
            </a:xfrm>
            <a:prstGeom prst="rect">
              <a:avLst/>
            </a:prstGeom>
            <a:noFill/>
            <a:ln>
              <a:noFill/>
            </a:ln>
          </p:spPr>
          <p:txBody>
            <a:bodyPr anchorCtr="0" anchor="ctr" bIns="38100" lIns="76200" spcFirstLastPara="1" rIns="76200" wrap="square" tIns="38100">
              <a:noAutofit/>
            </a:bodyPr>
            <a:lstStyle/>
            <a:p>
              <a:pPr indent="0" lvl="0" marL="0" marR="0" rtl="0" algn="ctr">
                <a:lnSpc>
                  <a:spcPct val="90000"/>
                </a:lnSpc>
                <a:spcBef>
                  <a:spcPts val="0"/>
                </a:spcBef>
                <a:spcAft>
                  <a:spcPts val="0"/>
                </a:spcAft>
                <a:buClr>
                  <a:srgbClr val="000000"/>
                </a:buClr>
                <a:buSzPts val="2000"/>
                <a:buFont typeface="Arial"/>
                <a:buNone/>
              </a:pPr>
              <a:r>
                <a:rPr b="0" i="0" lang="es-ES" sz="2000" u="none" cap="none" strike="noStrike">
                  <a:solidFill>
                    <a:schemeClr val="lt1"/>
                  </a:solidFill>
                  <a:latin typeface="Arial"/>
                  <a:ea typeface="Arial"/>
                  <a:cs typeface="Arial"/>
                  <a:sym typeface="Arial"/>
                </a:rPr>
                <a:t>Scrum Master</a:t>
              </a:r>
              <a:endParaRPr b="0" i="0" sz="2000" u="none" cap="none" strike="noStrike">
                <a:solidFill>
                  <a:schemeClr val="lt1"/>
                </a:solidFill>
                <a:latin typeface="Arial"/>
                <a:ea typeface="Arial"/>
                <a:cs typeface="Arial"/>
                <a:sym typeface="Arial"/>
              </a:endParaRPr>
            </a:p>
          </p:txBody>
        </p:sp>
        <p:sp>
          <p:nvSpPr>
            <p:cNvPr id="702" name="Google Shape;702;g1350e5ad54e_0_672"/>
            <p:cNvSpPr/>
            <p:nvPr/>
          </p:nvSpPr>
          <p:spPr>
            <a:xfrm rot="5400000">
              <a:off x="4373476" y="-625836"/>
              <a:ext cx="1680900" cy="6389400"/>
            </a:xfrm>
            <a:prstGeom prst="round2SameRect">
              <a:avLst>
                <a:gd fmla="val 16667" name="adj1"/>
                <a:gd fmla="val 0" name="adj2"/>
              </a:avLst>
            </a:prstGeom>
            <a:gradFill>
              <a:gsLst>
                <a:gs pos="0">
                  <a:srgbClr val="FF9F7B"/>
                </a:gs>
                <a:gs pos="35000">
                  <a:srgbClr val="FFBBA3"/>
                </a:gs>
                <a:gs pos="100000">
                  <a:srgbClr val="FFE2D7"/>
                </a:gs>
              </a:gsLst>
              <a:lin ang="16200038" scaled="0"/>
            </a:gradFill>
            <a:ln cap="flat" cmpd="sng" w="9525">
              <a:solidFill>
                <a:srgbClr val="F96F24"/>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g1350e5ad54e_0_672"/>
            <p:cNvSpPr txBox="1"/>
            <p:nvPr/>
          </p:nvSpPr>
          <p:spPr>
            <a:xfrm>
              <a:off x="2019370" y="1810472"/>
              <a:ext cx="6307200" cy="1516800"/>
            </a:xfrm>
            <a:prstGeom prst="rect">
              <a:avLst/>
            </a:prstGeom>
            <a:noFill/>
            <a:ln>
              <a:noFill/>
            </a:ln>
          </p:spPr>
          <p:txBody>
            <a:bodyPr anchorCtr="0" anchor="ctr" bIns="123825" lIns="247650" spcFirstLastPara="1" rIns="247650" wrap="square" tIns="123825">
              <a:noAutofit/>
            </a:bodyPr>
            <a:lstStyle/>
            <a:p>
              <a:pPr indent="-114300" lvl="1" marL="114300" marR="0" rtl="0" algn="l">
                <a:lnSpc>
                  <a:spcPct val="90000"/>
                </a:lnSpc>
                <a:spcBef>
                  <a:spcPts val="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Elaborar requerimientos generales iniciales e iniciar el proyecto.</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Definir las personas idóneas en los roles de Scrum Master y Team.</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Proveer los recursos económicos iníciales y constantes para el proyecto</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Determinar la visión del producto</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Evaluar la viabilidad y asegurar las entregas</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Asegurar la transparencia y claridad de los elementos del Backlog Priorizado</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Decidir el contenido mínimo que se puede presentar</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Proporcionar criterios de aceptación de las historias de usuario de un sprint.</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Inspeccionar los entregables y decidir la duración del sprint</a:t>
              </a:r>
              <a:endParaRPr b="0" i="0" sz="1400" u="none" cap="none" strike="noStrike">
                <a:solidFill>
                  <a:srgbClr val="000000"/>
                </a:solidFill>
                <a:latin typeface="Arial"/>
                <a:ea typeface="Arial"/>
                <a:cs typeface="Arial"/>
                <a:sym typeface="Arial"/>
              </a:endParaRPr>
            </a:p>
          </p:txBody>
        </p:sp>
        <p:sp>
          <p:nvSpPr>
            <p:cNvPr id="704" name="Google Shape;704;g1350e5ad54e_0_672"/>
            <p:cNvSpPr/>
            <p:nvPr/>
          </p:nvSpPr>
          <p:spPr>
            <a:xfrm>
              <a:off x="138989" y="1746049"/>
              <a:ext cx="1880400" cy="1645800"/>
            </a:xfrm>
            <a:prstGeom prst="roundRect">
              <a:avLst>
                <a:gd fmla="val 16667" name="adj"/>
              </a:avLst>
            </a:prstGeom>
            <a:solidFill>
              <a:schemeClr val="accent5"/>
            </a:solidFill>
            <a:ln cap="flat" cmpd="sng" w="25400">
              <a:solidFill>
                <a:srgbClr val="B654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g1350e5ad54e_0_672"/>
            <p:cNvSpPr txBox="1"/>
            <p:nvPr/>
          </p:nvSpPr>
          <p:spPr>
            <a:xfrm>
              <a:off x="219326" y="1826386"/>
              <a:ext cx="1719600" cy="1485000"/>
            </a:xfrm>
            <a:prstGeom prst="rect">
              <a:avLst/>
            </a:prstGeom>
            <a:noFill/>
            <a:ln>
              <a:noFill/>
            </a:ln>
          </p:spPr>
          <p:txBody>
            <a:bodyPr anchorCtr="0" anchor="ctr" bIns="38100" lIns="76200" spcFirstLastPara="1" rIns="76200" wrap="square" tIns="38100">
              <a:noAutofit/>
            </a:bodyPr>
            <a:lstStyle/>
            <a:p>
              <a:pPr indent="0" lvl="0" marL="0" marR="0" rtl="0" algn="ctr">
                <a:lnSpc>
                  <a:spcPct val="90000"/>
                </a:lnSpc>
                <a:spcBef>
                  <a:spcPts val="0"/>
                </a:spcBef>
                <a:spcAft>
                  <a:spcPts val="0"/>
                </a:spcAft>
                <a:buClr>
                  <a:srgbClr val="000000"/>
                </a:buClr>
                <a:buSzPts val="2000"/>
                <a:buFont typeface="Arial"/>
                <a:buNone/>
              </a:pPr>
              <a:r>
                <a:rPr b="0" i="0" lang="es-ES" sz="2000" u="none" cap="none" strike="noStrike">
                  <a:solidFill>
                    <a:schemeClr val="lt1"/>
                  </a:solidFill>
                  <a:latin typeface="Arial"/>
                  <a:ea typeface="Arial"/>
                  <a:cs typeface="Arial"/>
                  <a:sym typeface="Arial"/>
                </a:rPr>
                <a:t>Product Owner</a:t>
              </a:r>
              <a:endParaRPr b="0" i="0" sz="2000" u="none" cap="none" strike="noStrike">
                <a:solidFill>
                  <a:schemeClr val="lt1"/>
                </a:solidFill>
                <a:latin typeface="Arial"/>
                <a:ea typeface="Arial"/>
                <a:cs typeface="Arial"/>
                <a:sym typeface="Arial"/>
              </a:endParaRPr>
            </a:p>
          </p:txBody>
        </p:sp>
        <p:sp>
          <p:nvSpPr>
            <p:cNvPr id="706" name="Google Shape;706;g1350e5ad54e_0_672"/>
            <p:cNvSpPr/>
            <p:nvPr/>
          </p:nvSpPr>
          <p:spPr>
            <a:xfrm rot="5400000">
              <a:off x="4560661" y="1116890"/>
              <a:ext cx="1316700" cy="6395400"/>
            </a:xfrm>
            <a:prstGeom prst="round2SameRect">
              <a:avLst>
                <a:gd fmla="val 16667" name="adj1"/>
                <a:gd fmla="val 0" name="adj2"/>
              </a:avLst>
            </a:prstGeom>
            <a:gradFill>
              <a:gsLst>
                <a:gs pos="0">
                  <a:srgbClr val="CCA9DF"/>
                </a:gs>
                <a:gs pos="35000">
                  <a:srgbClr val="DAC4E6"/>
                </a:gs>
                <a:gs pos="100000">
                  <a:srgbClr val="F2E8F6"/>
                </a:gs>
              </a:gsLst>
              <a:lin ang="16200038" scaled="0"/>
            </a:gradFill>
            <a:ln cap="flat" cmpd="sng" w="9525">
              <a:solidFill>
                <a:srgbClr val="6E2383"/>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g1350e5ad54e_0_672"/>
            <p:cNvSpPr txBox="1"/>
            <p:nvPr/>
          </p:nvSpPr>
          <p:spPr>
            <a:xfrm>
              <a:off x="2021209" y="3720510"/>
              <a:ext cx="6331200" cy="1188000"/>
            </a:xfrm>
            <a:prstGeom prst="rect">
              <a:avLst/>
            </a:prstGeom>
            <a:noFill/>
            <a:ln>
              <a:noFill/>
            </a:ln>
          </p:spPr>
          <p:txBody>
            <a:bodyPr anchorCtr="0" anchor="ctr" bIns="123825" lIns="247650" spcFirstLastPara="1" rIns="247650" wrap="square" tIns="123825">
              <a:noAutofit/>
            </a:bodyPr>
            <a:lstStyle/>
            <a:p>
              <a:pPr indent="-114300" lvl="1" marL="114300" marR="0" rtl="0" algn="l">
                <a:lnSpc>
                  <a:spcPct val="90000"/>
                </a:lnSpc>
                <a:spcBef>
                  <a:spcPts val="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Poseer la responsabilidad colectiva y garantiza que los entregables del proyecto sean elaborados según los requerimientos.</a:t>
              </a:r>
              <a:endParaRPr b="0" i="0" sz="14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Char char="•"/>
              </a:pPr>
              <a:r>
                <a:rPr b="0" i="0" lang="es-ES" sz="1200" u="none" cap="none" strike="noStrike">
                  <a:solidFill>
                    <a:schemeClr val="dk1"/>
                  </a:solidFill>
                  <a:latin typeface="Arial"/>
                  <a:ea typeface="Arial"/>
                  <a:cs typeface="Arial"/>
                  <a:sym typeface="Arial"/>
                </a:rPr>
                <a:t>Asegurar al Product Owner y el Scrum Master que el trabajo asignado se está llevando a cabo según el plan</a:t>
              </a:r>
              <a:endParaRPr b="0" i="0" sz="1400" u="none" cap="none" strike="noStrike">
                <a:solidFill>
                  <a:srgbClr val="000000"/>
                </a:solidFill>
                <a:latin typeface="Arial"/>
                <a:ea typeface="Arial"/>
                <a:cs typeface="Arial"/>
                <a:sym typeface="Arial"/>
              </a:endParaRPr>
            </a:p>
          </p:txBody>
        </p:sp>
        <p:sp>
          <p:nvSpPr>
            <p:cNvPr id="708" name="Google Shape;708;g1350e5ad54e_0_672"/>
            <p:cNvSpPr/>
            <p:nvPr/>
          </p:nvSpPr>
          <p:spPr>
            <a:xfrm>
              <a:off x="138989" y="3491671"/>
              <a:ext cx="1882200" cy="1645800"/>
            </a:xfrm>
            <a:prstGeom prst="roundRect">
              <a:avLst>
                <a:gd fmla="val 16667" name="adj"/>
              </a:avLst>
            </a:prstGeom>
            <a:solidFill>
              <a:schemeClr val="accent2"/>
            </a:solidFill>
            <a:ln cap="flat" cmpd="sng" w="25400">
              <a:solidFill>
                <a:srgbClr val="511C6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g1350e5ad54e_0_672"/>
            <p:cNvSpPr txBox="1"/>
            <p:nvPr/>
          </p:nvSpPr>
          <p:spPr>
            <a:xfrm>
              <a:off x="219326" y="3572008"/>
              <a:ext cx="1721400" cy="1485000"/>
            </a:xfrm>
            <a:prstGeom prst="rect">
              <a:avLst/>
            </a:prstGeom>
            <a:noFill/>
            <a:ln>
              <a:noFill/>
            </a:ln>
          </p:spPr>
          <p:txBody>
            <a:bodyPr anchorCtr="0" anchor="ctr" bIns="38100" lIns="76200" spcFirstLastPara="1" rIns="76200" wrap="square" tIns="38100">
              <a:noAutofit/>
            </a:bodyPr>
            <a:lstStyle/>
            <a:p>
              <a:pPr indent="0" lvl="0" marL="0" marR="0" rtl="0" algn="ctr">
                <a:lnSpc>
                  <a:spcPct val="90000"/>
                </a:lnSpc>
                <a:spcBef>
                  <a:spcPts val="0"/>
                </a:spcBef>
                <a:spcAft>
                  <a:spcPts val="0"/>
                </a:spcAft>
                <a:buClr>
                  <a:srgbClr val="000000"/>
                </a:buClr>
                <a:buSzPts val="2000"/>
                <a:buFont typeface="Arial"/>
                <a:buNone/>
              </a:pPr>
              <a:r>
                <a:rPr b="0" i="0" lang="es-ES" sz="2000" u="none" cap="none" strike="noStrike">
                  <a:solidFill>
                    <a:schemeClr val="lt1"/>
                  </a:solidFill>
                  <a:latin typeface="Arial"/>
                  <a:ea typeface="Arial"/>
                  <a:cs typeface="Arial"/>
                  <a:sym typeface="Arial"/>
                </a:rPr>
                <a:t>Team Scrum</a:t>
              </a:r>
              <a:endParaRPr b="0" i="0" sz="2000" u="none" cap="none" strike="noStrike">
                <a:solidFill>
                  <a:schemeClr val="lt1"/>
                </a:solidFill>
                <a:latin typeface="Arial"/>
                <a:ea typeface="Arial"/>
                <a:cs typeface="Arial"/>
                <a:sym typeface="Arial"/>
              </a:endParaRPr>
            </a:p>
          </p:txBody>
        </p:sp>
      </p:grpSp>
      <p:sp>
        <p:nvSpPr>
          <p:cNvPr id="710" name="Google Shape;710;g1350e5ad54e_0_672"/>
          <p:cNvSpPr txBox="1"/>
          <p:nvPr>
            <p:ph idx="4294967295" type="title"/>
          </p:nvPr>
        </p:nvSpPr>
        <p:spPr>
          <a:xfrm>
            <a:off x="11099" y="441325"/>
            <a:ext cx="42882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1800">
                <a:solidFill>
                  <a:schemeClr val="lt1"/>
                </a:solidFill>
              </a:rPr>
              <a:t>Responsabilidades</a:t>
            </a:r>
            <a:endParaRPr sz="1800">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19"/>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Para grandes proyectos, será necesario definir más de un equipo de Scrum, pasando a conformar equipos por áreas o por módulos de un macro sistema.</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Se requiere la coordinación de los equipos con el objeto de obtener el máximo rendimiento y evitar la duplicidad de trabajo, ya que los equipos deberán en algún momento integrar su producto con otros equipos.</a:t>
            </a:r>
            <a:endParaRPr/>
          </a:p>
        </p:txBody>
      </p:sp>
      <p:sp>
        <p:nvSpPr>
          <p:cNvPr id="716" name="Google Shape;716;p119"/>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Scrum de Scrum</a:t>
            </a:r>
            <a:endParaRPr sz="3200">
              <a:solidFill>
                <a:schemeClr val="lt1"/>
              </a:solidFill>
            </a:endParaRPr>
          </a:p>
        </p:txBody>
      </p:sp>
      <p:pic>
        <p:nvPicPr>
          <p:cNvPr descr="Resultado de imagen para scrum de scrum" id="717" name="Google Shape;717;p119"/>
          <p:cNvPicPr preferRelativeResize="0"/>
          <p:nvPr/>
        </p:nvPicPr>
        <p:blipFill rotWithShape="1">
          <a:blip r:embed="rId3">
            <a:alphaModFix/>
          </a:blip>
          <a:srcRect b="0" l="0" r="0" t="0"/>
          <a:stretch/>
        </p:blipFill>
        <p:spPr>
          <a:xfrm>
            <a:off x="2109216" y="4028342"/>
            <a:ext cx="4925568" cy="252093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1350e5ad54e_0_720"/>
          <p:cNvSpPr txBox="1"/>
          <p:nvPr>
            <p:ph type="title"/>
          </p:nvPr>
        </p:nvSpPr>
        <p:spPr>
          <a:xfrm>
            <a:off x="372684" y="4537114"/>
            <a:ext cx="2751000" cy="1745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200"/>
              <a:buNone/>
            </a:pPr>
            <a:r>
              <a:rPr lang="es-ES" sz="3200">
                <a:latin typeface="Calibri"/>
                <a:ea typeface="Calibri"/>
                <a:cs typeface="Calibri"/>
                <a:sym typeface="Calibri"/>
              </a:rPr>
              <a:t>Fases y procesos en </a:t>
            </a:r>
            <a:r>
              <a:rPr lang="es-ES" sz="3200">
                <a:latin typeface="Calibri"/>
                <a:ea typeface="Calibri"/>
                <a:cs typeface="Calibri"/>
                <a:sym typeface="Calibri"/>
              </a:rPr>
              <a:t>Scrum</a:t>
            </a:r>
            <a:endParaRPr sz="3200">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g1350e5ad54e_0_676"/>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solidFill>
                  <a:schemeClr val="lt1"/>
                </a:solidFill>
              </a:rPr>
              <a:t>Fases</a:t>
            </a:r>
            <a:endParaRPr>
              <a:solidFill>
                <a:schemeClr val="lt1"/>
              </a:solidFill>
            </a:endParaRPr>
          </a:p>
        </p:txBody>
      </p:sp>
      <p:sp>
        <p:nvSpPr>
          <p:cNvPr id="728" name="Google Shape;728;g1350e5ad54e_0_676"/>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just">
              <a:lnSpc>
                <a:spcPct val="90000"/>
              </a:lnSpc>
              <a:spcBef>
                <a:spcPts val="1000"/>
              </a:spcBef>
              <a:spcAft>
                <a:spcPts val="0"/>
              </a:spcAft>
              <a:buClr>
                <a:srgbClr val="DE3075"/>
              </a:buClr>
              <a:buSzPts val="2800"/>
              <a:buFont typeface="Franklin Gothic"/>
              <a:buChar char="»"/>
            </a:pPr>
            <a:r>
              <a:rPr b="0" lang="es-ES"/>
              <a:t>Como todo proyecto, existen una serie de fases que deben cumplirse para lograr el producto final.</a:t>
            </a:r>
            <a:endParaRPr b="0"/>
          </a:p>
          <a:p>
            <a:pPr indent="-406400" lvl="0" marL="457200" marR="0" rtl="0" algn="just">
              <a:lnSpc>
                <a:spcPct val="90000"/>
              </a:lnSpc>
              <a:spcBef>
                <a:spcPts val="1000"/>
              </a:spcBef>
              <a:spcAft>
                <a:spcPts val="0"/>
              </a:spcAft>
              <a:buClr>
                <a:srgbClr val="DE3075"/>
              </a:buClr>
              <a:buSzPts val="2800"/>
              <a:buFont typeface="Franklin Gothic"/>
              <a:buChar char="»"/>
            </a:pPr>
            <a:r>
              <a:rPr b="0" lang="es-ES"/>
              <a:t>Estas fases comprenden desde el inicio hasta el lanzamiento del producto y poseen una serie de actividades desarrolladas por los roles de SCRUM.</a:t>
            </a:r>
            <a:endParaRPr b="0"/>
          </a:p>
          <a:p>
            <a:pPr indent="-406400" lvl="0" marL="457200" marR="0" rtl="0" algn="just">
              <a:lnSpc>
                <a:spcPct val="90000"/>
              </a:lnSpc>
              <a:spcBef>
                <a:spcPts val="1000"/>
              </a:spcBef>
              <a:spcAft>
                <a:spcPts val="0"/>
              </a:spcAft>
              <a:buClr>
                <a:srgbClr val="DE3075"/>
              </a:buClr>
              <a:buSzPts val="2800"/>
              <a:buFont typeface="Franklin Gothic"/>
              <a:buChar char="»"/>
            </a:pPr>
            <a:r>
              <a:rPr b="0" lang="es-ES"/>
              <a:t>Cada fase posee sus propias metas.</a:t>
            </a:r>
            <a:endParaRPr b="0"/>
          </a:p>
        </p:txBody>
      </p:sp>
      <p:pic>
        <p:nvPicPr>
          <p:cNvPr descr="Resultado de imagen para iconos idea" id="729" name="Google Shape;729;g1350e5ad54e_0_676"/>
          <p:cNvPicPr preferRelativeResize="0"/>
          <p:nvPr/>
        </p:nvPicPr>
        <p:blipFill rotWithShape="1">
          <a:blip r:embed="rId3">
            <a:alphaModFix/>
          </a:blip>
          <a:srcRect b="0" l="0" r="0" t="0"/>
          <a:stretch/>
        </p:blipFill>
        <p:spPr>
          <a:xfrm>
            <a:off x="468154" y="3980293"/>
            <a:ext cx="580757" cy="626465"/>
          </a:xfrm>
          <a:prstGeom prst="rect">
            <a:avLst/>
          </a:prstGeom>
          <a:noFill/>
          <a:ln>
            <a:noFill/>
          </a:ln>
        </p:spPr>
      </p:pic>
      <p:pic>
        <p:nvPicPr>
          <p:cNvPr descr="Resultado de imagen para icono team" id="730" name="Google Shape;730;g1350e5ad54e_0_676"/>
          <p:cNvPicPr preferRelativeResize="0"/>
          <p:nvPr/>
        </p:nvPicPr>
        <p:blipFill rotWithShape="1">
          <a:blip r:embed="rId4">
            <a:alphaModFix/>
          </a:blip>
          <a:srcRect b="0" l="0" r="0" t="0"/>
          <a:stretch/>
        </p:blipFill>
        <p:spPr>
          <a:xfrm>
            <a:off x="477850" y="4606758"/>
            <a:ext cx="718136" cy="653962"/>
          </a:xfrm>
          <a:prstGeom prst="rect">
            <a:avLst/>
          </a:prstGeom>
          <a:noFill/>
          <a:ln>
            <a:noFill/>
          </a:ln>
        </p:spPr>
      </p:pic>
      <p:pic>
        <p:nvPicPr>
          <p:cNvPr descr="Resultado de imagen para icono valor" id="731" name="Google Shape;731;g1350e5ad54e_0_676"/>
          <p:cNvPicPr preferRelativeResize="0"/>
          <p:nvPr/>
        </p:nvPicPr>
        <p:blipFill rotWithShape="1">
          <a:blip r:embed="rId5">
            <a:alphaModFix/>
          </a:blip>
          <a:srcRect b="0" l="0" r="0" t="0"/>
          <a:stretch/>
        </p:blipFill>
        <p:spPr>
          <a:xfrm>
            <a:off x="2204370" y="4406717"/>
            <a:ext cx="653962" cy="653962"/>
          </a:xfrm>
          <a:prstGeom prst="rect">
            <a:avLst/>
          </a:prstGeom>
          <a:noFill/>
          <a:ln>
            <a:noFill/>
          </a:ln>
        </p:spPr>
      </p:pic>
      <p:pic>
        <p:nvPicPr>
          <p:cNvPr descr="Resultado de imagen para icono iterative" id="732" name="Google Shape;732;g1350e5ad54e_0_676"/>
          <p:cNvPicPr preferRelativeResize="0"/>
          <p:nvPr/>
        </p:nvPicPr>
        <p:blipFill rotWithShape="1">
          <a:blip r:embed="rId6">
            <a:alphaModFix/>
          </a:blip>
          <a:srcRect b="0" l="0" r="0" t="0"/>
          <a:stretch/>
        </p:blipFill>
        <p:spPr>
          <a:xfrm>
            <a:off x="3954037" y="3866087"/>
            <a:ext cx="867611" cy="867611"/>
          </a:xfrm>
          <a:prstGeom prst="rect">
            <a:avLst/>
          </a:prstGeom>
          <a:noFill/>
          <a:ln>
            <a:noFill/>
          </a:ln>
        </p:spPr>
      </p:pic>
      <p:pic>
        <p:nvPicPr>
          <p:cNvPr descr="Resultado de imagen para icono plan" id="733" name="Google Shape;733;g1350e5ad54e_0_676"/>
          <p:cNvPicPr preferRelativeResize="0"/>
          <p:nvPr/>
        </p:nvPicPr>
        <p:blipFill rotWithShape="1">
          <a:blip r:embed="rId7">
            <a:alphaModFix/>
          </a:blip>
          <a:srcRect b="18765" l="6968" r="0" t="0"/>
          <a:stretch/>
        </p:blipFill>
        <p:spPr>
          <a:xfrm>
            <a:off x="2235427" y="3814700"/>
            <a:ext cx="591848" cy="552518"/>
          </a:xfrm>
          <a:prstGeom prst="rect">
            <a:avLst/>
          </a:prstGeom>
          <a:noFill/>
          <a:ln>
            <a:noFill/>
          </a:ln>
        </p:spPr>
      </p:pic>
      <p:pic>
        <p:nvPicPr>
          <p:cNvPr descr="Resultado de imagen para icono revision" id="734" name="Google Shape;734;g1350e5ad54e_0_676"/>
          <p:cNvPicPr preferRelativeResize="0"/>
          <p:nvPr/>
        </p:nvPicPr>
        <p:blipFill rotWithShape="1">
          <a:blip r:embed="rId8">
            <a:alphaModFix/>
          </a:blip>
          <a:srcRect b="0" l="0" r="0" t="0"/>
          <a:stretch/>
        </p:blipFill>
        <p:spPr>
          <a:xfrm>
            <a:off x="6019132" y="3886753"/>
            <a:ext cx="745492" cy="745492"/>
          </a:xfrm>
          <a:prstGeom prst="rect">
            <a:avLst/>
          </a:prstGeom>
          <a:noFill/>
          <a:ln>
            <a:noFill/>
          </a:ln>
        </p:spPr>
      </p:pic>
      <p:pic>
        <p:nvPicPr>
          <p:cNvPr descr="Resultado de imagen para icono revision" id="735" name="Google Shape;735;g1350e5ad54e_0_676"/>
          <p:cNvPicPr preferRelativeResize="0"/>
          <p:nvPr/>
        </p:nvPicPr>
        <p:blipFill rotWithShape="1">
          <a:blip r:embed="rId9">
            <a:alphaModFix/>
          </a:blip>
          <a:srcRect b="0" l="0" r="0" t="0"/>
          <a:stretch/>
        </p:blipFill>
        <p:spPr>
          <a:xfrm>
            <a:off x="6681211" y="4367251"/>
            <a:ext cx="720005" cy="720005"/>
          </a:xfrm>
          <a:prstGeom prst="rect">
            <a:avLst/>
          </a:prstGeom>
          <a:noFill/>
          <a:ln>
            <a:noFill/>
          </a:ln>
        </p:spPr>
      </p:pic>
      <p:pic>
        <p:nvPicPr>
          <p:cNvPr id="736" name="Google Shape;736;g1350e5ad54e_0_676"/>
          <p:cNvPicPr preferRelativeResize="0"/>
          <p:nvPr/>
        </p:nvPicPr>
        <p:blipFill rotWithShape="1">
          <a:blip r:embed="rId10">
            <a:alphaModFix/>
          </a:blip>
          <a:srcRect b="0" l="0" r="0" t="0"/>
          <a:stretch/>
        </p:blipFill>
        <p:spPr>
          <a:xfrm>
            <a:off x="8092900" y="3712747"/>
            <a:ext cx="700393" cy="693970"/>
          </a:xfrm>
          <a:prstGeom prst="rect">
            <a:avLst/>
          </a:prstGeom>
          <a:noFill/>
          <a:ln>
            <a:noFill/>
          </a:ln>
        </p:spPr>
      </p:pic>
      <p:pic>
        <p:nvPicPr>
          <p:cNvPr id="737" name="Google Shape;737;g1350e5ad54e_0_676"/>
          <p:cNvPicPr preferRelativeResize="0"/>
          <p:nvPr/>
        </p:nvPicPr>
        <p:blipFill rotWithShape="1">
          <a:blip r:embed="rId11">
            <a:alphaModFix/>
          </a:blip>
          <a:srcRect b="0" l="0" r="0" t="0"/>
          <a:stretch/>
        </p:blipFill>
        <p:spPr>
          <a:xfrm flipH="1">
            <a:off x="8092899" y="4349131"/>
            <a:ext cx="700393" cy="634040"/>
          </a:xfrm>
          <a:prstGeom prst="rect">
            <a:avLst/>
          </a:prstGeom>
          <a:noFill/>
          <a:ln>
            <a:noFill/>
          </a:ln>
        </p:spPr>
      </p:pic>
      <p:cxnSp>
        <p:nvCxnSpPr>
          <p:cNvPr id="738" name="Google Shape;738;g1350e5ad54e_0_676"/>
          <p:cNvCxnSpPr/>
          <p:nvPr/>
        </p:nvCxnSpPr>
        <p:spPr>
          <a:xfrm>
            <a:off x="1195986" y="4367251"/>
            <a:ext cx="741600"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510"/>
              </a:srgbClr>
            </a:outerShdw>
          </a:effectLst>
        </p:spPr>
      </p:cxnSp>
      <p:cxnSp>
        <p:nvCxnSpPr>
          <p:cNvPr id="739" name="Google Shape;739;g1350e5ad54e_0_676"/>
          <p:cNvCxnSpPr/>
          <p:nvPr/>
        </p:nvCxnSpPr>
        <p:spPr>
          <a:xfrm>
            <a:off x="3024786" y="4349131"/>
            <a:ext cx="741600"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510"/>
              </a:srgbClr>
            </a:outerShdw>
          </a:effectLst>
        </p:spPr>
      </p:cxnSp>
      <p:cxnSp>
        <p:nvCxnSpPr>
          <p:cNvPr id="740" name="Google Shape;740;g1350e5ad54e_0_676"/>
          <p:cNvCxnSpPr/>
          <p:nvPr/>
        </p:nvCxnSpPr>
        <p:spPr>
          <a:xfrm>
            <a:off x="4955186" y="4349131"/>
            <a:ext cx="741600"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510"/>
              </a:srgbClr>
            </a:outerShdw>
          </a:effectLst>
        </p:spPr>
      </p:cxnSp>
      <p:cxnSp>
        <p:nvCxnSpPr>
          <p:cNvPr id="741" name="Google Shape;741;g1350e5ad54e_0_676"/>
          <p:cNvCxnSpPr/>
          <p:nvPr/>
        </p:nvCxnSpPr>
        <p:spPr>
          <a:xfrm>
            <a:off x="7152286" y="4267103"/>
            <a:ext cx="741600"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510"/>
              </a:srgbClr>
            </a:outerShdw>
          </a:effectLst>
        </p:spPr>
      </p:cxnSp>
      <p:grpSp>
        <p:nvGrpSpPr>
          <p:cNvPr id="742" name="Google Shape;742;g1350e5ad54e_0_676"/>
          <p:cNvGrpSpPr/>
          <p:nvPr/>
        </p:nvGrpSpPr>
        <p:grpSpPr>
          <a:xfrm>
            <a:off x="181420" y="5176332"/>
            <a:ext cx="8889364" cy="738900"/>
            <a:chOff x="6967" y="414677"/>
            <a:chExt cx="8889364" cy="738900"/>
          </a:xfrm>
        </p:grpSpPr>
        <p:sp>
          <p:nvSpPr>
            <p:cNvPr id="743" name="Google Shape;743;g1350e5ad54e_0_676"/>
            <p:cNvSpPr/>
            <p:nvPr/>
          </p:nvSpPr>
          <p:spPr>
            <a:xfrm>
              <a:off x="6967" y="414677"/>
              <a:ext cx="1231200" cy="738900"/>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g1350e5ad54e_0_676"/>
            <p:cNvSpPr txBox="1"/>
            <p:nvPr/>
          </p:nvSpPr>
          <p:spPr>
            <a:xfrm>
              <a:off x="28605" y="436315"/>
              <a:ext cx="1188000" cy="695400"/>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Inicio</a:t>
              </a:r>
              <a:endParaRPr b="0" i="0" sz="1400" u="none" cap="none" strike="noStrike">
                <a:solidFill>
                  <a:schemeClr val="lt1"/>
                </a:solidFill>
                <a:latin typeface="Arial"/>
                <a:ea typeface="Arial"/>
                <a:cs typeface="Arial"/>
                <a:sym typeface="Arial"/>
              </a:endParaRPr>
            </a:p>
          </p:txBody>
        </p:sp>
        <p:sp>
          <p:nvSpPr>
            <p:cNvPr id="745" name="Google Shape;745;g1350e5ad54e_0_676"/>
            <p:cNvSpPr/>
            <p:nvPr/>
          </p:nvSpPr>
          <p:spPr>
            <a:xfrm>
              <a:off x="1361363" y="631380"/>
              <a:ext cx="261000" cy="305400"/>
            </a:xfrm>
            <a:prstGeom prst="rightArrow">
              <a:avLst>
                <a:gd fmla="val 60000" name="adj1"/>
                <a:gd fmla="val 50000" name="adj2"/>
              </a:avLst>
            </a:prstGeom>
            <a:solidFill>
              <a:srgbClr val="ECA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g1350e5ad54e_0_676"/>
            <p:cNvSpPr txBox="1"/>
            <p:nvPr/>
          </p:nvSpPr>
          <p:spPr>
            <a:xfrm>
              <a:off x="1361363" y="692451"/>
              <a:ext cx="182700" cy="183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47" name="Google Shape;747;g1350e5ad54e_0_676"/>
            <p:cNvSpPr/>
            <p:nvPr/>
          </p:nvSpPr>
          <p:spPr>
            <a:xfrm>
              <a:off x="1730744" y="414677"/>
              <a:ext cx="1231200" cy="738900"/>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g1350e5ad54e_0_676"/>
            <p:cNvSpPr txBox="1"/>
            <p:nvPr/>
          </p:nvSpPr>
          <p:spPr>
            <a:xfrm>
              <a:off x="1752382" y="436315"/>
              <a:ext cx="1188000" cy="695400"/>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Planificación y Estimación</a:t>
              </a:r>
              <a:endParaRPr b="0" i="0" sz="1400" u="none" cap="none" strike="noStrike">
                <a:solidFill>
                  <a:schemeClr val="lt1"/>
                </a:solidFill>
                <a:latin typeface="Arial"/>
                <a:ea typeface="Arial"/>
                <a:cs typeface="Arial"/>
                <a:sym typeface="Arial"/>
              </a:endParaRPr>
            </a:p>
          </p:txBody>
        </p:sp>
        <p:sp>
          <p:nvSpPr>
            <p:cNvPr id="749" name="Google Shape;749;g1350e5ad54e_0_676"/>
            <p:cNvSpPr/>
            <p:nvPr/>
          </p:nvSpPr>
          <p:spPr>
            <a:xfrm>
              <a:off x="3085141" y="631380"/>
              <a:ext cx="261000" cy="305400"/>
            </a:xfrm>
            <a:prstGeom prst="rightArrow">
              <a:avLst>
                <a:gd fmla="val 60000" name="adj1"/>
                <a:gd fmla="val 50000" name="adj2"/>
              </a:avLst>
            </a:prstGeom>
            <a:solidFill>
              <a:srgbClr val="ECA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g1350e5ad54e_0_676"/>
            <p:cNvSpPr txBox="1"/>
            <p:nvPr/>
          </p:nvSpPr>
          <p:spPr>
            <a:xfrm>
              <a:off x="3085141" y="692451"/>
              <a:ext cx="182700" cy="183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51" name="Google Shape;751;g1350e5ad54e_0_676"/>
            <p:cNvSpPr/>
            <p:nvPr/>
          </p:nvSpPr>
          <p:spPr>
            <a:xfrm>
              <a:off x="3454521" y="414677"/>
              <a:ext cx="1649700" cy="738900"/>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g1350e5ad54e_0_676"/>
            <p:cNvSpPr txBox="1"/>
            <p:nvPr/>
          </p:nvSpPr>
          <p:spPr>
            <a:xfrm>
              <a:off x="3476159" y="436315"/>
              <a:ext cx="1606200" cy="695400"/>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Implementación</a:t>
              </a:r>
              <a:endParaRPr b="0" i="0" sz="1400" u="none" cap="none" strike="noStrike">
                <a:solidFill>
                  <a:schemeClr val="lt1"/>
                </a:solidFill>
                <a:latin typeface="Arial"/>
                <a:ea typeface="Arial"/>
                <a:cs typeface="Arial"/>
                <a:sym typeface="Arial"/>
              </a:endParaRPr>
            </a:p>
          </p:txBody>
        </p:sp>
        <p:sp>
          <p:nvSpPr>
            <p:cNvPr id="753" name="Google Shape;753;g1350e5ad54e_0_676"/>
            <p:cNvSpPr/>
            <p:nvPr/>
          </p:nvSpPr>
          <p:spPr>
            <a:xfrm>
              <a:off x="5227242" y="631380"/>
              <a:ext cx="261000" cy="305400"/>
            </a:xfrm>
            <a:prstGeom prst="rightArrow">
              <a:avLst>
                <a:gd fmla="val 60000" name="adj1"/>
                <a:gd fmla="val 50000" name="adj2"/>
              </a:avLst>
            </a:prstGeom>
            <a:solidFill>
              <a:srgbClr val="ECA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g1350e5ad54e_0_676"/>
            <p:cNvSpPr txBox="1"/>
            <p:nvPr/>
          </p:nvSpPr>
          <p:spPr>
            <a:xfrm>
              <a:off x="5227242" y="692451"/>
              <a:ext cx="182700" cy="183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55" name="Google Shape;755;g1350e5ad54e_0_676"/>
            <p:cNvSpPr/>
            <p:nvPr/>
          </p:nvSpPr>
          <p:spPr>
            <a:xfrm>
              <a:off x="5596623" y="414677"/>
              <a:ext cx="1575900" cy="738900"/>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g1350e5ad54e_0_676"/>
            <p:cNvSpPr txBox="1"/>
            <p:nvPr/>
          </p:nvSpPr>
          <p:spPr>
            <a:xfrm>
              <a:off x="5618261" y="436315"/>
              <a:ext cx="1532700" cy="695400"/>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Revisión y Retroespectiva</a:t>
              </a:r>
              <a:endParaRPr b="0" i="0" sz="1400" u="none" cap="none" strike="noStrike">
                <a:solidFill>
                  <a:schemeClr val="lt1"/>
                </a:solidFill>
                <a:latin typeface="Arial"/>
                <a:ea typeface="Arial"/>
                <a:cs typeface="Arial"/>
                <a:sym typeface="Arial"/>
              </a:endParaRPr>
            </a:p>
          </p:txBody>
        </p:sp>
        <p:sp>
          <p:nvSpPr>
            <p:cNvPr id="757" name="Google Shape;757;g1350e5ad54e_0_676"/>
            <p:cNvSpPr/>
            <p:nvPr/>
          </p:nvSpPr>
          <p:spPr>
            <a:xfrm>
              <a:off x="7295750" y="631380"/>
              <a:ext cx="261000" cy="305400"/>
            </a:xfrm>
            <a:prstGeom prst="rightArrow">
              <a:avLst>
                <a:gd fmla="val 60000" name="adj1"/>
                <a:gd fmla="val 50000" name="adj2"/>
              </a:avLst>
            </a:prstGeom>
            <a:solidFill>
              <a:srgbClr val="ECA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g1350e5ad54e_0_676"/>
            <p:cNvSpPr txBox="1"/>
            <p:nvPr/>
          </p:nvSpPr>
          <p:spPr>
            <a:xfrm>
              <a:off x="7295750" y="692451"/>
              <a:ext cx="182700" cy="183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59" name="Google Shape;759;g1350e5ad54e_0_676"/>
            <p:cNvSpPr/>
            <p:nvPr/>
          </p:nvSpPr>
          <p:spPr>
            <a:xfrm>
              <a:off x="7665131" y="414677"/>
              <a:ext cx="1231200" cy="738900"/>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g1350e5ad54e_0_676"/>
            <p:cNvSpPr txBox="1"/>
            <p:nvPr/>
          </p:nvSpPr>
          <p:spPr>
            <a:xfrm>
              <a:off x="7686769" y="436315"/>
              <a:ext cx="1188000" cy="695400"/>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Lanzamiento</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grpSp>
        <p:nvGrpSpPr>
          <p:cNvPr id="765" name="Google Shape;765;p122"/>
          <p:cNvGrpSpPr/>
          <p:nvPr/>
        </p:nvGrpSpPr>
        <p:grpSpPr>
          <a:xfrm>
            <a:off x="127283" y="2021017"/>
            <a:ext cx="8889433" cy="738761"/>
            <a:chOff x="6967" y="414677"/>
            <a:chExt cx="8889433" cy="738761"/>
          </a:xfrm>
        </p:grpSpPr>
        <p:sp>
          <p:nvSpPr>
            <p:cNvPr id="766" name="Google Shape;766;p122"/>
            <p:cNvSpPr/>
            <p:nvPr/>
          </p:nvSpPr>
          <p:spPr>
            <a:xfrm>
              <a:off x="6967" y="414677"/>
              <a:ext cx="1231269" cy="738761"/>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122"/>
            <p:cNvSpPr txBox="1"/>
            <p:nvPr/>
          </p:nvSpPr>
          <p:spPr>
            <a:xfrm>
              <a:off x="28605" y="436315"/>
              <a:ext cx="1187993" cy="695485"/>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Inicio</a:t>
              </a:r>
              <a:endParaRPr b="0" i="0" sz="1400" u="none" cap="none" strike="noStrike">
                <a:solidFill>
                  <a:schemeClr val="lt1"/>
                </a:solidFill>
                <a:latin typeface="Arial"/>
                <a:ea typeface="Arial"/>
                <a:cs typeface="Arial"/>
                <a:sym typeface="Arial"/>
              </a:endParaRPr>
            </a:p>
          </p:txBody>
        </p:sp>
        <p:sp>
          <p:nvSpPr>
            <p:cNvPr id="768" name="Google Shape;768;p122"/>
            <p:cNvSpPr/>
            <p:nvPr/>
          </p:nvSpPr>
          <p:spPr>
            <a:xfrm>
              <a:off x="1361363" y="631380"/>
              <a:ext cx="261029" cy="305354"/>
            </a:xfrm>
            <a:prstGeom prst="rightArrow">
              <a:avLst>
                <a:gd fmla="val 60000" name="adj1"/>
                <a:gd fmla="val 50000" name="adj2"/>
              </a:avLst>
            </a:prstGeom>
            <a:solidFill>
              <a:srgbClr val="ECA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122"/>
            <p:cNvSpPr txBox="1"/>
            <p:nvPr/>
          </p:nvSpPr>
          <p:spPr>
            <a:xfrm>
              <a:off x="1361363" y="692451"/>
              <a:ext cx="182720" cy="18321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70" name="Google Shape;770;p122"/>
            <p:cNvSpPr/>
            <p:nvPr/>
          </p:nvSpPr>
          <p:spPr>
            <a:xfrm>
              <a:off x="1730744" y="414677"/>
              <a:ext cx="1231269" cy="738761"/>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122"/>
            <p:cNvSpPr txBox="1"/>
            <p:nvPr/>
          </p:nvSpPr>
          <p:spPr>
            <a:xfrm>
              <a:off x="1752382" y="436315"/>
              <a:ext cx="1187993" cy="695485"/>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Planificación y Estimación</a:t>
              </a:r>
              <a:endParaRPr b="0" i="0" sz="1400" u="none" cap="none" strike="noStrike">
                <a:solidFill>
                  <a:schemeClr val="lt1"/>
                </a:solidFill>
                <a:latin typeface="Arial"/>
                <a:ea typeface="Arial"/>
                <a:cs typeface="Arial"/>
                <a:sym typeface="Arial"/>
              </a:endParaRPr>
            </a:p>
          </p:txBody>
        </p:sp>
        <p:sp>
          <p:nvSpPr>
            <p:cNvPr id="772" name="Google Shape;772;p122"/>
            <p:cNvSpPr/>
            <p:nvPr/>
          </p:nvSpPr>
          <p:spPr>
            <a:xfrm>
              <a:off x="3085141" y="631380"/>
              <a:ext cx="261029" cy="305354"/>
            </a:xfrm>
            <a:prstGeom prst="rightArrow">
              <a:avLst>
                <a:gd fmla="val 60000" name="adj1"/>
                <a:gd fmla="val 50000" name="adj2"/>
              </a:avLst>
            </a:prstGeom>
            <a:solidFill>
              <a:srgbClr val="ECA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122"/>
            <p:cNvSpPr txBox="1"/>
            <p:nvPr/>
          </p:nvSpPr>
          <p:spPr>
            <a:xfrm>
              <a:off x="3085141" y="692451"/>
              <a:ext cx="182720" cy="18321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74" name="Google Shape;774;p122"/>
            <p:cNvSpPr/>
            <p:nvPr/>
          </p:nvSpPr>
          <p:spPr>
            <a:xfrm>
              <a:off x="3454521" y="414677"/>
              <a:ext cx="1649593" cy="738761"/>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122"/>
            <p:cNvSpPr txBox="1"/>
            <p:nvPr/>
          </p:nvSpPr>
          <p:spPr>
            <a:xfrm>
              <a:off x="3476159" y="436315"/>
              <a:ext cx="1606317" cy="695485"/>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Implementación</a:t>
              </a:r>
              <a:endParaRPr b="0" i="0" sz="1400" u="none" cap="none" strike="noStrike">
                <a:solidFill>
                  <a:schemeClr val="lt1"/>
                </a:solidFill>
                <a:latin typeface="Arial"/>
                <a:ea typeface="Arial"/>
                <a:cs typeface="Arial"/>
                <a:sym typeface="Arial"/>
              </a:endParaRPr>
            </a:p>
          </p:txBody>
        </p:sp>
        <p:sp>
          <p:nvSpPr>
            <p:cNvPr id="776" name="Google Shape;776;p122"/>
            <p:cNvSpPr/>
            <p:nvPr/>
          </p:nvSpPr>
          <p:spPr>
            <a:xfrm>
              <a:off x="5227242" y="631380"/>
              <a:ext cx="261029" cy="305354"/>
            </a:xfrm>
            <a:prstGeom prst="rightArrow">
              <a:avLst>
                <a:gd fmla="val 60000" name="adj1"/>
                <a:gd fmla="val 50000" name="adj2"/>
              </a:avLst>
            </a:prstGeom>
            <a:solidFill>
              <a:srgbClr val="ECA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122"/>
            <p:cNvSpPr txBox="1"/>
            <p:nvPr/>
          </p:nvSpPr>
          <p:spPr>
            <a:xfrm>
              <a:off x="5227242" y="692451"/>
              <a:ext cx="182720" cy="18321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78" name="Google Shape;778;p122"/>
            <p:cNvSpPr/>
            <p:nvPr/>
          </p:nvSpPr>
          <p:spPr>
            <a:xfrm>
              <a:off x="5596623" y="414677"/>
              <a:ext cx="1576000" cy="738761"/>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122"/>
            <p:cNvSpPr txBox="1"/>
            <p:nvPr/>
          </p:nvSpPr>
          <p:spPr>
            <a:xfrm>
              <a:off x="5618261" y="436315"/>
              <a:ext cx="1532724" cy="695485"/>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Revisión y Retroespectiva</a:t>
              </a:r>
              <a:endParaRPr b="0" i="0" sz="1400" u="none" cap="none" strike="noStrike">
                <a:solidFill>
                  <a:schemeClr val="lt1"/>
                </a:solidFill>
                <a:latin typeface="Arial"/>
                <a:ea typeface="Arial"/>
                <a:cs typeface="Arial"/>
                <a:sym typeface="Arial"/>
              </a:endParaRPr>
            </a:p>
          </p:txBody>
        </p:sp>
        <p:sp>
          <p:nvSpPr>
            <p:cNvPr id="780" name="Google Shape;780;p122"/>
            <p:cNvSpPr/>
            <p:nvPr/>
          </p:nvSpPr>
          <p:spPr>
            <a:xfrm>
              <a:off x="7295750" y="631380"/>
              <a:ext cx="261029" cy="305354"/>
            </a:xfrm>
            <a:prstGeom prst="rightArrow">
              <a:avLst>
                <a:gd fmla="val 60000" name="adj1"/>
                <a:gd fmla="val 50000" name="adj2"/>
              </a:avLst>
            </a:prstGeom>
            <a:solidFill>
              <a:srgbClr val="ECA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122"/>
            <p:cNvSpPr txBox="1"/>
            <p:nvPr/>
          </p:nvSpPr>
          <p:spPr>
            <a:xfrm>
              <a:off x="7295750" y="692451"/>
              <a:ext cx="182720" cy="18321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82" name="Google Shape;782;p122"/>
            <p:cNvSpPr/>
            <p:nvPr/>
          </p:nvSpPr>
          <p:spPr>
            <a:xfrm>
              <a:off x="7665131" y="414677"/>
              <a:ext cx="1231269" cy="738761"/>
            </a:xfrm>
            <a:prstGeom prst="roundRect">
              <a:avLst>
                <a:gd fmla="val 10000"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22"/>
            <p:cNvSpPr txBox="1"/>
            <p:nvPr/>
          </p:nvSpPr>
          <p:spPr>
            <a:xfrm>
              <a:off x="7686769" y="436315"/>
              <a:ext cx="1187993" cy="695485"/>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rgbClr val="000000"/>
                </a:buClr>
                <a:buSzPts val="1400"/>
                <a:buFont typeface="Arial"/>
                <a:buNone/>
              </a:pPr>
              <a:r>
                <a:rPr b="0" i="0" lang="es-ES" sz="1400" u="none" cap="none" strike="noStrike">
                  <a:solidFill>
                    <a:schemeClr val="lt1"/>
                  </a:solidFill>
                  <a:latin typeface="Arial"/>
                  <a:ea typeface="Arial"/>
                  <a:cs typeface="Arial"/>
                  <a:sym typeface="Arial"/>
                </a:rPr>
                <a:t>Lanzamiento</a:t>
              </a:r>
              <a:endParaRPr b="0" i="0" sz="1400" u="none" cap="none" strike="noStrike">
                <a:solidFill>
                  <a:schemeClr val="lt1"/>
                </a:solidFill>
                <a:latin typeface="Arial"/>
                <a:ea typeface="Arial"/>
                <a:cs typeface="Arial"/>
                <a:sym typeface="Arial"/>
              </a:endParaRPr>
            </a:p>
          </p:txBody>
        </p:sp>
      </p:grpSp>
      <p:sp>
        <p:nvSpPr>
          <p:cNvPr id="784" name="Google Shape;784;p122"/>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3200">
                <a:solidFill>
                  <a:schemeClr val="lt1"/>
                </a:solidFill>
              </a:rPr>
              <a:t>Objetivos de las Fases en SCRUM</a:t>
            </a:r>
            <a:endParaRPr sz="3200">
              <a:solidFill>
                <a:schemeClr val="lt1"/>
              </a:solidFill>
            </a:endParaRPr>
          </a:p>
        </p:txBody>
      </p:sp>
      <p:sp>
        <p:nvSpPr>
          <p:cNvPr id="785" name="Google Shape;785;p122"/>
          <p:cNvSpPr/>
          <p:nvPr/>
        </p:nvSpPr>
        <p:spPr>
          <a:xfrm>
            <a:off x="0" y="2927322"/>
            <a:ext cx="1941095" cy="738664"/>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Definir la idea de proyecto, alcances iniciales y roles.</a:t>
            </a:r>
            <a:endParaRPr b="0" i="0" sz="1400" u="none" cap="none" strike="noStrike">
              <a:solidFill>
                <a:srgbClr val="000000"/>
              </a:solidFill>
              <a:latin typeface="Arial"/>
              <a:ea typeface="Arial"/>
              <a:cs typeface="Arial"/>
              <a:sym typeface="Arial"/>
            </a:endParaRPr>
          </a:p>
        </p:txBody>
      </p:sp>
      <p:sp>
        <p:nvSpPr>
          <p:cNvPr id="786" name="Google Shape;786;p122"/>
          <p:cNvSpPr/>
          <p:nvPr/>
        </p:nvSpPr>
        <p:spPr>
          <a:xfrm>
            <a:off x="1763699" y="2863826"/>
            <a:ext cx="1692442"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Planificar las iteraciones necesarias para un producto funcional, de acuerdo al valor de negocio</a:t>
            </a:r>
            <a:endParaRPr b="0" i="0" sz="1400" u="none" cap="none" strike="noStrike">
              <a:solidFill>
                <a:srgbClr val="000000"/>
              </a:solidFill>
              <a:latin typeface="Arial"/>
              <a:ea typeface="Arial"/>
              <a:cs typeface="Arial"/>
              <a:sym typeface="Arial"/>
            </a:endParaRPr>
          </a:p>
        </p:txBody>
      </p:sp>
      <p:sp>
        <p:nvSpPr>
          <p:cNvPr id="787" name="Google Shape;787;p122"/>
          <p:cNvSpPr/>
          <p:nvPr/>
        </p:nvSpPr>
        <p:spPr>
          <a:xfrm>
            <a:off x="3521241" y="2829618"/>
            <a:ext cx="1876928" cy="3970318"/>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Crear el producto en cada iteración, pudiendo modificar el siguiente producto de acuerdo a los avances del equipo y las definiciones de valor.</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Dar visibilidad a los avances y lograr el producto acordado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Trabajar colaborativamente y con retroalimentación constante del product owner.</a:t>
            </a:r>
            <a:endParaRPr b="0" i="0" sz="1400" u="none" cap="none" strike="noStrike">
              <a:solidFill>
                <a:srgbClr val="000000"/>
              </a:solidFill>
              <a:latin typeface="Arial"/>
              <a:ea typeface="Arial"/>
              <a:cs typeface="Arial"/>
              <a:sym typeface="Arial"/>
            </a:endParaRPr>
          </a:p>
        </p:txBody>
      </p:sp>
      <p:sp>
        <p:nvSpPr>
          <p:cNvPr id="788" name="Google Shape;788;p122"/>
          <p:cNvSpPr/>
          <p:nvPr/>
        </p:nvSpPr>
        <p:spPr>
          <a:xfrm>
            <a:off x="5692319" y="2829618"/>
            <a:ext cx="168798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Permitir autoanálisis,  reconocer errores, destacar aciertos y descubrir oportunidades de mejora.</a:t>
            </a:r>
            <a:endParaRPr b="0" i="0" sz="1400" u="none" cap="none" strike="noStrike">
              <a:solidFill>
                <a:srgbClr val="000000"/>
              </a:solidFill>
              <a:latin typeface="Arial"/>
              <a:ea typeface="Arial"/>
              <a:cs typeface="Arial"/>
              <a:sym typeface="Arial"/>
            </a:endParaRPr>
          </a:p>
        </p:txBody>
      </p:sp>
      <p:sp>
        <p:nvSpPr>
          <p:cNvPr id="789" name="Google Shape;789;p122"/>
          <p:cNvSpPr/>
          <p:nvPr/>
        </p:nvSpPr>
        <p:spPr>
          <a:xfrm>
            <a:off x="7715870" y="2903005"/>
            <a:ext cx="1394731" cy="1384995"/>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1400"/>
              <a:buFont typeface="Arial"/>
              <a:buNone/>
            </a:pPr>
            <a:r>
              <a:rPr b="0" i="0" lang="es-ES" sz="1400" u="none" cap="none" strike="noStrike">
                <a:solidFill>
                  <a:srgbClr val="000000"/>
                </a:solidFill>
                <a:latin typeface="Arial"/>
                <a:ea typeface="Arial"/>
                <a:cs typeface="Arial"/>
                <a:sym typeface="Arial"/>
              </a:rPr>
              <a:t>Lograr una aceptación de un producto funcional con valor de negocio.</a:t>
            </a:r>
            <a:endParaRPr b="0" i="0" sz="1400" u="none" cap="none" strike="noStrike">
              <a:solidFill>
                <a:srgbClr val="000000"/>
              </a:solidFill>
              <a:latin typeface="Arial"/>
              <a:ea typeface="Arial"/>
              <a:cs typeface="Arial"/>
              <a:sym typeface="Arial"/>
            </a:endParaRPr>
          </a:p>
        </p:txBody>
      </p:sp>
      <p:pic>
        <p:nvPicPr>
          <p:cNvPr descr="Resultado de imagen para iconos idea" id="790" name="Google Shape;790;p122"/>
          <p:cNvPicPr preferRelativeResize="0"/>
          <p:nvPr/>
        </p:nvPicPr>
        <p:blipFill rotWithShape="1">
          <a:blip r:embed="rId3">
            <a:alphaModFix/>
          </a:blip>
          <a:srcRect b="0" l="0" r="0" t="0"/>
          <a:stretch/>
        </p:blipFill>
        <p:spPr>
          <a:xfrm>
            <a:off x="294150" y="1327134"/>
            <a:ext cx="580757" cy="626465"/>
          </a:xfrm>
          <a:prstGeom prst="rect">
            <a:avLst/>
          </a:prstGeom>
          <a:noFill/>
          <a:ln>
            <a:noFill/>
          </a:ln>
        </p:spPr>
      </p:pic>
      <p:pic>
        <p:nvPicPr>
          <p:cNvPr descr="Resultado de imagen para icono team" id="791" name="Google Shape;791;p122"/>
          <p:cNvPicPr preferRelativeResize="0"/>
          <p:nvPr/>
        </p:nvPicPr>
        <p:blipFill rotWithShape="1">
          <a:blip r:embed="rId4">
            <a:alphaModFix/>
          </a:blip>
          <a:srcRect b="0" l="0" r="0" t="0"/>
          <a:stretch/>
        </p:blipFill>
        <p:spPr>
          <a:xfrm>
            <a:off x="874907" y="1371248"/>
            <a:ext cx="718136" cy="653962"/>
          </a:xfrm>
          <a:prstGeom prst="rect">
            <a:avLst/>
          </a:prstGeom>
          <a:noFill/>
          <a:ln>
            <a:noFill/>
          </a:ln>
        </p:spPr>
      </p:pic>
      <p:pic>
        <p:nvPicPr>
          <p:cNvPr descr="Resultado de imagen para icono valor" id="792" name="Google Shape;792;p122"/>
          <p:cNvPicPr preferRelativeResize="0"/>
          <p:nvPr/>
        </p:nvPicPr>
        <p:blipFill rotWithShape="1">
          <a:blip r:embed="rId5">
            <a:alphaModFix/>
          </a:blip>
          <a:srcRect b="0" l="0" r="0" t="0"/>
          <a:stretch/>
        </p:blipFill>
        <p:spPr>
          <a:xfrm>
            <a:off x="2421702" y="1387078"/>
            <a:ext cx="653962" cy="653962"/>
          </a:xfrm>
          <a:prstGeom prst="rect">
            <a:avLst/>
          </a:prstGeom>
          <a:noFill/>
          <a:ln>
            <a:noFill/>
          </a:ln>
        </p:spPr>
      </p:pic>
      <p:pic>
        <p:nvPicPr>
          <p:cNvPr descr="Resultado de imagen para icono iterative" id="793" name="Google Shape;793;p122"/>
          <p:cNvPicPr preferRelativeResize="0"/>
          <p:nvPr/>
        </p:nvPicPr>
        <p:blipFill rotWithShape="1">
          <a:blip r:embed="rId6">
            <a:alphaModFix/>
          </a:blip>
          <a:srcRect b="0" l="0" r="0" t="0"/>
          <a:stretch/>
        </p:blipFill>
        <p:spPr>
          <a:xfrm>
            <a:off x="3907791" y="1085988"/>
            <a:ext cx="867611" cy="867611"/>
          </a:xfrm>
          <a:prstGeom prst="rect">
            <a:avLst/>
          </a:prstGeom>
          <a:noFill/>
          <a:ln>
            <a:noFill/>
          </a:ln>
        </p:spPr>
      </p:pic>
      <p:pic>
        <p:nvPicPr>
          <p:cNvPr descr="Resultado de imagen para icono plan" id="794" name="Google Shape;794;p122"/>
          <p:cNvPicPr preferRelativeResize="0"/>
          <p:nvPr/>
        </p:nvPicPr>
        <p:blipFill rotWithShape="1">
          <a:blip r:embed="rId7">
            <a:alphaModFix/>
          </a:blip>
          <a:srcRect b="18765" l="6968" r="0" t="0"/>
          <a:stretch/>
        </p:blipFill>
        <p:spPr>
          <a:xfrm>
            <a:off x="1887193" y="1401081"/>
            <a:ext cx="591848" cy="552518"/>
          </a:xfrm>
          <a:prstGeom prst="rect">
            <a:avLst/>
          </a:prstGeom>
          <a:noFill/>
          <a:ln>
            <a:noFill/>
          </a:ln>
        </p:spPr>
      </p:pic>
      <p:pic>
        <p:nvPicPr>
          <p:cNvPr descr="Resultado de imagen para icono revision" id="795" name="Google Shape;795;p122"/>
          <p:cNvPicPr preferRelativeResize="0"/>
          <p:nvPr/>
        </p:nvPicPr>
        <p:blipFill rotWithShape="1">
          <a:blip r:embed="rId8">
            <a:alphaModFix/>
          </a:blip>
          <a:srcRect b="0" l="0" r="0" t="0"/>
          <a:stretch/>
        </p:blipFill>
        <p:spPr>
          <a:xfrm>
            <a:off x="5845128" y="1233594"/>
            <a:ext cx="745492" cy="745492"/>
          </a:xfrm>
          <a:prstGeom prst="rect">
            <a:avLst/>
          </a:prstGeom>
          <a:noFill/>
          <a:ln>
            <a:noFill/>
          </a:ln>
        </p:spPr>
      </p:pic>
      <p:pic>
        <p:nvPicPr>
          <p:cNvPr descr="Resultado de imagen para icono revision" id="796" name="Google Shape;796;p122"/>
          <p:cNvPicPr preferRelativeResize="0"/>
          <p:nvPr/>
        </p:nvPicPr>
        <p:blipFill rotWithShape="1">
          <a:blip r:embed="rId9">
            <a:alphaModFix/>
          </a:blip>
          <a:srcRect b="0" l="0" r="0" t="0"/>
          <a:stretch/>
        </p:blipFill>
        <p:spPr>
          <a:xfrm>
            <a:off x="6536802" y="1208108"/>
            <a:ext cx="720005" cy="720005"/>
          </a:xfrm>
          <a:prstGeom prst="rect">
            <a:avLst/>
          </a:prstGeom>
          <a:noFill/>
          <a:ln>
            <a:noFill/>
          </a:ln>
        </p:spPr>
      </p:pic>
      <p:pic>
        <p:nvPicPr>
          <p:cNvPr id="797" name="Google Shape;797;p122"/>
          <p:cNvPicPr preferRelativeResize="0"/>
          <p:nvPr/>
        </p:nvPicPr>
        <p:blipFill rotWithShape="1">
          <a:blip r:embed="rId10">
            <a:alphaModFix/>
          </a:blip>
          <a:srcRect b="0" l="0" r="0" t="0"/>
          <a:stretch/>
        </p:blipFill>
        <p:spPr>
          <a:xfrm>
            <a:off x="8269093" y="1249267"/>
            <a:ext cx="700393" cy="756424"/>
          </a:xfrm>
          <a:prstGeom prst="rect">
            <a:avLst/>
          </a:prstGeom>
          <a:noFill/>
          <a:ln>
            <a:noFill/>
          </a:ln>
        </p:spPr>
      </p:pic>
      <p:pic>
        <p:nvPicPr>
          <p:cNvPr id="798" name="Google Shape;798;p122"/>
          <p:cNvPicPr preferRelativeResize="0"/>
          <p:nvPr/>
        </p:nvPicPr>
        <p:blipFill rotWithShape="1">
          <a:blip r:embed="rId11">
            <a:alphaModFix/>
          </a:blip>
          <a:srcRect b="0" l="0" r="0" t="0"/>
          <a:stretch/>
        </p:blipFill>
        <p:spPr>
          <a:xfrm flipH="1">
            <a:off x="7845140" y="1524128"/>
            <a:ext cx="506880" cy="45886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23"/>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Las actividades de cada fase se agrupan en procesos.</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De acuerdo a lo señalado por la base de conocimiento de Scrum (SBOK), se definen 19 procesos para lograr el desarrollo de software con Scrum, formalizando las fases antes señaladas.</a:t>
            </a:r>
            <a:endParaRPr/>
          </a:p>
        </p:txBody>
      </p:sp>
      <p:sp>
        <p:nvSpPr>
          <p:cNvPr id="804" name="Google Shape;804;p123"/>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000">
                <a:solidFill>
                  <a:schemeClr val="lt1"/>
                </a:solidFill>
              </a:rPr>
              <a:t>Definición de procesos en cada fase según SBOK</a:t>
            </a:r>
            <a:endParaRPr sz="2000">
              <a:solidFill>
                <a:schemeClr val="lt1"/>
              </a:solidFill>
            </a:endParaRPr>
          </a:p>
        </p:txBody>
      </p:sp>
      <p:grpSp>
        <p:nvGrpSpPr>
          <p:cNvPr id="805" name="Google Shape;805;p123"/>
          <p:cNvGrpSpPr/>
          <p:nvPr/>
        </p:nvGrpSpPr>
        <p:grpSpPr>
          <a:xfrm>
            <a:off x="128462" y="3232632"/>
            <a:ext cx="9011309" cy="2578620"/>
            <a:chOff x="4228" y="352272"/>
            <a:chExt cx="9011309" cy="2578620"/>
          </a:xfrm>
        </p:grpSpPr>
        <p:sp>
          <p:nvSpPr>
            <p:cNvPr id="806" name="Google Shape;806;p123"/>
            <p:cNvSpPr/>
            <p:nvPr/>
          </p:nvSpPr>
          <p:spPr>
            <a:xfrm>
              <a:off x="4228" y="352272"/>
              <a:ext cx="1620739" cy="519870"/>
            </a:xfrm>
            <a:prstGeom prst="rect">
              <a:avLst/>
            </a:prstGeom>
            <a:solidFill>
              <a:srgbClr val="DE2D73"/>
            </a:solidFill>
            <a:ln cap="flat" cmpd="sng" w="25400">
              <a:solidFill>
                <a:srgbClr val="DE2D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123"/>
            <p:cNvSpPr txBox="1"/>
            <p:nvPr/>
          </p:nvSpPr>
          <p:spPr>
            <a:xfrm>
              <a:off x="4228" y="352272"/>
              <a:ext cx="1620739" cy="519870"/>
            </a:xfrm>
            <a:prstGeom prst="rect">
              <a:avLst/>
            </a:prstGeom>
            <a:noFill/>
            <a:ln>
              <a:noFill/>
            </a:ln>
          </p:spPr>
          <p:txBody>
            <a:bodyPr anchorCtr="0" anchor="ctr" bIns="60950" lIns="106675" spcFirstLastPara="1" rIns="106675" wrap="square" tIns="60950">
              <a:noAutofit/>
            </a:bodyPr>
            <a:lstStyle/>
            <a:p>
              <a:pPr indent="0" lvl="0" marL="0" marR="0" rtl="0" algn="ctr">
                <a:lnSpc>
                  <a:spcPct val="90000"/>
                </a:lnSpc>
                <a:spcBef>
                  <a:spcPts val="0"/>
                </a:spcBef>
                <a:spcAft>
                  <a:spcPts val="0"/>
                </a:spcAft>
                <a:buClr>
                  <a:srgbClr val="000000"/>
                </a:buClr>
                <a:buSzPts val="1500"/>
                <a:buFont typeface="Arial"/>
                <a:buNone/>
              </a:pPr>
              <a:r>
                <a:rPr b="0" i="0" lang="es-ES" sz="1500" u="none" cap="none" strike="noStrike">
                  <a:solidFill>
                    <a:schemeClr val="lt1"/>
                  </a:solidFill>
                  <a:latin typeface="Arial"/>
                  <a:ea typeface="Arial"/>
                  <a:cs typeface="Arial"/>
                  <a:sym typeface="Arial"/>
                </a:rPr>
                <a:t>Inicio</a:t>
              </a:r>
              <a:endParaRPr b="0" i="0" sz="1500" u="none" cap="none" strike="noStrike">
                <a:solidFill>
                  <a:schemeClr val="lt1"/>
                </a:solidFill>
                <a:latin typeface="Arial"/>
                <a:ea typeface="Arial"/>
                <a:cs typeface="Arial"/>
                <a:sym typeface="Arial"/>
              </a:endParaRPr>
            </a:p>
          </p:txBody>
        </p:sp>
        <p:sp>
          <p:nvSpPr>
            <p:cNvPr id="808" name="Google Shape;808;p123"/>
            <p:cNvSpPr/>
            <p:nvPr/>
          </p:nvSpPr>
          <p:spPr>
            <a:xfrm>
              <a:off x="4228" y="872142"/>
              <a:ext cx="1620739" cy="2058750"/>
            </a:xfrm>
            <a:prstGeom prst="rect">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123"/>
            <p:cNvSpPr txBox="1"/>
            <p:nvPr/>
          </p:nvSpPr>
          <p:spPr>
            <a:xfrm>
              <a:off x="4228" y="872142"/>
              <a:ext cx="1620739" cy="2058750"/>
            </a:xfrm>
            <a:prstGeom prst="rect">
              <a:avLst/>
            </a:prstGeom>
            <a:noFill/>
            <a:ln>
              <a:noFill/>
            </a:ln>
          </p:spPr>
          <p:txBody>
            <a:bodyPr anchorCtr="0" anchor="t" bIns="96000" lIns="64000" spcFirstLastPara="1" rIns="85325" wrap="square" tIns="64000">
              <a:noAutofit/>
            </a:bodyPr>
            <a:lstStyle/>
            <a:p>
              <a:pPr indent="-114300" lvl="1" marL="114300" marR="0" rtl="0" algn="l">
                <a:lnSpc>
                  <a:spcPct val="90000"/>
                </a:lnSpc>
                <a:spcBef>
                  <a:spcPts val="0"/>
                </a:spcBef>
                <a:spcAft>
                  <a:spcPts val="0"/>
                </a:spcAft>
                <a:buClr>
                  <a:srgbClr val="000000"/>
                </a:buClr>
                <a:buSzPts val="1200"/>
                <a:buFont typeface="Arial"/>
                <a:buAutoNum type="arabicPeriod"/>
              </a:pPr>
              <a:r>
                <a:rPr b="0" i="0" lang="es-ES" sz="1200" u="none" cap="none" strike="noStrike">
                  <a:solidFill>
                    <a:srgbClr val="000000"/>
                  </a:solidFill>
                  <a:latin typeface="Arial"/>
                  <a:ea typeface="Arial"/>
                  <a:cs typeface="Arial"/>
                  <a:sym typeface="Arial"/>
                </a:rPr>
                <a:t>Crear visión del proyecto</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a:pPr>
              <a:r>
                <a:rPr b="0" i="0" lang="es-ES" sz="1200" u="none" cap="none" strike="noStrike">
                  <a:solidFill>
                    <a:srgbClr val="000000"/>
                  </a:solidFill>
                  <a:latin typeface="Arial"/>
                  <a:ea typeface="Arial"/>
                  <a:cs typeface="Arial"/>
                  <a:sym typeface="Arial"/>
                </a:rPr>
                <a:t>Identificar Roles</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a:pPr>
              <a:r>
                <a:rPr b="0" i="0" lang="es-ES" sz="1200" u="none" cap="none" strike="noStrike">
                  <a:solidFill>
                    <a:srgbClr val="000000"/>
                  </a:solidFill>
                  <a:latin typeface="Arial"/>
                  <a:ea typeface="Arial"/>
                  <a:cs typeface="Arial"/>
                  <a:sym typeface="Arial"/>
                </a:rPr>
                <a:t>Formar Equipos Scrum</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a:pPr>
              <a:r>
                <a:rPr b="0" i="0" lang="es-ES" sz="1200" u="none" cap="none" strike="noStrike">
                  <a:solidFill>
                    <a:srgbClr val="000000"/>
                  </a:solidFill>
                  <a:latin typeface="Arial"/>
                  <a:ea typeface="Arial"/>
                  <a:cs typeface="Arial"/>
                  <a:sym typeface="Arial"/>
                </a:rPr>
                <a:t>Desarrollar épicas</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a:pPr>
              <a:r>
                <a:rPr b="0" i="0" lang="es-ES" sz="1200" u="none" cap="none" strike="noStrike">
                  <a:solidFill>
                    <a:srgbClr val="000000"/>
                  </a:solidFill>
                  <a:latin typeface="Arial"/>
                  <a:ea typeface="Arial"/>
                  <a:cs typeface="Arial"/>
                  <a:sym typeface="Arial"/>
                </a:rPr>
                <a:t>Crear el backlog Priorizado</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a:pPr>
              <a:r>
                <a:rPr b="0" i="0" lang="es-ES" sz="1200" u="none" cap="none" strike="noStrike">
                  <a:solidFill>
                    <a:srgbClr val="000000"/>
                  </a:solidFill>
                  <a:latin typeface="Arial"/>
                  <a:ea typeface="Arial"/>
                  <a:cs typeface="Arial"/>
                  <a:sym typeface="Arial"/>
                </a:rPr>
                <a:t>Realizar la planificación del lanzamiento</a:t>
              </a:r>
              <a:endParaRPr b="0" i="0" sz="1200" u="none" cap="none" strike="noStrike">
                <a:solidFill>
                  <a:srgbClr val="000000"/>
                </a:solidFill>
                <a:latin typeface="Arial"/>
                <a:ea typeface="Arial"/>
                <a:cs typeface="Arial"/>
                <a:sym typeface="Arial"/>
              </a:endParaRPr>
            </a:p>
          </p:txBody>
        </p:sp>
        <p:sp>
          <p:nvSpPr>
            <p:cNvPr id="810" name="Google Shape;810;p123"/>
            <p:cNvSpPr/>
            <p:nvPr/>
          </p:nvSpPr>
          <p:spPr>
            <a:xfrm>
              <a:off x="1851870" y="352272"/>
              <a:ext cx="1620739" cy="519870"/>
            </a:xfrm>
            <a:prstGeom prst="rect">
              <a:avLst/>
            </a:prstGeom>
            <a:solidFill>
              <a:srgbClr val="DE2D73"/>
            </a:solidFill>
            <a:ln cap="flat" cmpd="sng" w="25400">
              <a:solidFill>
                <a:srgbClr val="DE2D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23"/>
            <p:cNvSpPr txBox="1"/>
            <p:nvPr/>
          </p:nvSpPr>
          <p:spPr>
            <a:xfrm>
              <a:off x="1851870" y="352272"/>
              <a:ext cx="1620739" cy="519870"/>
            </a:xfrm>
            <a:prstGeom prst="rect">
              <a:avLst/>
            </a:prstGeom>
            <a:noFill/>
            <a:ln>
              <a:noFill/>
            </a:ln>
          </p:spPr>
          <p:txBody>
            <a:bodyPr anchorCtr="0" anchor="ctr" bIns="60950" lIns="106675" spcFirstLastPara="1" rIns="106675" wrap="square" tIns="60950">
              <a:noAutofit/>
            </a:bodyPr>
            <a:lstStyle/>
            <a:p>
              <a:pPr indent="0" lvl="0" marL="0" marR="0" rtl="0" algn="ctr">
                <a:lnSpc>
                  <a:spcPct val="90000"/>
                </a:lnSpc>
                <a:spcBef>
                  <a:spcPts val="0"/>
                </a:spcBef>
                <a:spcAft>
                  <a:spcPts val="0"/>
                </a:spcAft>
                <a:buClr>
                  <a:srgbClr val="000000"/>
                </a:buClr>
                <a:buSzPts val="1500"/>
                <a:buFont typeface="Arial"/>
                <a:buNone/>
              </a:pPr>
              <a:r>
                <a:rPr b="0" i="0" lang="es-ES" sz="1500" u="none" cap="none" strike="noStrike">
                  <a:solidFill>
                    <a:schemeClr val="lt1"/>
                  </a:solidFill>
                  <a:latin typeface="Arial"/>
                  <a:ea typeface="Arial"/>
                  <a:cs typeface="Arial"/>
                  <a:sym typeface="Arial"/>
                </a:rPr>
                <a:t>Planificación y estimación.</a:t>
              </a:r>
              <a:endParaRPr b="0" i="0" sz="1500" u="none" cap="none" strike="noStrike">
                <a:solidFill>
                  <a:schemeClr val="lt1"/>
                </a:solidFill>
                <a:latin typeface="Arial"/>
                <a:ea typeface="Arial"/>
                <a:cs typeface="Arial"/>
                <a:sym typeface="Arial"/>
              </a:endParaRPr>
            </a:p>
          </p:txBody>
        </p:sp>
        <p:sp>
          <p:nvSpPr>
            <p:cNvPr id="812" name="Google Shape;812;p123"/>
            <p:cNvSpPr/>
            <p:nvPr/>
          </p:nvSpPr>
          <p:spPr>
            <a:xfrm>
              <a:off x="1851870" y="872142"/>
              <a:ext cx="1620739" cy="2058750"/>
            </a:xfrm>
            <a:prstGeom prst="rect">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123"/>
            <p:cNvSpPr txBox="1"/>
            <p:nvPr/>
          </p:nvSpPr>
          <p:spPr>
            <a:xfrm>
              <a:off x="1851870" y="872142"/>
              <a:ext cx="1620739" cy="2058750"/>
            </a:xfrm>
            <a:prstGeom prst="rect">
              <a:avLst/>
            </a:prstGeom>
            <a:noFill/>
            <a:ln>
              <a:noFill/>
            </a:ln>
          </p:spPr>
          <p:txBody>
            <a:bodyPr anchorCtr="0" anchor="t" bIns="96000" lIns="64000" spcFirstLastPara="1" rIns="85325" wrap="square" tIns="64000">
              <a:noAutofit/>
            </a:bodyPr>
            <a:lstStyle/>
            <a:p>
              <a:pPr indent="-114300" lvl="1" marL="114300" marR="0" rtl="0" algn="l">
                <a:lnSpc>
                  <a:spcPct val="90000"/>
                </a:lnSpc>
                <a:spcBef>
                  <a:spcPts val="0"/>
                </a:spcBef>
                <a:spcAft>
                  <a:spcPts val="0"/>
                </a:spcAft>
                <a:buClr>
                  <a:srgbClr val="000000"/>
                </a:buClr>
                <a:buSzPts val="1200"/>
                <a:buFont typeface="Arial"/>
                <a:buAutoNum type="arabicPeriod" startAt="7"/>
              </a:pPr>
              <a:r>
                <a:rPr b="0" i="0" lang="es-ES" sz="1200" u="none" cap="none" strike="noStrike">
                  <a:solidFill>
                    <a:srgbClr val="000000"/>
                  </a:solidFill>
                  <a:latin typeface="Arial"/>
                  <a:ea typeface="Arial"/>
                  <a:cs typeface="Arial"/>
                  <a:sym typeface="Arial"/>
                </a:rPr>
                <a:t>Crear historias de usuario</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startAt="7"/>
              </a:pPr>
              <a:r>
                <a:rPr b="0" i="0" lang="es-ES" sz="1200" u="none" cap="none" strike="noStrike">
                  <a:solidFill>
                    <a:srgbClr val="000000"/>
                  </a:solidFill>
                  <a:latin typeface="Arial"/>
                  <a:ea typeface="Arial"/>
                  <a:cs typeface="Arial"/>
                  <a:sym typeface="Arial"/>
                </a:rPr>
                <a:t>Estimar Historias de Usuario</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startAt="7"/>
              </a:pPr>
              <a:r>
                <a:rPr b="0" i="0" lang="es-ES" sz="1200" u="none" cap="none" strike="noStrike">
                  <a:solidFill>
                    <a:srgbClr val="000000"/>
                  </a:solidFill>
                  <a:latin typeface="Arial"/>
                  <a:ea typeface="Arial"/>
                  <a:cs typeface="Arial"/>
                  <a:sym typeface="Arial"/>
                </a:rPr>
                <a:t>Comprometer Historias de Usuario</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startAt="7"/>
              </a:pPr>
              <a:r>
                <a:rPr b="0" i="0" lang="es-ES" sz="1200" u="none" cap="none" strike="noStrike">
                  <a:solidFill>
                    <a:srgbClr val="000000"/>
                  </a:solidFill>
                  <a:latin typeface="Arial"/>
                  <a:ea typeface="Arial"/>
                  <a:cs typeface="Arial"/>
                  <a:sym typeface="Arial"/>
                </a:rPr>
                <a:t>Identificar tareas</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startAt="7"/>
              </a:pPr>
              <a:r>
                <a:rPr b="0" i="0" lang="es-ES" sz="1200" u="none" cap="none" strike="noStrike">
                  <a:solidFill>
                    <a:srgbClr val="000000"/>
                  </a:solidFill>
                  <a:latin typeface="Arial"/>
                  <a:ea typeface="Arial"/>
                  <a:cs typeface="Arial"/>
                  <a:sym typeface="Arial"/>
                </a:rPr>
                <a:t>Estimar tareas</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startAt="7"/>
              </a:pPr>
              <a:r>
                <a:rPr b="0" i="0" lang="es-ES" sz="1200" u="none" cap="none" strike="noStrike">
                  <a:solidFill>
                    <a:srgbClr val="000000"/>
                  </a:solidFill>
                  <a:latin typeface="Arial"/>
                  <a:ea typeface="Arial"/>
                  <a:cs typeface="Arial"/>
                  <a:sym typeface="Arial"/>
                </a:rPr>
                <a:t>Crear el spring backlog</a:t>
              </a:r>
              <a:endParaRPr b="0" i="0" sz="1200" u="none" cap="none" strike="noStrike">
                <a:solidFill>
                  <a:srgbClr val="000000"/>
                </a:solidFill>
                <a:latin typeface="Arial"/>
                <a:ea typeface="Arial"/>
                <a:cs typeface="Arial"/>
                <a:sym typeface="Arial"/>
              </a:endParaRPr>
            </a:p>
          </p:txBody>
        </p:sp>
        <p:sp>
          <p:nvSpPr>
            <p:cNvPr id="814" name="Google Shape;814;p123"/>
            <p:cNvSpPr/>
            <p:nvPr/>
          </p:nvSpPr>
          <p:spPr>
            <a:xfrm>
              <a:off x="3699513" y="352272"/>
              <a:ext cx="1620739" cy="519870"/>
            </a:xfrm>
            <a:prstGeom prst="rect">
              <a:avLst/>
            </a:prstGeom>
            <a:solidFill>
              <a:srgbClr val="DE2D73"/>
            </a:solidFill>
            <a:ln cap="flat" cmpd="sng" w="25400">
              <a:solidFill>
                <a:srgbClr val="DE2D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123"/>
            <p:cNvSpPr txBox="1"/>
            <p:nvPr/>
          </p:nvSpPr>
          <p:spPr>
            <a:xfrm>
              <a:off x="3699513" y="352272"/>
              <a:ext cx="1620739" cy="519870"/>
            </a:xfrm>
            <a:prstGeom prst="rect">
              <a:avLst/>
            </a:prstGeom>
            <a:noFill/>
            <a:ln>
              <a:noFill/>
            </a:ln>
          </p:spPr>
          <p:txBody>
            <a:bodyPr anchorCtr="0" anchor="ctr" bIns="60950" lIns="106675" spcFirstLastPara="1" rIns="106675" wrap="square" tIns="60950">
              <a:noAutofit/>
            </a:bodyPr>
            <a:lstStyle/>
            <a:p>
              <a:pPr indent="0" lvl="0" marL="0" marR="0" rtl="0" algn="ctr">
                <a:lnSpc>
                  <a:spcPct val="90000"/>
                </a:lnSpc>
                <a:spcBef>
                  <a:spcPts val="0"/>
                </a:spcBef>
                <a:spcAft>
                  <a:spcPts val="0"/>
                </a:spcAft>
                <a:buClr>
                  <a:srgbClr val="000000"/>
                </a:buClr>
                <a:buSzPts val="1500"/>
                <a:buFont typeface="Arial"/>
                <a:buNone/>
              </a:pPr>
              <a:r>
                <a:rPr b="0" i="0" lang="es-ES" sz="1500" u="none" cap="none" strike="noStrike">
                  <a:solidFill>
                    <a:schemeClr val="lt1"/>
                  </a:solidFill>
                  <a:latin typeface="Arial"/>
                  <a:ea typeface="Arial"/>
                  <a:cs typeface="Arial"/>
                  <a:sym typeface="Arial"/>
                </a:rPr>
                <a:t>Implementación</a:t>
              </a:r>
              <a:endParaRPr b="0" i="0" sz="1500" u="none" cap="none" strike="noStrike">
                <a:solidFill>
                  <a:schemeClr val="lt1"/>
                </a:solidFill>
                <a:latin typeface="Arial"/>
                <a:ea typeface="Arial"/>
                <a:cs typeface="Arial"/>
                <a:sym typeface="Arial"/>
              </a:endParaRPr>
            </a:p>
          </p:txBody>
        </p:sp>
        <p:sp>
          <p:nvSpPr>
            <p:cNvPr id="816" name="Google Shape;816;p123"/>
            <p:cNvSpPr/>
            <p:nvPr/>
          </p:nvSpPr>
          <p:spPr>
            <a:xfrm>
              <a:off x="3699513" y="872142"/>
              <a:ext cx="1620739" cy="2058750"/>
            </a:xfrm>
            <a:prstGeom prst="rect">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123"/>
            <p:cNvSpPr txBox="1"/>
            <p:nvPr/>
          </p:nvSpPr>
          <p:spPr>
            <a:xfrm>
              <a:off x="3699513" y="872142"/>
              <a:ext cx="1620739" cy="2058750"/>
            </a:xfrm>
            <a:prstGeom prst="rect">
              <a:avLst/>
            </a:prstGeom>
            <a:noFill/>
            <a:ln>
              <a:noFill/>
            </a:ln>
          </p:spPr>
          <p:txBody>
            <a:bodyPr anchorCtr="0" anchor="t" bIns="96000" lIns="64000" spcFirstLastPara="1" rIns="85325" wrap="square" tIns="64000">
              <a:noAutofit/>
            </a:bodyPr>
            <a:lstStyle/>
            <a:p>
              <a:pPr indent="-114300" lvl="1" marL="114300" marR="0" rtl="0" algn="l">
                <a:lnSpc>
                  <a:spcPct val="90000"/>
                </a:lnSpc>
                <a:spcBef>
                  <a:spcPts val="0"/>
                </a:spcBef>
                <a:spcAft>
                  <a:spcPts val="0"/>
                </a:spcAft>
                <a:buClr>
                  <a:srgbClr val="000000"/>
                </a:buClr>
                <a:buSzPts val="1200"/>
                <a:buFont typeface="Arial"/>
                <a:buAutoNum type="arabicPeriod" startAt="13"/>
              </a:pPr>
              <a:r>
                <a:rPr b="0" i="0" lang="es-ES" sz="1200" u="none" cap="none" strike="noStrike">
                  <a:solidFill>
                    <a:srgbClr val="000000"/>
                  </a:solidFill>
                  <a:latin typeface="Arial"/>
                  <a:ea typeface="Arial"/>
                  <a:cs typeface="Arial"/>
                  <a:sym typeface="Arial"/>
                </a:rPr>
                <a:t>Crear entregables</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startAt="13"/>
              </a:pPr>
              <a:r>
                <a:rPr b="0" i="0" lang="es-ES" sz="1200" u="none" cap="none" strike="noStrike">
                  <a:solidFill>
                    <a:srgbClr val="000000"/>
                  </a:solidFill>
                  <a:latin typeface="Arial"/>
                  <a:ea typeface="Arial"/>
                  <a:cs typeface="Arial"/>
                  <a:sym typeface="Arial"/>
                </a:rPr>
                <a:t>Realizar Daily Standup</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startAt="13"/>
              </a:pPr>
              <a:r>
                <a:rPr b="0" i="0" lang="es-ES" sz="1200" u="none" cap="none" strike="noStrike">
                  <a:solidFill>
                    <a:srgbClr val="000000"/>
                  </a:solidFill>
                  <a:latin typeface="Arial"/>
                  <a:ea typeface="Arial"/>
                  <a:cs typeface="Arial"/>
                  <a:sym typeface="Arial"/>
                </a:rPr>
                <a:t>Refinar el Backlog priorizado del producto.</a:t>
              </a:r>
              <a:endParaRPr b="0" i="0" sz="1200" u="none" cap="none" strike="noStrike">
                <a:solidFill>
                  <a:srgbClr val="000000"/>
                </a:solidFill>
                <a:latin typeface="Arial"/>
                <a:ea typeface="Arial"/>
                <a:cs typeface="Arial"/>
                <a:sym typeface="Arial"/>
              </a:endParaRPr>
            </a:p>
          </p:txBody>
        </p:sp>
        <p:sp>
          <p:nvSpPr>
            <p:cNvPr id="818" name="Google Shape;818;p123"/>
            <p:cNvSpPr/>
            <p:nvPr/>
          </p:nvSpPr>
          <p:spPr>
            <a:xfrm>
              <a:off x="5547156" y="352272"/>
              <a:ext cx="1620739" cy="519870"/>
            </a:xfrm>
            <a:prstGeom prst="rect">
              <a:avLst/>
            </a:prstGeom>
            <a:solidFill>
              <a:srgbClr val="DE2D73"/>
            </a:solidFill>
            <a:ln cap="flat" cmpd="sng" w="25400">
              <a:solidFill>
                <a:srgbClr val="DE2D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23"/>
            <p:cNvSpPr txBox="1"/>
            <p:nvPr/>
          </p:nvSpPr>
          <p:spPr>
            <a:xfrm>
              <a:off x="5547156" y="352272"/>
              <a:ext cx="1620739" cy="519870"/>
            </a:xfrm>
            <a:prstGeom prst="rect">
              <a:avLst/>
            </a:prstGeom>
            <a:noFill/>
            <a:ln>
              <a:noFill/>
            </a:ln>
          </p:spPr>
          <p:txBody>
            <a:bodyPr anchorCtr="0" anchor="ctr" bIns="60950" lIns="106675" spcFirstLastPara="1" rIns="106675" wrap="square" tIns="60950">
              <a:noAutofit/>
            </a:bodyPr>
            <a:lstStyle/>
            <a:p>
              <a:pPr indent="0" lvl="0" marL="0" marR="0" rtl="0" algn="ctr">
                <a:lnSpc>
                  <a:spcPct val="90000"/>
                </a:lnSpc>
                <a:spcBef>
                  <a:spcPts val="0"/>
                </a:spcBef>
                <a:spcAft>
                  <a:spcPts val="0"/>
                </a:spcAft>
                <a:buClr>
                  <a:srgbClr val="000000"/>
                </a:buClr>
                <a:buSzPts val="1500"/>
                <a:buFont typeface="Arial"/>
                <a:buNone/>
              </a:pPr>
              <a:r>
                <a:rPr b="0" i="0" lang="es-ES" sz="1500" u="none" cap="none" strike="noStrike">
                  <a:solidFill>
                    <a:schemeClr val="lt1"/>
                  </a:solidFill>
                  <a:latin typeface="Arial"/>
                  <a:ea typeface="Arial"/>
                  <a:cs typeface="Arial"/>
                  <a:sym typeface="Arial"/>
                </a:rPr>
                <a:t>Revisión y Retroespectiva</a:t>
              </a:r>
              <a:endParaRPr b="0" i="0" sz="1500" u="none" cap="none" strike="noStrike">
                <a:solidFill>
                  <a:schemeClr val="lt1"/>
                </a:solidFill>
                <a:latin typeface="Arial"/>
                <a:ea typeface="Arial"/>
                <a:cs typeface="Arial"/>
                <a:sym typeface="Arial"/>
              </a:endParaRPr>
            </a:p>
          </p:txBody>
        </p:sp>
        <p:sp>
          <p:nvSpPr>
            <p:cNvPr id="820" name="Google Shape;820;p123"/>
            <p:cNvSpPr/>
            <p:nvPr/>
          </p:nvSpPr>
          <p:spPr>
            <a:xfrm>
              <a:off x="5547156" y="872142"/>
              <a:ext cx="1620739" cy="2058750"/>
            </a:xfrm>
            <a:prstGeom prst="rect">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23"/>
            <p:cNvSpPr txBox="1"/>
            <p:nvPr/>
          </p:nvSpPr>
          <p:spPr>
            <a:xfrm>
              <a:off x="5547156" y="872142"/>
              <a:ext cx="1620739" cy="2058750"/>
            </a:xfrm>
            <a:prstGeom prst="rect">
              <a:avLst/>
            </a:prstGeom>
            <a:noFill/>
            <a:ln>
              <a:noFill/>
            </a:ln>
          </p:spPr>
          <p:txBody>
            <a:bodyPr anchorCtr="0" anchor="t" bIns="96000" lIns="64000" spcFirstLastPara="1" rIns="85325" wrap="square" tIns="64000">
              <a:noAutofit/>
            </a:bodyPr>
            <a:lstStyle/>
            <a:p>
              <a:pPr indent="-114300" lvl="1" marL="114300" marR="0" rtl="0" algn="l">
                <a:lnSpc>
                  <a:spcPct val="90000"/>
                </a:lnSpc>
                <a:spcBef>
                  <a:spcPts val="0"/>
                </a:spcBef>
                <a:spcAft>
                  <a:spcPts val="0"/>
                </a:spcAft>
                <a:buClr>
                  <a:srgbClr val="000000"/>
                </a:buClr>
                <a:buSzPts val="1200"/>
                <a:buFont typeface="Arial"/>
                <a:buAutoNum type="arabicPeriod" startAt="16"/>
              </a:pPr>
              <a:r>
                <a:rPr b="0" i="0" lang="es-ES" sz="1200" u="none" cap="none" strike="noStrike">
                  <a:solidFill>
                    <a:srgbClr val="000000"/>
                  </a:solidFill>
                  <a:latin typeface="Arial"/>
                  <a:ea typeface="Arial"/>
                  <a:cs typeface="Arial"/>
                  <a:sym typeface="Arial"/>
                </a:rPr>
                <a:t>Demostrar y validar el Sprint</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startAt="16"/>
              </a:pPr>
              <a:r>
                <a:rPr b="0" i="0" lang="es-ES" sz="1200" u="none" cap="none" strike="noStrike">
                  <a:solidFill>
                    <a:srgbClr val="000000"/>
                  </a:solidFill>
                  <a:latin typeface="Arial"/>
                  <a:ea typeface="Arial"/>
                  <a:cs typeface="Arial"/>
                  <a:sym typeface="Arial"/>
                </a:rPr>
                <a:t>Retroespectiva del Sprint</a:t>
              </a:r>
              <a:endParaRPr b="0" i="0" sz="1200" u="none" cap="none" strike="noStrike">
                <a:solidFill>
                  <a:srgbClr val="000000"/>
                </a:solidFill>
                <a:latin typeface="Arial"/>
                <a:ea typeface="Arial"/>
                <a:cs typeface="Arial"/>
                <a:sym typeface="Arial"/>
              </a:endParaRPr>
            </a:p>
          </p:txBody>
        </p:sp>
        <p:sp>
          <p:nvSpPr>
            <p:cNvPr id="822" name="Google Shape;822;p123"/>
            <p:cNvSpPr/>
            <p:nvPr/>
          </p:nvSpPr>
          <p:spPr>
            <a:xfrm>
              <a:off x="7394798" y="352272"/>
              <a:ext cx="1620739" cy="519870"/>
            </a:xfrm>
            <a:prstGeom prst="rect">
              <a:avLst/>
            </a:prstGeom>
            <a:solidFill>
              <a:srgbClr val="DE2D73"/>
            </a:solidFill>
            <a:ln cap="flat" cmpd="sng" w="25400">
              <a:solidFill>
                <a:srgbClr val="DE2D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123"/>
            <p:cNvSpPr txBox="1"/>
            <p:nvPr/>
          </p:nvSpPr>
          <p:spPr>
            <a:xfrm>
              <a:off x="7394798" y="352272"/>
              <a:ext cx="1620739" cy="519870"/>
            </a:xfrm>
            <a:prstGeom prst="rect">
              <a:avLst/>
            </a:prstGeom>
            <a:noFill/>
            <a:ln>
              <a:noFill/>
            </a:ln>
          </p:spPr>
          <p:txBody>
            <a:bodyPr anchorCtr="0" anchor="ctr" bIns="60950" lIns="106675" spcFirstLastPara="1" rIns="106675" wrap="square" tIns="60950">
              <a:noAutofit/>
            </a:bodyPr>
            <a:lstStyle/>
            <a:p>
              <a:pPr indent="0" lvl="0" marL="0" marR="0" rtl="0" algn="ctr">
                <a:lnSpc>
                  <a:spcPct val="90000"/>
                </a:lnSpc>
                <a:spcBef>
                  <a:spcPts val="0"/>
                </a:spcBef>
                <a:spcAft>
                  <a:spcPts val="0"/>
                </a:spcAft>
                <a:buClr>
                  <a:srgbClr val="000000"/>
                </a:buClr>
                <a:buSzPts val="1500"/>
                <a:buFont typeface="Arial"/>
                <a:buNone/>
              </a:pPr>
              <a:r>
                <a:rPr b="0" i="0" lang="es-ES" sz="1500" u="none" cap="none" strike="noStrike">
                  <a:solidFill>
                    <a:schemeClr val="lt1"/>
                  </a:solidFill>
                  <a:latin typeface="Arial"/>
                  <a:ea typeface="Arial"/>
                  <a:cs typeface="Arial"/>
                  <a:sym typeface="Arial"/>
                </a:rPr>
                <a:t>Lanzamiento</a:t>
              </a:r>
              <a:endParaRPr b="0" i="0" sz="1500" u="none" cap="none" strike="noStrike">
                <a:solidFill>
                  <a:schemeClr val="lt1"/>
                </a:solidFill>
                <a:latin typeface="Arial"/>
                <a:ea typeface="Arial"/>
                <a:cs typeface="Arial"/>
                <a:sym typeface="Arial"/>
              </a:endParaRPr>
            </a:p>
          </p:txBody>
        </p:sp>
        <p:sp>
          <p:nvSpPr>
            <p:cNvPr id="824" name="Google Shape;824;p123"/>
            <p:cNvSpPr/>
            <p:nvPr/>
          </p:nvSpPr>
          <p:spPr>
            <a:xfrm>
              <a:off x="7394798" y="872142"/>
              <a:ext cx="1620739" cy="2058750"/>
            </a:xfrm>
            <a:prstGeom prst="rect">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123"/>
            <p:cNvSpPr txBox="1"/>
            <p:nvPr/>
          </p:nvSpPr>
          <p:spPr>
            <a:xfrm>
              <a:off x="7394798" y="872142"/>
              <a:ext cx="1620739" cy="2058750"/>
            </a:xfrm>
            <a:prstGeom prst="rect">
              <a:avLst/>
            </a:prstGeom>
            <a:noFill/>
            <a:ln>
              <a:noFill/>
            </a:ln>
          </p:spPr>
          <p:txBody>
            <a:bodyPr anchorCtr="0" anchor="t" bIns="96000" lIns="64000" spcFirstLastPara="1" rIns="85325" wrap="square" tIns="64000">
              <a:noAutofit/>
            </a:bodyPr>
            <a:lstStyle/>
            <a:p>
              <a:pPr indent="-114300" lvl="1" marL="114300" marR="0" rtl="0" algn="l">
                <a:lnSpc>
                  <a:spcPct val="90000"/>
                </a:lnSpc>
                <a:spcBef>
                  <a:spcPts val="0"/>
                </a:spcBef>
                <a:spcAft>
                  <a:spcPts val="0"/>
                </a:spcAft>
                <a:buClr>
                  <a:srgbClr val="000000"/>
                </a:buClr>
                <a:buSzPts val="1200"/>
                <a:buFont typeface="Arial"/>
                <a:buAutoNum type="arabicPeriod" startAt="18"/>
              </a:pPr>
              <a:r>
                <a:rPr b="0" i="0" lang="es-ES" sz="1200" u="none" cap="none" strike="noStrike">
                  <a:solidFill>
                    <a:srgbClr val="000000"/>
                  </a:solidFill>
                  <a:latin typeface="Arial"/>
                  <a:ea typeface="Arial"/>
                  <a:cs typeface="Arial"/>
                  <a:sym typeface="Arial"/>
                </a:rPr>
                <a:t>Enviar entregables</a:t>
              </a:r>
              <a:endParaRPr b="0" i="0" sz="1200" u="none" cap="none" strike="noStrike">
                <a:solidFill>
                  <a:srgbClr val="000000"/>
                </a:solidFill>
                <a:latin typeface="Arial"/>
                <a:ea typeface="Arial"/>
                <a:cs typeface="Arial"/>
                <a:sym typeface="Arial"/>
              </a:endParaRPr>
            </a:p>
            <a:p>
              <a:pPr indent="-114300" lvl="1" marL="114300" marR="0" rtl="0" algn="l">
                <a:lnSpc>
                  <a:spcPct val="90000"/>
                </a:lnSpc>
                <a:spcBef>
                  <a:spcPts val="180"/>
                </a:spcBef>
                <a:spcAft>
                  <a:spcPts val="0"/>
                </a:spcAft>
                <a:buClr>
                  <a:srgbClr val="000000"/>
                </a:buClr>
                <a:buSzPts val="1200"/>
                <a:buFont typeface="Arial"/>
                <a:buAutoNum type="arabicPeriod" startAt="18"/>
              </a:pPr>
              <a:r>
                <a:rPr b="0" i="0" lang="es-ES" sz="1200" u="none" cap="none" strike="noStrike">
                  <a:solidFill>
                    <a:srgbClr val="000000"/>
                  </a:solidFill>
                  <a:latin typeface="Arial"/>
                  <a:ea typeface="Arial"/>
                  <a:cs typeface="Arial"/>
                  <a:sym typeface="Arial"/>
                </a:rPr>
                <a:t>Retroespectiva del proyecto</a:t>
              </a:r>
              <a:endParaRPr b="0" i="0" sz="1200" u="none" cap="none" strike="noStrike">
                <a:solidFill>
                  <a:srgbClr val="000000"/>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g1350e5ad54e_0_680"/>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sp>
        <p:nvSpPr>
          <p:cNvPr id="831" name="Google Shape;831;g1350e5ad54e_0_680"/>
          <p:cNvSpPr txBox="1"/>
          <p:nvPr>
            <p:ph idx="1" type="body"/>
          </p:nvPr>
        </p:nvSpPr>
        <p:spPr>
          <a:xfrm>
            <a:off x="294150" y="1447200"/>
            <a:ext cx="8555700" cy="5137800"/>
          </a:xfrm>
          <a:prstGeom prst="rect">
            <a:avLst/>
          </a:prstGeom>
          <a:noFill/>
          <a:ln>
            <a:noFill/>
          </a:ln>
        </p:spPr>
        <p:txBody>
          <a:bodyPr anchorCtr="0" anchor="t" bIns="45700" lIns="91425" spcFirstLastPara="1" rIns="91425" wrap="square" tIns="45700">
            <a:noAutofit/>
          </a:bodyPr>
          <a:lstStyle/>
          <a:p>
            <a:pPr indent="-406400" lvl="0" marL="457200" rtl="0" algn="l">
              <a:lnSpc>
                <a:spcPct val="90000"/>
              </a:lnSpc>
              <a:spcBef>
                <a:spcPts val="1000"/>
              </a:spcBef>
              <a:spcAft>
                <a:spcPts val="0"/>
              </a:spcAft>
              <a:buSzPts val="2800"/>
              <a:buFont typeface="Arial"/>
              <a:buAutoNum type="arabicPeriod"/>
            </a:pPr>
            <a:r>
              <a:rPr lang="es-ES"/>
              <a:t>Crear visión del proyecto</a:t>
            </a:r>
            <a:endParaRPr/>
          </a:p>
          <a:p>
            <a:pPr indent="-406400" lvl="0" marL="457200" rtl="0" algn="l">
              <a:lnSpc>
                <a:spcPct val="90000"/>
              </a:lnSpc>
              <a:spcBef>
                <a:spcPts val="1000"/>
              </a:spcBef>
              <a:spcAft>
                <a:spcPts val="0"/>
              </a:spcAft>
              <a:buSzPts val="2800"/>
              <a:buFont typeface="Arial"/>
              <a:buAutoNum type="arabicPeriod"/>
            </a:pPr>
            <a:r>
              <a:rPr lang="es-ES"/>
              <a:t>Identificar Roles</a:t>
            </a:r>
            <a:endParaRPr/>
          </a:p>
          <a:p>
            <a:pPr indent="-406400" lvl="0" marL="457200" rtl="0" algn="l">
              <a:lnSpc>
                <a:spcPct val="90000"/>
              </a:lnSpc>
              <a:spcBef>
                <a:spcPts val="1000"/>
              </a:spcBef>
              <a:spcAft>
                <a:spcPts val="0"/>
              </a:spcAft>
              <a:buSzPts val="2800"/>
              <a:buFont typeface="Arial"/>
              <a:buAutoNum type="arabicPeriod"/>
            </a:pPr>
            <a:r>
              <a:rPr lang="es-ES"/>
              <a:t>Formar Equipos Scrum</a:t>
            </a:r>
            <a:endParaRPr/>
          </a:p>
          <a:p>
            <a:pPr indent="-406400" lvl="0" marL="457200" rtl="0" algn="l">
              <a:lnSpc>
                <a:spcPct val="90000"/>
              </a:lnSpc>
              <a:spcBef>
                <a:spcPts val="1000"/>
              </a:spcBef>
              <a:spcAft>
                <a:spcPts val="0"/>
              </a:spcAft>
              <a:buSzPts val="2800"/>
              <a:buFont typeface="Arial"/>
              <a:buAutoNum type="arabicPeriod"/>
            </a:pPr>
            <a:r>
              <a:rPr lang="es-ES"/>
              <a:t>Desarrollar épicas</a:t>
            </a:r>
            <a:endParaRPr/>
          </a:p>
          <a:p>
            <a:pPr indent="-406400" lvl="0" marL="457200" rtl="0" algn="l">
              <a:lnSpc>
                <a:spcPct val="90000"/>
              </a:lnSpc>
              <a:spcBef>
                <a:spcPts val="1000"/>
              </a:spcBef>
              <a:spcAft>
                <a:spcPts val="0"/>
              </a:spcAft>
              <a:buSzPts val="2800"/>
              <a:buFont typeface="Arial"/>
              <a:buAutoNum type="arabicPeriod"/>
            </a:pPr>
            <a:r>
              <a:rPr lang="es-ES"/>
              <a:t>Crear el backlog Priorizado</a:t>
            </a:r>
            <a:endParaRPr/>
          </a:p>
          <a:p>
            <a:pPr indent="-406400" lvl="0" marL="457200" rtl="0" algn="l">
              <a:lnSpc>
                <a:spcPct val="90000"/>
              </a:lnSpc>
              <a:spcBef>
                <a:spcPts val="1000"/>
              </a:spcBef>
              <a:spcAft>
                <a:spcPts val="0"/>
              </a:spcAft>
              <a:buSzPts val="2800"/>
              <a:buFont typeface="Arial"/>
              <a:buAutoNum type="arabicPeriod"/>
            </a:pPr>
            <a:r>
              <a:rPr lang="es-ES"/>
              <a:t>Realizar la planificación del lanzamiento</a:t>
            </a:r>
            <a:endParaRPr/>
          </a:p>
          <a:p>
            <a:pPr indent="-228600" lvl="0" marL="457200" marR="0" rtl="0" algn="l">
              <a:lnSpc>
                <a:spcPct val="90000"/>
              </a:lnSpc>
              <a:spcBef>
                <a:spcPts val="1000"/>
              </a:spcBef>
              <a:spcAft>
                <a:spcPts val="0"/>
              </a:spcAft>
              <a:buClr>
                <a:srgbClr val="DE3075"/>
              </a:buClr>
              <a:buSzPts val="2800"/>
              <a:buFont typeface="Franklin Gothic"/>
              <a:buNone/>
            </a:pPr>
            <a:r>
              <a:t/>
            </a:r>
            <a:endParaRPr/>
          </a:p>
        </p:txBody>
      </p:sp>
      <p:sp>
        <p:nvSpPr>
          <p:cNvPr id="832" name="Google Shape;832;g1350e5ad54e_0_680"/>
          <p:cNvSpPr txBox="1"/>
          <p:nvPr>
            <p:ph idx="4294967295" type="title"/>
          </p:nvPr>
        </p:nvSpPr>
        <p:spPr>
          <a:xfrm>
            <a:off x="2449500" y="441325"/>
            <a:ext cx="62094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400"/>
              <a:t>Procesos de la fase de Inicio de Scrum</a:t>
            </a:r>
            <a:endParaRPr sz="24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g1350e5ad54e_0_684"/>
          <p:cNvSpPr txBox="1"/>
          <p:nvPr>
            <p:ph idx="1" type="body"/>
          </p:nvPr>
        </p:nvSpPr>
        <p:spPr>
          <a:xfrm>
            <a:off x="261092" y="610702"/>
            <a:ext cx="19755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SCRUM</a:t>
            </a:r>
            <a:endParaRPr/>
          </a:p>
        </p:txBody>
      </p:sp>
      <p:sp>
        <p:nvSpPr>
          <p:cNvPr id="838" name="Google Shape;838;g1350e5ad54e_0_684"/>
          <p:cNvSpPr txBox="1"/>
          <p:nvPr>
            <p:ph idx="1" type="body"/>
          </p:nvPr>
        </p:nvSpPr>
        <p:spPr>
          <a:xfrm>
            <a:off x="446550" y="14472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La entrada para este proceso es el caso de negocio que se quiere apoyar.</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La idea es crear una clara visión y enforque del proyecto.</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La visión la debe proporcionar el Product Owner a partir de los requerimientos del negocio.</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Esta visión debe estar alineada con los intereses de los Stakeholders.</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La visión del proyecto debe enfocarse en el problema y no en la solución.</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La creación de la visión del proyecto es función del Product Owner.</a:t>
            </a:r>
            <a:endParaRPr/>
          </a:p>
          <a:p>
            <a:pPr indent="-228600" lvl="0" marL="457200" marR="0" rtl="0" algn="l">
              <a:lnSpc>
                <a:spcPct val="90000"/>
              </a:lnSpc>
              <a:spcBef>
                <a:spcPts val="1000"/>
              </a:spcBef>
              <a:spcAft>
                <a:spcPts val="0"/>
              </a:spcAft>
              <a:buClr>
                <a:srgbClr val="DE3075"/>
              </a:buClr>
              <a:buSzPts val="2800"/>
              <a:buFont typeface="Franklin Gothic"/>
              <a:buNone/>
            </a:pPr>
            <a:r>
              <a:t/>
            </a:r>
            <a:endParaRPr/>
          </a:p>
        </p:txBody>
      </p:sp>
      <p:sp>
        <p:nvSpPr>
          <p:cNvPr id="839" name="Google Shape;839;g1350e5ad54e_0_684"/>
          <p:cNvSpPr txBox="1"/>
          <p:nvPr>
            <p:ph idx="4294967295" type="title"/>
          </p:nvPr>
        </p:nvSpPr>
        <p:spPr>
          <a:xfrm>
            <a:off x="2525700" y="441325"/>
            <a:ext cx="6242100"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800"/>
              <a:t>Crear visión del proyecto</a:t>
            </a:r>
            <a:endParaRPr sz="28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grpSp>
        <p:nvGrpSpPr>
          <p:cNvPr id="844" name="Google Shape;844;p126"/>
          <p:cNvGrpSpPr/>
          <p:nvPr/>
        </p:nvGrpSpPr>
        <p:grpSpPr>
          <a:xfrm>
            <a:off x="720069" y="1720653"/>
            <a:ext cx="7747773" cy="4333117"/>
            <a:chOff x="425919" y="502053"/>
            <a:chExt cx="7747773" cy="4333117"/>
          </a:xfrm>
        </p:grpSpPr>
        <p:sp>
          <p:nvSpPr>
            <p:cNvPr id="845" name="Google Shape;845;p126"/>
            <p:cNvSpPr/>
            <p:nvPr/>
          </p:nvSpPr>
          <p:spPr>
            <a:xfrm>
              <a:off x="3378735" y="1464272"/>
              <a:ext cx="1798230" cy="1798230"/>
            </a:xfrm>
            <a:prstGeom prst="ellipse">
              <a:avLst/>
            </a:prstGeom>
            <a:solidFill>
              <a:srgbClr val="DE2D73">
                <a:alpha val="49411"/>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26"/>
            <p:cNvSpPr/>
            <p:nvPr/>
          </p:nvSpPr>
          <p:spPr>
            <a:xfrm>
              <a:off x="3072443" y="502053"/>
              <a:ext cx="2085946" cy="120738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126"/>
            <p:cNvSpPr txBox="1"/>
            <p:nvPr/>
          </p:nvSpPr>
          <p:spPr>
            <a:xfrm>
              <a:off x="3072443" y="502053"/>
              <a:ext cx="2085946" cy="120738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500"/>
                <a:buFont typeface="Arial"/>
                <a:buNone/>
              </a:pPr>
              <a:r>
                <a:rPr b="0" i="0" lang="es-ES" sz="2500" u="none" cap="none" strike="noStrike">
                  <a:solidFill>
                    <a:srgbClr val="000000"/>
                  </a:solidFill>
                  <a:latin typeface="Arial"/>
                  <a:ea typeface="Arial"/>
                  <a:cs typeface="Arial"/>
                  <a:sym typeface="Arial"/>
                </a:rPr>
                <a:t>Declaración de la Visión</a:t>
              </a:r>
              <a:endParaRPr b="0" i="0" sz="2500" u="none" cap="none" strike="noStrike">
                <a:solidFill>
                  <a:srgbClr val="000000"/>
                </a:solidFill>
                <a:latin typeface="Arial"/>
                <a:ea typeface="Arial"/>
                <a:cs typeface="Arial"/>
                <a:sym typeface="Arial"/>
              </a:endParaRPr>
            </a:p>
          </p:txBody>
        </p:sp>
        <p:sp>
          <p:nvSpPr>
            <p:cNvPr id="848" name="Google Shape;848;p126"/>
            <p:cNvSpPr/>
            <p:nvPr/>
          </p:nvSpPr>
          <p:spPr>
            <a:xfrm>
              <a:off x="4062781" y="1961098"/>
              <a:ext cx="1798230" cy="1798230"/>
            </a:xfrm>
            <a:prstGeom prst="ellipse">
              <a:avLst/>
            </a:prstGeom>
            <a:solidFill>
              <a:srgbClr val="DE2D73">
                <a:alpha val="49411"/>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126"/>
            <p:cNvSpPr/>
            <p:nvPr/>
          </p:nvSpPr>
          <p:spPr>
            <a:xfrm>
              <a:off x="6034634" y="1021929"/>
              <a:ext cx="1870159" cy="131013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126"/>
            <p:cNvSpPr txBox="1"/>
            <p:nvPr/>
          </p:nvSpPr>
          <p:spPr>
            <a:xfrm>
              <a:off x="6034634" y="1021929"/>
              <a:ext cx="1870159" cy="131013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500"/>
                <a:buFont typeface="Arial"/>
                <a:buNone/>
              </a:pPr>
              <a:r>
                <a:rPr b="0" i="0" lang="es-ES" sz="2500" u="none" cap="none" strike="noStrike">
                  <a:solidFill>
                    <a:srgbClr val="000000"/>
                  </a:solidFill>
                  <a:latin typeface="Arial"/>
                  <a:ea typeface="Arial"/>
                  <a:cs typeface="Arial"/>
                  <a:sym typeface="Arial"/>
                </a:rPr>
                <a:t>Grupo Objetivo</a:t>
              </a:r>
              <a:endParaRPr b="0" i="0" sz="2500" u="none" cap="none" strike="noStrike">
                <a:solidFill>
                  <a:srgbClr val="000000"/>
                </a:solidFill>
                <a:latin typeface="Arial"/>
                <a:ea typeface="Arial"/>
                <a:cs typeface="Arial"/>
                <a:sym typeface="Arial"/>
              </a:endParaRPr>
            </a:p>
          </p:txBody>
        </p:sp>
        <p:sp>
          <p:nvSpPr>
            <p:cNvPr id="851" name="Google Shape;851;p126"/>
            <p:cNvSpPr/>
            <p:nvPr/>
          </p:nvSpPr>
          <p:spPr>
            <a:xfrm>
              <a:off x="3801678" y="2765677"/>
              <a:ext cx="1798230" cy="1798230"/>
            </a:xfrm>
            <a:prstGeom prst="ellipse">
              <a:avLst/>
            </a:prstGeom>
            <a:solidFill>
              <a:srgbClr val="DE2D73">
                <a:alpha val="49411"/>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126"/>
            <p:cNvSpPr/>
            <p:nvPr/>
          </p:nvSpPr>
          <p:spPr>
            <a:xfrm>
              <a:off x="6303533" y="3461896"/>
              <a:ext cx="1870159" cy="131013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126"/>
            <p:cNvSpPr txBox="1"/>
            <p:nvPr/>
          </p:nvSpPr>
          <p:spPr>
            <a:xfrm>
              <a:off x="6303533" y="3461896"/>
              <a:ext cx="1870159" cy="131013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500"/>
                <a:buFont typeface="Arial"/>
                <a:buNone/>
              </a:pPr>
              <a:r>
                <a:rPr b="0" i="0" lang="es-ES" sz="2500" u="none" cap="none" strike="noStrike">
                  <a:solidFill>
                    <a:srgbClr val="000000"/>
                  </a:solidFill>
                  <a:latin typeface="Arial"/>
                  <a:ea typeface="Arial"/>
                  <a:cs typeface="Arial"/>
                  <a:sym typeface="Arial"/>
                </a:rPr>
                <a:t>Necesidades</a:t>
              </a:r>
              <a:endParaRPr b="0" i="0" sz="2500" u="none" cap="none" strike="noStrike">
                <a:solidFill>
                  <a:srgbClr val="000000"/>
                </a:solidFill>
                <a:latin typeface="Arial"/>
                <a:ea typeface="Arial"/>
                <a:cs typeface="Arial"/>
                <a:sym typeface="Arial"/>
              </a:endParaRPr>
            </a:p>
          </p:txBody>
        </p:sp>
        <p:sp>
          <p:nvSpPr>
            <p:cNvPr id="854" name="Google Shape;854;p126"/>
            <p:cNvSpPr/>
            <p:nvPr/>
          </p:nvSpPr>
          <p:spPr>
            <a:xfrm>
              <a:off x="2955791" y="2765677"/>
              <a:ext cx="1798230" cy="1798230"/>
            </a:xfrm>
            <a:prstGeom prst="ellipse">
              <a:avLst/>
            </a:prstGeom>
            <a:solidFill>
              <a:srgbClr val="DE2D73">
                <a:alpha val="49411"/>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126"/>
            <p:cNvSpPr/>
            <p:nvPr/>
          </p:nvSpPr>
          <p:spPr>
            <a:xfrm>
              <a:off x="425919" y="3525031"/>
              <a:ext cx="1870159" cy="131013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126"/>
            <p:cNvSpPr txBox="1"/>
            <p:nvPr/>
          </p:nvSpPr>
          <p:spPr>
            <a:xfrm>
              <a:off x="425919" y="3525031"/>
              <a:ext cx="1870159" cy="131013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500"/>
                <a:buFont typeface="Arial"/>
                <a:buNone/>
              </a:pPr>
              <a:r>
                <a:rPr b="0" i="0" lang="es-ES" sz="2500" u="none" cap="none" strike="noStrike">
                  <a:solidFill>
                    <a:srgbClr val="000000"/>
                  </a:solidFill>
                  <a:latin typeface="Arial"/>
                  <a:ea typeface="Arial"/>
                  <a:cs typeface="Arial"/>
                  <a:sym typeface="Arial"/>
                </a:rPr>
                <a:t>Producto</a:t>
              </a:r>
              <a:endParaRPr b="0" i="0" sz="2500" u="none" cap="none" strike="noStrike">
                <a:solidFill>
                  <a:srgbClr val="000000"/>
                </a:solidFill>
                <a:latin typeface="Arial"/>
                <a:ea typeface="Arial"/>
                <a:cs typeface="Arial"/>
                <a:sym typeface="Arial"/>
              </a:endParaRPr>
            </a:p>
          </p:txBody>
        </p:sp>
        <p:sp>
          <p:nvSpPr>
            <p:cNvPr id="857" name="Google Shape;857;p126"/>
            <p:cNvSpPr/>
            <p:nvPr/>
          </p:nvSpPr>
          <p:spPr>
            <a:xfrm>
              <a:off x="2694688" y="1961098"/>
              <a:ext cx="1798230" cy="1798230"/>
            </a:xfrm>
            <a:prstGeom prst="ellipse">
              <a:avLst/>
            </a:prstGeom>
            <a:solidFill>
              <a:srgbClr val="DE2D73">
                <a:alpha val="49411"/>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126"/>
            <p:cNvSpPr/>
            <p:nvPr/>
          </p:nvSpPr>
          <p:spPr>
            <a:xfrm>
              <a:off x="681389" y="1592717"/>
              <a:ext cx="1870159" cy="131013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126"/>
            <p:cNvSpPr txBox="1"/>
            <p:nvPr/>
          </p:nvSpPr>
          <p:spPr>
            <a:xfrm>
              <a:off x="681389" y="1592717"/>
              <a:ext cx="1870159" cy="131013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500"/>
                <a:buFont typeface="Arial"/>
                <a:buNone/>
              </a:pPr>
              <a:r>
                <a:rPr b="0" i="0" lang="es-ES" sz="2500" u="none" cap="none" strike="noStrike">
                  <a:solidFill>
                    <a:srgbClr val="000000"/>
                  </a:solidFill>
                  <a:latin typeface="Arial"/>
                  <a:ea typeface="Arial"/>
                  <a:cs typeface="Arial"/>
                  <a:sym typeface="Arial"/>
                </a:rPr>
                <a:t>Valor</a:t>
              </a:r>
              <a:endParaRPr b="0" i="0" sz="2500" u="none" cap="none" strike="noStrike">
                <a:solidFill>
                  <a:srgbClr val="000000"/>
                </a:solidFill>
                <a:latin typeface="Arial"/>
                <a:ea typeface="Arial"/>
                <a:cs typeface="Arial"/>
                <a:sym typeface="Arial"/>
              </a:endParaRPr>
            </a:p>
          </p:txBody>
        </p:sp>
      </p:grpSp>
      <p:sp>
        <p:nvSpPr>
          <p:cNvPr id="860" name="Google Shape;860;p126"/>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400">
                <a:solidFill>
                  <a:schemeClr val="lt1"/>
                </a:solidFill>
              </a:rPr>
              <a:t>Visión del Proyecto</a:t>
            </a:r>
            <a:endParaRPr sz="2400">
              <a:solidFill>
                <a:schemeClr val="lt1"/>
              </a:solidFill>
            </a:endParaRPr>
          </a:p>
        </p:txBody>
      </p:sp>
      <p:pic>
        <p:nvPicPr>
          <p:cNvPr id="861" name="Google Shape;861;p126"/>
          <p:cNvPicPr preferRelativeResize="0"/>
          <p:nvPr/>
        </p:nvPicPr>
        <p:blipFill rotWithShape="1">
          <a:blip r:embed="rId3">
            <a:alphaModFix/>
          </a:blip>
          <a:srcRect b="0" l="0" r="0" t="0"/>
          <a:stretch/>
        </p:blipFill>
        <p:spPr>
          <a:xfrm>
            <a:off x="3877311" y="1025725"/>
            <a:ext cx="1064506" cy="1014412"/>
          </a:xfrm>
          <a:prstGeom prst="rect">
            <a:avLst/>
          </a:prstGeom>
          <a:noFill/>
          <a:ln>
            <a:noFill/>
          </a:ln>
        </p:spPr>
      </p:pic>
      <p:pic>
        <p:nvPicPr>
          <p:cNvPr id="862" name="Google Shape;862;p126"/>
          <p:cNvPicPr preferRelativeResize="0"/>
          <p:nvPr/>
        </p:nvPicPr>
        <p:blipFill rotWithShape="1">
          <a:blip r:embed="rId4">
            <a:alphaModFix/>
          </a:blip>
          <a:srcRect b="0" l="0" r="0" t="0"/>
          <a:stretch/>
        </p:blipFill>
        <p:spPr>
          <a:xfrm>
            <a:off x="918002" y="3622959"/>
            <a:ext cx="1691393" cy="849630"/>
          </a:xfrm>
          <a:prstGeom prst="rect">
            <a:avLst/>
          </a:prstGeom>
          <a:noFill/>
          <a:ln>
            <a:noFill/>
          </a:ln>
        </p:spPr>
      </p:pic>
      <p:pic>
        <p:nvPicPr>
          <p:cNvPr id="863" name="Google Shape;863;p126"/>
          <p:cNvPicPr preferRelativeResize="0"/>
          <p:nvPr/>
        </p:nvPicPr>
        <p:blipFill rotWithShape="1">
          <a:blip r:embed="rId5">
            <a:alphaModFix/>
          </a:blip>
          <a:srcRect b="0" l="0" r="0" t="0"/>
          <a:stretch/>
        </p:blipFill>
        <p:spPr>
          <a:xfrm>
            <a:off x="6695121" y="3254100"/>
            <a:ext cx="1114425" cy="1066800"/>
          </a:xfrm>
          <a:prstGeom prst="rect">
            <a:avLst/>
          </a:prstGeom>
          <a:noFill/>
          <a:ln>
            <a:noFill/>
          </a:ln>
        </p:spPr>
      </p:pic>
      <p:pic>
        <p:nvPicPr>
          <p:cNvPr descr="Resultado de imagen para software" id="864" name="Google Shape;864;p126"/>
          <p:cNvPicPr preferRelativeResize="0"/>
          <p:nvPr/>
        </p:nvPicPr>
        <p:blipFill rotWithShape="1">
          <a:blip r:embed="rId6">
            <a:alphaModFix/>
          </a:blip>
          <a:srcRect b="0" l="0" r="0" t="0"/>
          <a:stretch/>
        </p:blipFill>
        <p:spPr>
          <a:xfrm>
            <a:off x="966939" y="5523798"/>
            <a:ext cx="1579373" cy="1183005"/>
          </a:xfrm>
          <a:prstGeom prst="rect">
            <a:avLst/>
          </a:prstGeom>
          <a:noFill/>
          <a:ln>
            <a:noFill/>
          </a:ln>
        </p:spPr>
      </p:pic>
      <p:pic>
        <p:nvPicPr>
          <p:cNvPr descr="Resultado de imagen para necesidades software" id="865" name="Google Shape;865;p126"/>
          <p:cNvPicPr preferRelativeResize="0"/>
          <p:nvPr/>
        </p:nvPicPr>
        <p:blipFill rotWithShape="1">
          <a:blip r:embed="rId7">
            <a:alphaModFix/>
          </a:blip>
          <a:srcRect b="0" l="0" r="0" t="0"/>
          <a:stretch/>
        </p:blipFill>
        <p:spPr>
          <a:xfrm>
            <a:off x="6689128" y="5523798"/>
            <a:ext cx="1486789" cy="83260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grpSp>
        <p:nvGrpSpPr>
          <p:cNvPr id="870" name="Google Shape;870;p127"/>
          <p:cNvGrpSpPr/>
          <p:nvPr/>
        </p:nvGrpSpPr>
        <p:grpSpPr>
          <a:xfrm>
            <a:off x="518153" y="1220857"/>
            <a:ext cx="8107693" cy="5133285"/>
            <a:chOff x="224003" y="2257"/>
            <a:chExt cx="8107693" cy="5133285"/>
          </a:xfrm>
        </p:grpSpPr>
        <p:sp>
          <p:nvSpPr>
            <p:cNvPr id="871" name="Google Shape;871;p127"/>
            <p:cNvSpPr/>
            <p:nvPr/>
          </p:nvSpPr>
          <p:spPr>
            <a:xfrm rot="5400000">
              <a:off x="4837721" y="-2603264"/>
              <a:ext cx="789736" cy="6198214"/>
            </a:xfrm>
            <a:prstGeom prst="round2SameRect">
              <a:avLst>
                <a:gd fmla="val 16667" name="adj1"/>
                <a:gd fmla="val 0" name="adj2"/>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127"/>
            <p:cNvSpPr txBox="1"/>
            <p:nvPr/>
          </p:nvSpPr>
          <p:spPr>
            <a:xfrm>
              <a:off x="2133482" y="139527"/>
              <a:ext cx="6159662" cy="712632"/>
            </a:xfrm>
            <a:prstGeom prst="rect">
              <a:avLst/>
            </a:prstGeom>
            <a:noFill/>
            <a:ln>
              <a:noFill/>
            </a:ln>
          </p:spPr>
          <p:txBody>
            <a:bodyPr anchorCtr="0" anchor="ctr" bIns="123825" lIns="247650" spcFirstLastPara="1" rIns="247650" wrap="square" tIns="123825">
              <a:noAutofit/>
            </a:bodyPr>
            <a:lstStyle/>
            <a:p>
              <a:pPr indent="-228600" lvl="1" marL="228600" marR="0" rtl="0" algn="l">
                <a:lnSpc>
                  <a:spcPct val="9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Se describe la visión general del proyecto de manera clara, la idea de proyecto y que se busca con él.</a:t>
              </a:r>
              <a:endParaRPr b="0" i="0" sz="2000" u="none" cap="none" strike="noStrike">
                <a:solidFill>
                  <a:srgbClr val="000000"/>
                </a:solidFill>
                <a:latin typeface="Arial"/>
                <a:ea typeface="Arial"/>
                <a:cs typeface="Arial"/>
                <a:sym typeface="Arial"/>
              </a:endParaRPr>
            </a:p>
          </p:txBody>
        </p:sp>
        <p:sp>
          <p:nvSpPr>
            <p:cNvPr id="873" name="Google Shape;873;p127"/>
            <p:cNvSpPr/>
            <p:nvPr/>
          </p:nvSpPr>
          <p:spPr>
            <a:xfrm>
              <a:off x="224003" y="2257"/>
              <a:ext cx="1909478" cy="987170"/>
            </a:xfrm>
            <a:prstGeom prst="roundRect">
              <a:avLst>
                <a:gd fmla="val 16667"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127"/>
            <p:cNvSpPr txBox="1"/>
            <p:nvPr/>
          </p:nvSpPr>
          <p:spPr>
            <a:xfrm>
              <a:off x="272193" y="50447"/>
              <a:ext cx="1813098" cy="890790"/>
            </a:xfrm>
            <a:prstGeom prst="rect">
              <a:avLst/>
            </a:prstGeom>
            <a:noFill/>
            <a:ln>
              <a:noFill/>
            </a:ln>
          </p:spPr>
          <p:txBody>
            <a:bodyPr anchorCtr="0" anchor="ctr" bIns="38100" lIns="76200" spcFirstLastPara="1" rIns="76200" wrap="square" tIns="38100">
              <a:noAutofit/>
            </a:bodyPr>
            <a:lstStyle/>
            <a:p>
              <a:pPr indent="0" lvl="0" marL="0" marR="0" rtl="0" algn="ctr">
                <a:lnSpc>
                  <a:spcPct val="90000"/>
                </a:lnSpc>
                <a:spcBef>
                  <a:spcPts val="0"/>
                </a:spcBef>
                <a:spcAft>
                  <a:spcPts val="0"/>
                </a:spcAft>
                <a:buClr>
                  <a:srgbClr val="000000"/>
                </a:buClr>
                <a:buSzPts val="2000"/>
                <a:buFont typeface="Arial"/>
                <a:buNone/>
              </a:pPr>
              <a:r>
                <a:rPr b="0" i="0" lang="es-ES" sz="2000" u="none" cap="none" strike="noStrike">
                  <a:solidFill>
                    <a:schemeClr val="lt1"/>
                  </a:solidFill>
                  <a:latin typeface="Arial"/>
                  <a:ea typeface="Arial"/>
                  <a:cs typeface="Arial"/>
                  <a:sym typeface="Arial"/>
                </a:rPr>
                <a:t>Declaración de la Visión</a:t>
              </a:r>
              <a:endParaRPr b="0" i="0" sz="2000" u="none" cap="none" strike="noStrike">
                <a:solidFill>
                  <a:schemeClr val="lt1"/>
                </a:solidFill>
                <a:latin typeface="Arial"/>
                <a:ea typeface="Arial"/>
                <a:cs typeface="Arial"/>
                <a:sym typeface="Arial"/>
              </a:endParaRPr>
            </a:p>
          </p:txBody>
        </p:sp>
        <p:sp>
          <p:nvSpPr>
            <p:cNvPr id="875" name="Google Shape;875;p127"/>
            <p:cNvSpPr/>
            <p:nvPr/>
          </p:nvSpPr>
          <p:spPr>
            <a:xfrm rot="5400000">
              <a:off x="4837721" y="-1566735"/>
              <a:ext cx="789736" cy="6198214"/>
            </a:xfrm>
            <a:prstGeom prst="round2SameRect">
              <a:avLst>
                <a:gd fmla="val 16667" name="adj1"/>
                <a:gd fmla="val 0" name="adj2"/>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127"/>
            <p:cNvSpPr txBox="1"/>
            <p:nvPr/>
          </p:nvSpPr>
          <p:spPr>
            <a:xfrm>
              <a:off x="2133482" y="1176056"/>
              <a:ext cx="6159662" cy="712632"/>
            </a:xfrm>
            <a:prstGeom prst="rect">
              <a:avLst/>
            </a:prstGeom>
            <a:noFill/>
            <a:ln>
              <a:noFill/>
            </a:ln>
          </p:spPr>
          <p:txBody>
            <a:bodyPr anchorCtr="0" anchor="ctr" bIns="123825" lIns="247650" spcFirstLastPara="1" rIns="247650" wrap="square" tIns="123825">
              <a:noAutofit/>
            </a:bodyPr>
            <a:lstStyle/>
            <a:p>
              <a:pPr indent="-228600" lvl="1" marL="228600" marR="0" rtl="0" algn="l">
                <a:lnSpc>
                  <a:spcPct val="9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Se debe indicar a quienes estará orientado el producto y/o posibles compradores.</a:t>
              </a:r>
              <a:endParaRPr b="0" i="0" sz="2000" u="none" cap="none" strike="noStrike">
                <a:solidFill>
                  <a:srgbClr val="000000"/>
                </a:solidFill>
                <a:latin typeface="Arial"/>
                <a:ea typeface="Arial"/>
                <a:cs typeface="Arial"/>
                <a:sym typeface="Arial"/>
              </a:endParaRPr>
            </a:p>
          </p:txBody>
        </p:sp>
        <p:sp>
          <p:nvSpPr>
            <p:cNvPr id="877" name="Google Shape;877;p127"/>
            <p:cNvSpPr/>
            <p:nvPr/>
          </p:nvSpPr>
          <p:spPr>
            <a:xfrm>
              <a:off x="224003" y="1038786"/>
              <a:ext cx="1909478" cy="987170"/>
            </a:xfrm>
            <a:prstGeom prst="roundRect">
              <a:avLst>
                <a:gd fmla="val 16667"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127"/>
            <p:cNvSpPr txBox="1"/>
            <p:nvPr/>
          </p:nvSpPr>
          <p:spPr>
            <a:xfrm>
              <a:off x="272193" y="1086976"/>
              <a:ext cx="1813098" cy="890790"/>
            </a:xfrm>
            <a:prstGeom prst="rect">
              <a:avLst/>
            </a:prstGeom>
            <a:noFill/>
            <a:ln>
              <a:noFill/>
            </a:ln>
          </p:spPr>
          <p:txBody>
            <a:bodyPr anchorCtr="0" anchor="ctr" bIns="38100" lIns="76200" spcFirstLastPara="1" rIns="76200" wrap="square" tIns="38100">
              <a:noAutofit/>
            </a:bodyPr>
            <a:lstStyle/>
            <a:p>
              <a:pPr indent="0" lvl="0" marL="0" marR="0" rtl="0" algn="ctr">
                <a:lnSpc>
                  <a:spcPct val="90000"/>
                </a:lnSpc>
                <a:spcBef>
                  <a:spcPts val="0"/>
                </a:spcBef>
                <a:spcAft>
                  <a:spcPts val="0"/>
                </a:spcAft>
                <a:buClr>
                  <a:srgbClr val="000000"/>
                </a:buClr>
                <a:buSzPts val="2000"/>
                <a:buFont typeface="Arial"/>
                <a:buNone/>
              </a:pPr>
              <a:r>
                <a:rPr b="0" i="0" lang="es-ES" sz="2000" u="none" cap="none" strike="noStrike">
                  <a:solidFill>
                    <a:schemeClr val="lt1"/>
                  </a:solidFill>
                  <a:latin typeface="Arial"/>
                  <a:ea typeface="Arial"/>
                  <a:cs typeface="Arial"/>
                  <a:sym typeface="Arial"/>
                </a:rPr>
                <a:t>Grupo Objetivo</a:t>
              </a:r>
              <a:endParaRPr b="0" i="0" sz="2000" u="none" cap="none" strike="noStrike">
                <a:solidFill>
                  <a:schemeClr val="lt1"/>
                </a:solidFill>
                <a:latin typeface="Arial"/>
                <a:ea typeface="Arial"/>
                <a:cs typeface="Arial"/>
                <a:sym typeface="Arial"/>
              </a:endParaRPr>
            </a:p>
          </p:txBody>
        </p:sp>
        <p:sp>
          <p:nvSpPr>
            <p:cNvPr id="879" name="Google Shape;879;p127"/>
            <p:cNvSpPr/>
            <p:nvPr/>
          </p:nvSpPr>
          <p:spPr>
            <a:xfrm rot="5400000">
              <a:off x="4837721" y="-530207"/>
              <a:ext cx="789736" cy="6198214"/>
            </a:xfrm>
            <a:prstGeom prst="round2SameRect">
              <a:avLst>
                <a:gd fmla="val 16667" name="adj1"/>
                <a:gd fmla="val 0" name="adj2"/>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127"/>
            <p:cNvSpPr txBox="1"/>
            <p:nvPr/>
          </p:nvSpPr>
          <p:spPr>
            <a:xfrm>
              <a:off x="2133482" y="2212584"/>
              <a:ext cx="6159662" cy="712632"/>
            </a:xfrm>
            <a:prstGeom prst="rect">
              <a:avLst/>
            </a:prstGeom>
            <a:noFill/>
            <a:ln>
              <a:noFill/>
            </a:ln>
          </p:spPr>
          <p:txBody>
            <a:bodyPr anchorCtr="0" anchor="ctr" bIns="123825" lIns="247650" spcFirstLastPara="1" rIns="247650" wrap="square" tIns="123825">
              <a:noAutofit/>
            </a:bodyPr>
            <a:lstStyle/>
            <a:p>
              <a:pPr indent="-228600" lvl="1" marL="228600" marR="0" rtl="0" algn="l">
                <a:lnSpc>
                  <a:spcPct val="9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Se debe indicar que necesidad se logrará satisfacer con el producto.</a:t>
              </a:r>
              <a:endParaRPr b="0" i="0" sz="2000" u="none" cap="none" strike="noStrike">
                <a:solidFill>
                  <a:srgbClr val="000000"/>
                </a:solidFill>
                <a:latin typeface="Arial"/>
                <a:ea typeface="Arial"/>
                <a:cs typeface="Arial"/>
                <a:sym typeface="Arial"/>
              </a:endParaRPr>
            </a:p>
          </p:txBody>
        </p:sp>
        <p:sp>
          <p:nvSpPr>
            <p:cNvPr id="881" name="Google Shape;881;p127"/>
            <p:cNvSpPr/>
            <p:nvPr/>
          </p:nvSpPr>
          <p:spPr>
            <a:xfrm>
              <a:off x="224003" y="2075314"/>
              <a:ext cx="1909478" cy="987170"/>
            </a:xfrm>
            <a:prstGeom prst="roundRect">
              <a:avLst>
                <a:gd fmla="val 16667"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127"/>
            <p:cNvSpPr txBox="1"/>
            <p:nvPr/>
          </p:nvSpPr>
          <p:spPr>
            <a:xfrm>
              <a:off x="272193" y="2123504"/>
              <a:ext cx="1813098" cy="890790"/>
            </a:xfrm>
            <a:prstGeom prst="rect">
              <a:avLst/>
            </a:prstGeom>
            <a:noFill/>
            <a:ln>
              <a:noFill/>
            </a:ln>
          </p:spPr>
          <p:txBody>
            <a:bodyPr anchorCtr="0" anchor="ctr" bIns="38100" lIns="76200" spcFirstLastPara="1" rIns="76200" wrap="square" tIns="38100">
              <a:noAutofit/>
            </a:bodyPr>
            <a:lstStyle/>
            <a:p>
              <a:pPr indent="0" lvl="0" marL="0" marR="0" rtl="0" algn="ctr">
                <a:lnSpc>
                  <a:spcPct val="90000"/>
                </a:lnSpc>
                <a:spcBef>
                  <a:spcPts val="0"/>
                </a:spcBef>
                <a:spcAft>
                  <a:spcPts val="0"/>
                </a:spcAft>
                <a:buClr>
                  <a:srgbClr val="000000"/>
                </a:buClr>
                <a:buSzPts val="2000"/>
                <a:buFont typeface="Arial"/>
                <a:buNone/>
              </a:pPr>
              <a:r>
                <a:rPr b="0" i="0" lang="es-ES" sz="2000" u="none" cap="none" strike="noStrike">
                  <a:solidFill>
                    <a:schemeClr val="lt1"/>
                  </a:solidFill>
                  <a:latin typeface="Arial"/>
                  <a:ea typeface="Arial"/>
                  <a:cs typeface="Arial"/>
                  <a:sym typeface="Arial"/>
                </a:rPr>
                <a:t>Necesidades</a:t>
              </a:r>
              <a:endParaRPr b="0" i="0" sz="2000" u="none" cap="none" strike="noStrike">
                <a:solidFill>
                  <a:schemeClr val="lt1"/>
                </a:solidFill>
                <a:latin typeface="Arial"/>
                <a:ea typeface="Arial"/>
                <a:cs typeface="Arial"/>
                <a:sym typeface="Arial"/>
              </a:endParaRPr>
            </a:p>
          </p:txBody>
        </p:sp>
        <p:sp>
          <p:nvSpPr>
            <p:cNvPr id="883" name="Google Shape;883;p127"/>
            <p:cNvSpPr/>
            <p:nvPr/>
          </p:nvSpPr>
          <p:spPr>
            <a:xfrm rot="5400000">
              <a:off x="4837721" y="506321"/>
              <a:ext cx="789736" cy="6198214"/>
            </a:xfrm>
            <a:prstGeom prst="round2SameRect">
              <a:avLst>
                <a:gd fmla="val 16667" name="adj1"/>
                <a:gd fmla="val 0" name="adj2"/>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127"/>
            <p:cNvSpPr txBox="1"/>
            <p:nvPr/>
          </p:nvSpPr>
          <p:spPr>
            <a:xfrm>
              <a:off x="2133482" y="3249112"/>
              <a:ext cx="6159662" cy="712632"/>
            </a:xfrm>
            <a:prstGeom prst="rect">
              <a:avLst/>
            </a:prstGeom>
            <a:noFill/>
            <a:ln>
              <a:noFill/>
            </a:ln>
          </p:spPr>
          <p:txBody>
            <a:bodyPr anchorCtr="0" anchor="ctr" bIns="123825" lIns="247650" spcFirstLastPara="1" rIns="247650" wrap="square" tIns="123825">
              <a:noAutofit/>
            </a:bodyPr>
            <a:lstStyle/>
            <a:p>
              <a:pPr indent="-228600" lvl="1" marL="228600" marR="0" rtl="0" algn="l">
                <a:lnSpc>
                  <a:spcPct val="9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Indicar 3 a 5 características principales del producto o servicio.</a:t>
              </a:r>
              <a:endParaRPr b="0" i="0" sz="2000" u="none" cap="none" strike="noStrike">
                <a:solidFill>
                  <a:srgbClr val="000000"/>
                </a:solidFill>
                <a:latin typeface="Arial"/>
                <a:ea typeface="Arial"/>
                <a:cs typeface="Arial"/>
                <a:sym typeface="Arial"/>
              </a:endParaRPr>
            </a:p>
          </p:txBody>
        </p:sp>
        <p:sp>
          <p:nvSpPr>
            <p:cNvPr id="885" name="Google Shape;885;p127"/>
            <p:cNvSpPr/>
            <p:nvPr/>
          </p:nvSpPr>
          <p:spPr>
            <a:xfrm>
              <a:off x="224003" y="3111843"/>
              <a:ext cx="1909478" cy="987170"/>
            </a:xfrm>
            <a:prstGeom prst="roundRect">
              <a:avLst>
                <a:gd fmla="val 16667"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127"/>
            <p:cNvSpPr txBox="1"/>
            <p:nvPr/>
          </p:nvSpPr>
          <p:spPr>
            <a:xfrm>
              <a:off x="272193" y="3160033"/>
              <a:ext cx="1813098" cy="890790"/>
            </a:xfrm>
            <a:prstGeom prst="rect">
              <a:avLst/>
            </a:prstGeom>
            <a:noFill/>
            <a:ln>
              <a:noFill/>
            </a:ln>
          </p:spPr>
          <p:txBody>
            <a:bodyPr anchorCtr="0" anchor="ctr" bIns="38100" lIns="76200" spcFirstLastPara="1" rIns="76200" wrap="square" tIns="38100">
              <a:noAutofit/>
            </a:bodyPr>
            <a:lstStyle/>
            <a:p>
              <a:pPr indent="0" lvl="0" marL="0" marR="0" rtl="0" algn="ctr">
                <a:lnSpc>
                  <a:spcPct val="90000"/>
                </a:lnSpc>
                <a:spcBef>
                  <a:spcPts val="0"/>
                </a:spcBef>
                <a:spcAft>
                  <a:spcPts val="0"/>
                </a:spcAft>
                <a:buClr>
                  <a:srgbClr val="000000"/>
                </a:buClr>
                <a:buSzPts val="2000"/>
                <a:buFont typeface="Arial"/>
                <a:buNone/>
              </a:pPr>
              <a:r>
                <a:rPr b="0" i="0" lang="es-ES" sz="2000" u="none" cap="none" strike="noStrike">
                  <a:solidFill>
                    <a:schemeClr val="lt1"/>
                  </a:solidFill>
                  <a:latin typeface="Arial"/>
                  <a:ea typeface="Arial"/>
                  <a:cs typeface="Arial"/>
                  <a:sym typeface="Arial"/>
                </a:rPr>
                <a:t>Producto</a:t>
              </a:r>
              <a:endParaRPr b="0" i="0" sz="2000" u="none" cap="none" strike="noStrike">
                <a:solidFill>
                  <a:schemeClr val="lt1"/>
                </a:solidFill>
                <a:latin typeface="Arial"/>
                <a:ea typeface="Arial"/>
                <a:cs typeface="Arial"/>
                <a:sym typeface="Arial"/>
              </a:endParaRPr>
            </a:p>
          </p:txBody>
        </p:sp>
        <p:sp>
          <p:nvSpPr>
            <p:cNvPr id="887" name="Google Shape;887;p127"/>
            <p:cNvSpPr/>
            <p:nvPr/>
          </p:nvSpPr>
          <p:spPr>
            <a:xfrm rot="5400000">
              <a:off x="4837721" y="1542849"/>
              <a:ext cx="789736" cy="6198214"/>
            </a:xfrm>
            <a:prstGeom prst="round2SameRect">
              <a:avLst>
                <a:gd fmla="val 16667" name="adj1"/>
                <a:gd fmla="val 0" name="adj2"/>
              </a:avLst>
            </a:prstGeom>
            <a:solidFill>
              <a:srgbClr val="F2CCD5">
                <a:alpha val="89411"/>
              </a:srgbClr>
            </a:solidFill>
            <a:ln cap="flat" cmpd="sng" w="25400">
              <a:solidFill>
                <a:srgbClr val="F2CCD5">
                  <a:alpha val="89411"/>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127"/>
            <p:cNvSpPr txBox="1"/>
            <p:nvPr/>
          </p:nvSpPr>
          <p:spPr>
            <a:xfrm>
              <a:off x="2133482" y="4285640"/>
              <a:ext cx="6159662" cy="712632"/>
            </a:xfrm>
            <a:prstGeom prst="rect">
              <a:avLst/>
            </a:prstGeom>
            <a:noFill/>
            <a:ln>
              <a:noFill/>
            </a:ln>
          </p:spPr>
          <p:txBody>
            <a:bodyPr anchorCtr="0" anchor="ctr" bIns="123825" lIns="247650" spcFirstLastPara="1" rIns="247650" wrap="square" tIns="123825">
              <a:noAutofit/>
            </a:bodyPr>
            <a:lstStyle/>
            <a:p>
              <a:pPr indent="-228600" lvl="1" marL="228600" marR="0" rtl="0" algn="l">
                <a:lnSpc>
                  <a:spcPct val="90000"/>
                </a:lnSpc>
                <a:spcBef>
                  <a:spcPts val="0"/>
                </a:spcBef>
                <a:spcAft>
                  <a:spcPts val="0"/>
                </a:spcAft>
                <a:buClr>
                  <a:srgbClr val="000000"/>
                </a:buClr>
                <a:buSzPts val="2000"/>
                <a:buFont typeface="Arial"/>
                <a:buChar char="•"/>
              </a:pPr>
              <a:r>
                <a:rPr b="0" i="0" lang="es-ES" sz="2000" u="none" cap="none" strike="noStrike">
                  <a:solidFill>
                    <a:srgbClr val="000000"/>
                  </a:solidFill>
                  <a:latin typeface="Arial"/>
                  <a:ea typeface="Arial"/>
                  <a:cs typeface="Arial"/>
                  <a:sym typeface="Arial"/>
                </a:rPr>
                <a:t>Señalar cuales serían los beneficios para el organización.</a:t>
              </a:r>
              <a:endParaRPr b="0" i="0" sz="2000" u="none" cap="none" strike="noStrike">
                <a:solidFill>
                  <a:srgbClr val="000000"/>
                </a:solidFill>
                <a:latin typeface="Arial"/>
                <a:ea typeface="Arial"/>
                <a:cs typeface="Arial"/>
                <a:sym typeface="Arial"/>
              </a:endParaRPr>
            </a:p>
          </p:txBody>
        </p:sp>
        <p:sp>
          <p:nvSpPr>
            <p:cNvPr id="889" name="Google Shape;889;p127"/>
            <p:cNvSpPr/>
            <p:nvPr/>
          </p:nvSpPr>
          <p:spPr>
            <a:xfrm>
              <a:off x="224003" y="4148372"/>
              <a:ext cx="1909478" cy="987170"/>
            </a:xfrm>
            <a:prstGeom prst="roundRect">
              <a:avLst>
                <a:gd fmla="val 16667" name="adj"/>
              </a:avLst>
            </a:prstGeom>
            <a:solidFill>
              <a:srgbClr val="DE2D7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127"/>
            <p:cNvSpPr txBox="1"/>
            <p:nvPr/>
          </p:nvSpPr>
          <p:spPr>
            <a:xfrm>
              <a:off x="272193" y="4196562"/>
              <a:ext cx="1813098" cy="890790"/>
            </a:xfrm>
            <a:prstGeom prst="rect">
              <a:avLst/>
            </a:prstGeom>
            <a:noFill/>
            <a:ln>
              <a:noFill/>
            </a:ln>
          </p:spPr>
          <p:txBody>
            <a:bodyPr anchorCtr="0" anchor="ctr" bIns="38100" lIns="76200" spcFirstLastPara="1" rIns="76200" wrap="square" tIns="38100">
              <a:noAutofit/>
            </a:bodyPr>
            <a:lstStyle/>
            <a:p>
              <a:pPr indent="0" lvl="0" marL="0" marR="0" rtl="0" algn="ctr">
                <a:lnSpc>
                  <a:spcPct val="90000"/>
                </a:lnSpc>
                <a:spcBef>
                  <a:spcPts val="0"/>
                </a:spcBef>
                <a:spcAft>
                  <a:spcPts val="0"/>
                </a:spcAft>
                <a:buClr>
                  <a:srgbClr val="000000"/>
                </a:buClr>
                <a:buSzPts val="2000"/>
                <a:buFont typeface="Arial"/>
                <a:buNone/>
              </a:pPr>
              <a:r>
                <a:rPr b="0" i="0" lang="es-ES" sz="2000" u="none" cap="none" strike="noStrike">
                  <a:solidFill>
                    <a:schemeClr val="lt1"/>
                  </a:solidFill>
                  <a:latin typeface="Arial"/>
                  <a:ea typeface="Arial"/>
                  <a:cs typeface="Arial"/>
                  <a:sym typeface="Arial"/>
                </a:rPr>
                <a:t>Valor</a:t>
              </a:r>
              <a:endParaRPr b="0" i="0" sz="2000" u="none" cap="none" strike="noStrike">
                <a:solidFill>
                  <a:schemeClr val="lt1"/>
                </a:solidFill>
                <a:latin typeface="Arial"/>
                <a:ea typeface="Arial"/>
                <a:cs typeface="Arial"/>
                <a:sym typeface="Arial"/>
              </a:endParaRPr>
            </a:p>
          </p:txBody>
        </p:sp>
      </p:grpSp>
      <p:sp>
        <p:nvSpPr>
          <p:cNvPr id="891" name="Google Shape;891;p127"/>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400">
                <a:solidFill>
                  <a:schemeClr val="lt1"/>
                </a:solidFill>
              </a:rPr>
              <a:t>Visión del Proyecto</a:t>
            </a:r>
            <a:endParaRPr sz="2400">
              <a:solidFill>
                <a:schemeClr val="lt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p128"/>
          <p:cNvPicPr preferRelativeResize="0"/>
          <p:nvPr/>
        </p:nvPicPr>
        <p:blipFill rotWithShape="1">
          <a:blip r:embed="rId3">
            <a:alphaModFix/>
          </a:blip>
          <a:srcRect b="0" l="0" r="0" t="0"/>
          <a:stretch/>
        </p:blipFill>
        <p:spPr>
          <a:xfrm>
            <a:off x="1763699" y="1371599"/>
            <a:ext cx="5435473" cy="5273676"/>
          </a:xfrm>
          <a:prstGeom prst="rect">
            <a:avLst/>
          </a:prstGeom>
          <a:noFill/>
          <a:ln>
            <a:noFill/>
          </a:ln>
        </p:spPr>
      </p:pic>
      <p:sp>
        <p:nvSpPr>
          <p:cNvPr id="897" name="Google Shape;897;p128"/>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400">
                <a:solidFill>
                  <a:schemeClr val="lt1"/>
                </a:solidFill>
              </a:rPr>
              <a:t>Visión del Proyecto</a:t>
            </a:r>
            <a:endParaRPr sz="2400">
              <a:solidFill>
                <a:schemeClr val="l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29"/>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Una vez definida la visión de proyecto, debemos identificar al SCRUM Master y Product Owner.</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EL SCRUM master debe ser una persona que cumpla al menos con las siguientes características:</a:t>
            </a:r>
            <a:endParaRPr/>
          </a:p>
          <a:p>
            <a:pPr indent="-381000" lvl="1" marL="914400" rtl="0" algn="l">
              <a:lnSpc>
                <a:spcPct val="90000"/>
              </a:lnSpc>
              <a:spcBef>
                <a:spcPts val="500"/>
              </a:spcBef>
              <a:spcAft>
                <a:spcPts val="0"/>
              </a:spcAft>
              <a:buSzPts val="2400"/>
              <a:buChar char="•"/>
            </a:pPr>
            <a:r>
              <a:rPr lang="es-ES"/>
              <a:t>Ser un líder servicial</a:t>
            </a:r>
            <a:endParaRPr/>
          </a:p>
          <a:p>
            <a:pPr indent="-381000" lvl="1" marL="914400" rtl="0" algn="l">
              <a:lnSpc>
                <a:spcPct val="90000"/>
              </a:lnSpc>
              <a:spcBef>
                <a:spcPts val="500"/>
              </a:spcBef>
              <a:spcAft>
                <a:spcPts val="0"/>
              </a:spcAft>
              <a:buSzPts val="2400"/>
              <a:buChar char="•"/>
            </a:pPr>
            <a:r>
              <a:rPr lang="es-ES"/>
              <a:t>Ser comprometido</a:t>
            </a:r>
            <a:endParaRPr/>
          </a:p>
          <a:p>
            <a:pPr indent="-381000" lvl="1" marL="914400" rtl="0" algn="l">
              <a:lnSpc>
                <a:spcPct val="90000"/>
              </a:lnSpc>
              <a:spcBef>
                <a:spcPts val="500"/>
              </a:spcBef>
              <a:spcAft>
                <a:spcPts val="0"/>
              </a:spcAft>
              <a:buSzPts val="2400"/>
              <a:buChar char="•"/>
            </a:pPr>
            <a:r>
              <a:rPr lang="es-ES"/>
              <a:t>Tener disponibilidad para el proyecto.</a:t>
            </a:r>
            <a:endParaRPr/>
          </a:p>
          <a:p>
            <a:pPr indent="-381000" lvl="1" marL="914400" rtl="0" algn="l">
              <a:lnSpc>
                <a:spcPct val="90000"/>
              </a:lnSpc>
              <a:spcBef>
                <a:spcPts val="500"/>
              </a:spcBef>
              <a:spcAft>
                <a:spcPts val="0"/>
              </a:spcAft>
              <a:buSzPts val="2400"/>
              <a:buChar char="•"/>
            </a:pPr>
            <a:r>
              <a:rPr lang="es-ES"/>
              <a:t>Poseer capacidades de resolución de problemas</a:t>
            </a:r>
            <a:endParaRPr/>
          </a:p>
          <a:p>
            <a:pPr indent="0" lvl="1" marL="533400" rtl="0" algn="l">
              <a:lnSpc>
                <a:spcPct val="90000"/>
              </a:lnSpc>
              <a:spcBef>
                <a:spcPts val="500"/>
              </a:spcBef>
              <a:spcAft>
                <a:spcPts val="0"/>
              </a:spcAft>
              <a:buSzPts val="2400"/>
              <a:buNone/>
            </a:pPr>
            <a:r>
              <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El product owner Debe cumplir poseer las siguientes características:</a:t>
            </a:r>
            <a:endParaRPr/>
          </a:p>
          <a:p>
            <a:pPr indent="-381000" lvl="1" marL="914400" rtl="0" algn="l">
              <a:lnSpc>
                <a:spcPct val="90000"/>
              </a:lnSpc>
              <a:spcBef>
                <a:spcPts val="500"/>
              </a:spcBef>
              <a:spcAft>
                <a:spcPts val="0"/>
              </a:spcAft>
              <a:buSzPts val="2400"/>
              <a:buChar char="•"/>
            </a:pPr>
            <a:r>
              <a:rPr lang="es-ES"/>
              <a:t>Profundo conocimiento del negocio.</a:t>
            </a:r>
            <a:endParaRPr/>
          </a:p>
          <a:p>
            <a:pPr indent="-381000" lvl="1" marL="914400" rtl="0" algn="l">
              <a:lnSpc>
                <a:spcPct val="90000"/>
              </a:lnSpc>
              <a:spcBef>
                <a:spcPts val="500"/>
              </a:spcBef>
              <a:spcAft>
                <a:spcPts val="0"/>
              </a:spcAft>
              <a:buSzPts val="2400"/>
              <a:buChar char="•"/>
            </a:pPr>
            <a:r>
              <a:rPr lang="es-ES"/>
              <a:t>Capacidad de negociar</a:t>
            </a:r>
            <a:endParaRPr/>
          </a:p>
          <a:p>
            <a:pPr indent="-381000" lvl="1" marL="914400" rtl="0" algn="l">
              <a:lnSpc>
                <a:spcPct val="90000"/>
              </a:lnSpc>
              <a:spcBef>
                <a:spcPts val="500"/>
              </a:spcBef>
              <a:spcAft>
                <a:spcPts val="0"/>
              </a:spcAft>
              <a:buSzPts val="2400"/>
              <a:buChar char="•"/>
            </a:pPr>
            <a:r>
              <a:rPr lang="es-ES"/>
              <a:t>Manejo de comunicaciones</a:t>
            </a:r>
            <a:endParaRPr/>
          </a:p>
          <a:p>
            <a:pPr indent="-228600" lvl="0" marL="457200" marR="0" rtl="0" algn="l">
              <a:lnSpc>
                <a:spcPct val="90000"/>
              </a:lnSpc>
              <a:spcBef>
                <a:spcPts val="1000"/>
              </a:spcBef>
              <a:spcAft>
                <a:spcPts val="0"/>
              </a:spcAft>
              <a:buClr>
                <a:srgbClr val="DE3075"/>
              </a:buClr>
              <a:buSzPts val="2800"/>
              <a:buFont typeface="Franklin Gothic"/>
              <a:buNone/>
            </a:pPr>
            <a:r>
              <a:t/>
            </a:r>
            <a:endParaRPr/>
          </a:p>
          <a:p>
            <a:pPr indent="-228600" lvl="1" marL="914400" rtl="0" algn="l">
              <a:lnSpc>
                <a:spcPct val="90000"/>
              </a:lnSpc>
              <a:spcBef>
                <a:spcPts val="500"/>
              </a:spcBef>
              <a:spcAft>
                <a:spcPts val="0"/>
              </a:spcAft>
              <a:buSzPts val="2400"/>
              <a:buNone/>
            </a:pPr>
            <a:r>
              <a:t/>
            </a:r>
            <a:endParaRPr/>
          </a:p>
        </p:txBody>
      </p:sp>
      <p:sp>
        <p:nvSpPr>
          <p:cNvPr id="903" name="Google Shape;903;p129"/>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800">
                <a:solidFill>
                  <a:schemeClr val="lt1"/>
                </a:solidFill>
              </a:rPr>
              <a:t>Identificar Roles</a:t>
            </a:r>
            <a:endParaRPr sz="2800">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30"/>
          <p:cNvSpPr txBox="1"/>
          <p:nvPr>
            <p:ph idx="1" type="body"/>
          </p:nvPr>
        </p:nvSpPr>
        <p:spPr>
          <a:xfrm>
            <a:off x="294150" y="1218600"/>
            <a:ext cx="8555700" cy="5137800"/>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rgbClr val="DE3075"/>
              </a:buClr>
              <a:buSzPts val="2800"/>
              <a:buFont typeface="Franklin Gothic"/>
              <a:buChar char="»"/>
            </a:pPr>
            <a:r>
              <a:rPr lang="es-ES"/>
              <a:t>El equipo o team de SCRUM debe poseer entre 6 y 10 personas.</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Los participantes deben ser capaces de autogestionar su trabajo.</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La habilidad de aprendizaje debe estar presente en el equipo.</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Todos deben trabajar colaborativamente.</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Deben ser generalistas y especialistas.</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Como equipo deben ser auto-organizados.</a:t>
            </a:r>
            <a:endParaRPr/>
          </a:p>
          <a:p>
            <a:pPr indent="-406400" lvl="0" marL="457200" marR="0" rtl="0" algn="l">
              <a:lnSpc>
                <a:spcPct val="90000"/>
              </a:lnSpc>
              <a:spcBef>
                <a:spcPts val="1000"/>
              </a:spcBef>
              <a:spcAft>
                <a:spcPts val="0"/>
              </a:spcAft>
              <a:buClr>
                <a:srgbClr val="DE3075"/>
              </a:buClr>
              <a:buSzPts val="2800"/>
              <a:buFont typeface="Franklin Gothic"/>
              <a:buChar char="»"/>
            </a:pPr>
            <a:r>
              <a:rPr lang="es-ES"/>
              <a:t>Deben buscar las mismos objetivos y metas.</a:t>
            </a:r>
            <a:endParaRPr/>
          </a:p>
        </p:txBody>
      </p:sp>
      <p:sp>
        <p:nvSpPr>
          <p:cNvPr id="909" name="Google Shape;909;p130"/>
          <p:cNvSpPr txBox="1"/>
          <p:nvPr>
            <p:ph type="title"/>
          </p:nvPr>
        </p:nvSpPr>
        <p:spPr>
          <a:xfrm>
            <a:off x="1763699" y="212725"/>
            <a:ext cx="4288185" cy="81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18990"/>
              </a:buClr>
              <a:buSzPts val="1800"/>
              <a:buNone/>
            </a:pPr>
            <a:r>
              <a:rPr lang="es-ES" sz="2800">
                <a:solidFill>
                  <a:schemeClr val="lt1"/>
                </a:solidFill>
              </a:rPr>
              <a:t>Formar al equipo Scrum</a:t>
            </a:r>
            <a:endParaRPr sz="2800">
              <a:solidFill>
                <a:schemeClr val="l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g1350e5ad54e_0_470"/>
          <p:cNvSpPr txBox="1"/>
          <p:nvPr>
            <p:ph type="title"/>
          </p:nvPr>
        </p:nvSpPr>
        <p:spPr>
          <a:xfrm>
            <a:off x="601284" y="4994314"/>
            <a:ext cx="27510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t>Que hemos aprendido hoy?</a:t>
            </a:r>
            <a:endParaRPr/>
          </a:p>
        </p:txBody>
      </p:sp>
      <p:sp>
        <p:nvSpPr>
          <p:cNvPr id="915" name="Google Shape;915;g1350e5ad54e_0_470"/>
          <p:cNvSpPr txBox="1"/>
          <p:nvPr>
            <p:ph idx="1" type="body"/>
          </p:nvPr>
        </p:nvSpPr>
        <p:spPr>
          <a:xfrm>
            <a:off x="3781601" y="4954565"/>
            <a:ext cx="5091300" cy="738900"/>
          </a:xfrm>
          <a:prstGeom prst="rect">
            <a:avLst/>
          </a:prstGeom>
          <a:noFill/>
          <a:ln>
            <a:noFill/>
          </a:ln>
        </p:spPr>
        <p:txBody>
          <a:bodyPr anchorCtr="0" anchor="t" bIns="0" lIns="0" spcFirstLastPara="1" rIns="0" wrap="square" tIns="0">
            <a:spAutoFit/>
          </a:bodyPr>
          <a:lstStyle/>
          <a:p>
            <a:pPr indent="-190500" lvl="0" marL="228600" rtl="0" algn="l">
              <a:lnSpc>
                <a:spcPct val="100000"/>
              </a:lnSpc>
              <a:spcBef>
                <a:spcPts val="0"/>
              </a:spcBef>
              <a:spcAft>
                <a:spcPts val="0"/>
              </a:spcAft>
              <a:buSzPts val="1200"/>
              <a:buChar char="●"/>
            </a:pPr>
            <a:r>
              <a:rPr lang="es-ES" sz="1200"/>
              <a:t>Tecnologías para la creación de mockups</a:t>
            </a:r>
            <a:endParaRPr sz="1200"/>
          </a:p>
          <a:p>
            <a:pPr indent="-190500" lvl="0" marL="228600" rtl="0" algn="l">
              <a:lnSpc>
                <a:spcPct val="100000"/>
              </a:lnSpc>
              <a:spcBef>
                <a:spcPts val="0"/>
              </a:spcBef>
              <a:spcAft>
                <a:spcPts val="0"/>
              </a:spcAft>
              <a:buSzPts val="1200"/>
              <a:buChar char="●"/>
            </a:pPr>
            <a:r>
              <a:rPr lang="es-ES" sz="1200"/>
              <a:t>Cuales son las ventajas del uso de maquetas </a:t>
            </a:r>
            <a:endParaRPr sz="1200"/>
          </a:p>
          <a:p>
            <a:pPr indent="-190500" lvl="0" marL="228600" rtl="0" algn="l">
              <a:lnSpc>
                <a:spcPct val="100000"/>
              </a:lnSpc>
              <a:spcBef>
                <a:spcPts val="0"/>
              </a:spcBef>
              <a:spcAft>
                <a:spcPts val="0"/>
              </a:spcAft>
              <a:buSzPts val="1200"/>
              <a:buChar char="●"/>
            </a:pPr>
            <a:r>
              <a:rPr lang="es-ES" sz="1200"/>
              <a:t>Alternativas wireframe</a:t>
            </a:r>
            <a:endParaRPr sz="1200"/>
          </a:p>
          <a:p>
            <a:pPr indent="-190500" lvl="0" marL="228600" rtl="0" algn="l">
              <a:lnSpc>
                <a:spcPct val="100000"/>
              </a:lnSpc>
              <a:spcBef>
                <a:spcPts val="0"/>
              </a:spcBef>
              <a:spcAft>
                <a:spcPts val="0"/>
              </a:spcAft>
              <a:buSzPts val="1200"/>
              <a:buChar char="●"/>
            </a:pPr>
            <a:r>
              <a:rPr lang="es-ES" sz="1200"/>
              <a:t>TinkerCad para el prototipado de circuitos Arduino</a:t>
            </a:r>
            <a:endParaRPr sz="12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1350e5ad54e_0_475"/>
          <p:cNvSpPr txBox="1"/>
          <p:nvPr>
            <p:ph idx="1" type="body"/>
          </p:nvPr>
        </p:nvSpPr>
        <p:spPr>
          <a:xfrm>
            <a:off x="261092" y="7631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t>Preguntas</a:t>
            </a:r>
            <a:endParaRPr/>
          </a:p>
        </p:txBody>
      </p:sp>
      <p:sp>
        <p:nvSpPr>
          <p:cNvPr id="921" name="Google Shape;921;g1350e5ad54e_0_475"/>
          <p:cNvSpPr/>
          <p:nvPr/>
        </p:nvSpPr>
        <p:spPr>
          <a:xfrm>
            <a:off x="3163895" y="2481855"/>
            <a:ext cx="366935" cy="478346"/>
          </a:xfrm>
          <a:custGeom>
            <a:rect b="b" l="l" r="r" t="t"/>
            <a:pathLst>
              <a:path extrusionOk="0" h="787400" w="806450">
                <a:moveTo>
                  <a:pt x="402856" y="0"/>
                </a:moveTo>
                <a:lnTo>
                  <a:pt x="355902" y="2540"/>
                </a:lnTo>
                <a:lnTo>
                  <a:pt x="310527" y="10160"/>
                </a:lnTo>
                <a:lnTo>
                  <a:pt x="267035" y="22860"/>
                </a:lnTo>
                <a:lnTo>
                  <a:pt x="225730" y="40640"/>
                </a:lnTo>
                <a:lnTo>
                  <a:pt x="186918" y="62230"/>
                </a:lnTo>
                <a:lnTo>
                  <a:pt x="150902" y="87630"/>
                </a:lnTo>
                <a:lnTo>
                  <a:pt x="117988" y="115570"/>
                </a:lnTo>
                <a:lnTo>
                  <a:pt x="88479" y="148590"/>
                </a:lnTo>
                <a:lnTo>
                  <a:pt x="62681" y="182880"/>
                </a:lnTo>
                <a:lnTo>
                  <a:pt x="40897" y="220980"/>
                </a:lnTo>
                <a:lnTo>
                  <a:pt x="23433" y="261620"/>
                </a:lnTo>
                <a:lnTo>
                  <a:pt x="10592" y="304800"/>
                </a:lnTo>
                <a:lnTo>
                  <a:pt x="2679" y="347980"/>
                </a:lnTo>
                <a:lnTo>
                  <a:pt x="0" y="394970"/>
                </a:lnTo>
                <a:lnTo>
                  <a:pt x="2752" y="440690"/>
                </a:lnTo>
                <a:lnTo>
                  <a:pt x="10736" y="485140"/>
                </a:lnTo>
                <a:lnTo>
                  <a:pt x="23645" y="527050"/>
                </a:lnTo>
                <a:lnTo>
                  <a:pt x="41174" y="567690"/>
                </a:lnTo>
                <a:lnTo>
                  <a:pt x="63019" y="605790"/>
                </a:lnTo>
                <a:lnTo>
                  <a:pt x="88874" y="640080"/>
                </a:lnTo>
                <a:lnTo>
                  <a:pt x="118434" y="673100"/>
                </a:lnTo>
                <a:lnTo>
                  <a:pt x="151395" y="701040"/>
                </a:lnTo>
                <a:lnTo>
                  <a:pt x="187450" y="726440"/>
                </a:lnTo>
                <a:lnTo>
                  <a:pt x="226295" y="748030"/>
                </a:lnTo>
                <a:lnTo>
                  <a:pt x="267625" y="764540"/>
                </a:lnTo>
                <a:lnTo>
                  <a:pt x="311135" y="777240"/>
                </a:lnTo>
                <a:lnTo>
                  <a:pt x="356520" y="784860"/>
                </a:lnTo>
                <a:lnTo>
                  <a:pt x="403474" y="787400"/>
                </a:lnTo>
                <a:lnTo>
                  <a:pt x="450426" y="784860"/>
                </a:lnTo>
                <a:lnTo>
                  <a:pt x="495800" y="777240"/>
                </a:lnTo>
                <a:lnTo>
                  <a:pt x="539290" y="764540"/>
                </a:lnTo>
                <a:lnTo>
                  <a:pt x="545645" y="762000"/>
                </a:lnTo>
                <a:lnTo>
                  <a:pt x="390867" y="762000"/>
                </a:lnTo>
                <a:lnTo>
                  <a:pt x="368767" y="754380"/>
                </a:lnTo>
                <a:lnTo>
                  <a:pt x="318231" y="754380"/>
                </a:lnTo>
                <a:lnTo>
                  <a:pt x="270563" y="740410"/>
                </a:lnTo>
                <a:lnTo>
                  <a:pt x="225761" y="720090"/>
                </a:lnTo>
                <a:lnTo>
                  <a:pt x="184279" y="694690"/>
                </a:lnTo>
                <a:lnTo>
                  <a:pt x="146571" y="665480"/>
                </a:lnTo>
                <a:lnTo>
                  <a:pt x="165709" y="648970"/>
                </a:lnTo>
                <a:lnTo>
                  <a:pt x="167394" y="647700"/>
                </a:lnTo>
                <a:lnTo>
                  <a:pt x="128708" y="647700"/>
                </a:lnTo>
                <a:lnTo>
                  <a:pt x="94729" y="607060"/>
                </a:lnTo>
                <a:lnTo>
                  <a:pt x="66808" y="562610"/>
                </a:lnTo>
                <a:lnTo>
                  <a:pt x="45554" y="513080"/>
                </a:lnTo>
                <a:lnTo>
                  <a:pt x="31580" y="461010"/>
                </a:lnTo>
                <a:lnTo>
                  <a:pt x="25496" y="406400"/>
                </a:lnTo>
                <a:lnTo>
                  <a:pt x="805576" y="406400"/>
                </a:lnTo>
                <a:lnTo>
                  <a:pt x="806320" y="393700"/>
                </a:lnTo>
                <a:lnTo>
                  <a:pt x="805632" y="382270"/>
                </a:lnTo>
                <a:lnTo>
                  <a:pt x="25486" y="382270"/>
                </a:lnTo>
                <a:lnTo>
                  <a:pt x="31478" y="327660"/>
                </a:lnTo>
                <a:lnTo>
                  <a:pt x="45366" y="275590"/>
                </a:lnTo>
                <a:lnTo>
                  <a:pt x="66539" y="226060"/>
                </a:lnTo>
                <a:lnTo>
                  <a:pt x="94387" y="181610"/>
                </a:lnTo>
                <a:lnTo>
                  <a:pt x="128299" y="140970"/>
                </a:lnTo>
                <a:lnTo>
                  <a:pt x="166992" y="140970"/>
                </a:lnTo>
                <a:lnTo>
                  <a:pt x="165305" y="139700"/>
                </a:lnTo>
                <a:lnTo>
                  <a:pt x="183794" y="93980"/>
                </a:lnTo>
                <a:lnTo>
                  <a:pt x="225233" y="68580"/>
                </a:lnTo>
                <a:lnTo>
                  <a:pt x="270003" y="48260"/>
                </a:lnTo>
                <a:lnTo>
                  <a:pt x="317644" y="34290"/>
                </a:lnTo>
                <a:lnTo>
                  <a:pt x="367076" y="34290"/>
                </a:lnTo>
                <a:lnTo>
                  <a:pt x="390260" y="25400"/>
                </a:lnTo>
                <a:lnTo>
                  <a:pt x="544608" y="25400"/>
                </a:lnTo>
                <a:lnTo>
                  <a:pt x="538704" y="22860"/>
                </a:lnTo>
                <a:lnTo>
                  <a:pt x="495195" y="10160"/>
                </a:lnTo>
                <a:lnTo>
                  <a:pt x="449810" y="2540"/>
                </a:lnTo>
                <a:lnTo>
                  <a:pt x="402856" y="0"/>
                </a:lnTo>
                <a:close/>
              </a:path>
              <a:path extrusionOk="0" h="787400" w="806450">
                <a:moveTo>
                  <a:pt x="415882" y="566420"/>
                </a:moveTo>
                <a:lnTo>
                  <a:pt x="390710" y="566420"/>
                </a:lnTo>
                <a:lnTo>
                  <a:pt x="390867" y="762000"/>
                </a:lnTo>
                <a:lnTo>
                  <a:pt x="416039" y="762000"/>
                </a:lnTo>
                <a:lnTo>
                  <a:pt x="415882" y="566420"/>
                </a:lnTo>
                <a:close/>
              </a:path>
              <a:path extrusionOk="0" h="787400" w="806450">
                <a:moveTo>
                  <a:pt x="543501" y="566420"/>
                </a:moveTo>
                <a:lnTo>
                  <a:pt x="415882" y="566420"/>
                </a:lnTo>
                <a:lnTo>
                  <a:pt x="451986" y="568960"/>
                </a:lnTo>
                <a:lnTo>
                  <a:pt x="487065" y="575310"/>
                </a:lnTo>
                <a:lnTo>
                  <a:pt x="520959" y="584200"/>
                </a:lnTo>
                <a:lnTo>
                  <a:pt x="553511" y="596900"/>
                </a:lnTo>
                <a:lnTo>
                  <a:pt x="532961" y="648970"/>
                </a:lnTo>
                <a:lnTo>
                  <a:pt x="508285" y="692150"/>
                </a:lnTo>
                <a:lnTo>
                  <a:pt x="480136" y="726440"/>
                </a:lnTo>
                <a:lnTo>
                  <a:pt x="449170" y="750570"/>
                </a:lnTo>
                <a:lnTo>
                  <a:pt x="416039" y="762000"/>
                </a:lnTo>
                <a:lnTo>
                  <a:pt x="545645" y="762000"/>
                </a:lnTo>
                <a:lnTo>
                  <a:pt x="564708" y="754380"/>
                </a:lnTo>
                <a:lnTo>
                  <a:pt x="488697" y="754380"/>
                </a:lnTo>
                <a:lnTo>
                  <a:pt x="515038" y="726440"/>
                </a:lnTo>
                <a:lnTo>
                  <a:pt x="538796" y="693420"/>
                </a:lnTo>
                <a:lnTo>
                  <a:pt x="559650" y="652780"/>
                </a:lnTo>
                <a:lnTo>
                  <a:pt x="577280" y="607060"/>
                </a:lnTo>
                <a:lnTo>
                  <a:pt x="625750" y="607060"/>
                </a:lnTo>
                <a:lnTo>
                  <a:pt x="609764" y="596900"/>
                </a:lnTo>
                <a:lnTo>
                  <a:pt x="584652" y="582930"/>
                </a:lnTo>
                <a:lnTo>
                  <a:pt x="587124" y="572770"/>
                </a:lnTo>
                <a:lnTo>
                  <a:pt x="560642" y="572770"/>
                </a:lnTo>
                <a:lnTo>
                  <a:pt x="543501" y="566420"/>
                </a:lnTo>
                <a:close/>
              </a:path>
              <a:path extrusionOk="0" h="787400" w="806450">
                <a:moveTo>
                  <a:pt x="257683" y="608330"/>
                </a:moveTo>
                <a:lnTo>
                  <a:pt x="229406" y="608330"/>
                </a:lnTo>
                <a:lnTo>
                  <a:pt x="247096" y="652780"/>
                </a:lnTo>
                <a:lnTo>
                  <a:pt x="268015" y="693420"/>
                </a:lnTo>
                <a:lnTo>
                  <a:pt x="291836" y="726440"/>
                </a:lnTo>
                <a:lnTo>
                  <a:pt x="318231" y="754380"/>
                </a:lnTo>
                <a:lnTo>
                  <a:pt x="368767" y="754380"/>
                </a:lnTo>
                <a:lnTo>
                  <a:pt x="357718" y="750570"/>
                </a:lnTo>
                <a:lnTo>
                  <a:pt x="326719" y="727710"/>
                </a:lnTo>
                <a:lnTo>
                  <a:pt x="298523" y="692150"/>
                </a:lnTo>
                <a:lnTo>
                  <a:pt x="273784" y="648970"/>
                </a:lnTo>
                <a:lnTo>
                  <a:pt x="257683" y="608330"/>
                </a:lnTo>
                <a:close/>
              </a:path>
              <a:path extrusionOk="0" h="787400" w="806450">
                <a:moveTo>
                  <a:pt x="625750" y="607060"/>
                </a:moveTo>
                <a:lnTo>
                  <a:pt x="577280" y="607060"/>
                </a:lnTo>
                <a:lnTo>
                  <a:pt x="599508" y="619760"/>
                </a:lnTo>
                <a:lnTo>
                  <a:pt x="620775" y="633730"/>
                </a:lnTo>
                <a:lnTo>
                  <a:pt x="641019" y="648970"/>
                </a:lnTo>
                <a:lnTo>
                  <a:pt x="660178" y="664210"/>
                </a:lnTo>
                <a:lnTo>
                  <a:pt x="622522" y="694690"/>
                </a:lnTo>
                <a:lnTo>
                  <a:pt x="581085" y="720090"/>
                </a:lnTo>
                <a:lnTo>
                  <a:pt x="536325" y="739140"/>
                </a:lnTo>
                <a:lnTo>
                  <a:pt x="488697" y="754380"/>
                </a:lnTo>
                <a:lnTo>
                  <a:pt x="564708" y="754380"/>
                </a:lnTo>
                <a:lnTo>
                  <a:pt x="619405" y="726440"/>
                </a:lnTo>
                <a:lnTo>
                  <a:pt x="655419" y="701040"/>
                </a:lnTo>
                <a:lnTo>
                  <a:pt x="688333" y="671830"/>
                </a:lnTo>
                <a:lnTo>
                  <a:pt x="710760" y="647700"/>
                </a:lnTo>
                <a:lnTo>
                  <a:pt x="678021" y="647700"/>
                </a:lnTo>
                <a:lnTo>
                  <a:pt x="656519" y="628650"/>
                </a:lnTo>
                <a:lnTo>
                  <a:pt x="633743" y="612140"/>
                </a:lnTo>
                <a:lnTo>
                  <a:pt x="625750" y="607060"/>
                </a:lnTo>
                <a:close/>
              </a:path>
              <a:path extrusionOk="0" h="787400" w="806450">
                <a:moveTo>
                  <a:pt x="222579" y="406400"/>
                </a:moveTo>
                <a:lnTo>
                  <a:pt x="197397" y="406400"/>
                </a:lnTo>
                <a:lnTo>
                  <a:pt x="199598" y="454660"/>
                </a:lnTo>
                <a:lnTo>
                  <a:pt x="204522" y="499110"/>
                </a:lnTo>
                <a:lnTo>
                  <a:pt x="212030" y="543560"/>
                </a:lnTo>
                <a:lnTo>
                  <a:pt x="221982" y="584200"/>
                </a:lnTo>
                <a:lnTo>
                  <a:pt x="196883" y="596900"/>
                </a:lnTo>
                <a:lnTo>
                  <a:pt x="172926" y="612140"/>
                </a:lnTo>
                <a:lnTo>
                  <a:pt x="150179" y="629920"/>
                </a:lnTo>
                <a:lnTo>
                  <a:pt x="128708" y="647700"/>
                </a:lnTo>
                <a:lnTo>
                  <a:pt x="167394" y="647700"/>
                </a:lnTo>
                <a:lnTo>
                  <a:pt x="185935" y="633730"/>
                </a:lnTo>
                <a:lnTo>
                  <a:pt x="207188" y="619760"/>
                </a:lnTo>
                <a:lnTo>
                  <a:pt x="229406" y="608330"/>
                </a:lnTo>
                <a:lnTo>
                  <a:pt x="257683" y="608330"/>
                </a:lnTo>
                <a:lnTo>
                  <a:pt x="253154" y="596900"/>
                </a:lnTo>
                <a:lnTo>
                  <a:pt x="285673" y="584200"/>
                </a:lnTo>
                <a:lnTo>
                  <a:pt x="319545" y="575310"/>
                </a:lnTo>
                <a:lnTo>
                  <a:pt x="333571" y="572770"/>
                </a:lnTo>
                <a:lnTo>
                  <a:pt x="245971" y="572770"/>
                </a:lnTo>
                <a:lnTo>
                  <a:pt x="236590" y="534670"/>
                </a:lnTo>
                <a:lnTo>
                  <a:pt x="229449" y="494030"/>
                </a:lnTo>
                <a:lnTo>
                  <a:pt x="224722" y="450850"/>
                </a:lnTo>
                <a:lnTo>
                  <a:pt x="222579" y="406400"/>
                </a:lnTo>
                <a:close/>
              </a:path>
              <a:path extrusionOk="0" h="787400" w="806450">
                <a:moveTo>
                  <a:pt x="805576" y="406400"/>
                </a:moveTo>
                <a:lnTo>
                  <a:pt x="780845" y="406400"/>
                </a:lnTo>
                <a:lnTo>
                  <a:pt x="774852" y="461010"/>
                </a:lnTo>
                <a:lnTo>
                  <a:pt x="760964" y="513080"/>
                </a:lnTo>
                <a:lnTo>
                  <a:pt x="739789" y="561340"/>
                </a:lnTo>
                <a:lnTo>
                  <a:pt x="711938" y="607060"/>
                </a:lnTo>
                <a:lnTo>
                  <a:pt x="678021" y="647700"/>
                </a:lnTo>
                <a:lnTo>
                  <a:pt x="710760" y="647700"/>
                </a:lnTo>
                <a:lnTo>
                  <a:pt x="743640" y="604520"/>
                </a:lnTo>
                <a:lnTo>
                  <a:pt x="765423" y="566420"/>
                </a:lnTo>
                <a:lnTo>
                  <a:pt x="782888" y="527050"/>
                </a:lnTo>
                <a:lnTo>
                  <a:pt x="795728" y="483870"/>
                </a:lnTo>
                <a:lnTo>
                  <a:pt x="803641" y="439420"/>
                </a:lnTo>
                <a:lnTo>
                  <a:pt x="805576" y="406400"/>
                </a:lnTo>
                <a:close/>
              </a:path>
              <a:path extrusionOk="0" h="787400" w="806450">
                <a:moveTo>
                  <a:pt x="415746" y="406400"/>
                </a:moveTo>
                <a:lnTo>
                  <a:pt x="390574" y="406400"/>
                </a:lnTo>
                <a:lnTo>
                  <a:pt x="390689" y="542290"/>
                </a:lnTo>
                <a:lnTo>
                  <a:pt x="352754" y="544830"/>
                </a:lnTo>
                <a:lnTo>
                  <a:pt x="315880" y="551180"/>
                </a:lnTo>
                <a:lnTo>
                  <a:pt x="280230" y="560070"/>
                </a:lnTo>
                <a:lnTo>
                  <a:pt x="245971" y="572770"/>
                </a:lnTo>
                <a:lnTo>
                  <a:pt x="333571" y="572770"/>
                </a:lnTo>
                <a:lnTo>
                  <a:pt x="354610" y="568960"/>
                </a:lnTo>
                <a:lnTo>
                  <a:pt x="390710" y="566420"/>
                </a:lnTo>
                <a:lnTo>
                  <a:pt x="543501" y="566420"/>
                </a:lnTo>
                <a:lnTo>
                  <a:pt x="526360" y="560070"/>
                </a:lnTo>
                <a:lnTo>
                  <a:pt x="490699" y="551180"/>
                </a:lnTo>
                <a:lnTo>
                  <a:pt x="453817" y="544830"/>
                </a:lnTo>
                <a:lnTo>
                  <a:pt x="415872" y="542290"/>
                </a:lnTo>
                <a:lnTo>
                  <a:pt x="415746" y="406400"/>
                </a:lnTo>
                <a:close/>
              </a:path>
              <a:path extrusionOk="0" h="787400" w="806450">
                <a:moveTo>
                  <a:pt x="608934" y="406400"/>
                </a:moveTo>
                <a:lnTo>
                  <a:pt x="583762" y="406400"/>
                </a:lnTo>
                <a:lnTo>
                  <a:pt x="581694" y="450850"/>
                </a:lnTo>
                <a:lnTo>
                  <a:pt x="577036" y="492760"/>
                </a:lnTo>
                <a:lnTo>
                  <a:pt x="569960" y="534670"/>
                </a:lnTo>
                <a:lnTo>
                  <a:pt x="560642" y="572770"/>
                </a:lnTo>
                <a:lnTo>
                  <a:pt x="587124" y="572770"/>
                </a:lnTo>
                <a:lnTo>
                  <a:pt x="594540" y="542290"/>
                </a:lnTo>
                <a:lnTo>
                  <a:pt x="601980" y="499110"/>
                </a:lnTo>
                <a:lnTo>
                  <a:pt x="606826" y="453390"/>
                </a:lnTo>
                <a:lnTo>
                  <a:pt x="608934" y="406400"/>
                </a:lnTo>
                <a:close/>
              </a:path>
              <a:path extrusionOk="0" h="787400" w="806450">
                <a:moveTo>
                  <a:pt x="166992" y="140970"/>
                </a:moveTo>
                <a:lnTo>
                  <a:pt x="128299" y="140970"/>
                </a:lnTo>
                <a:lnTo>
                  <a:pt x="149797" y="158750"/>
                </a:lnTo>
                <a:lnTo>
                  <a:pt x="172573" y="176530"/>
                </a:lnTo>
                <a:lnTo>
                  <a:pt x="196554" y="191770"/>
                </a:lnTo>
                <a:lnTo>
                  <a:pt x="221668" y="204470"/>
                </a:lnTo>
                <a:lnTo>
                  <a:pt x="211784" y="245110"/>
                </a:lnTo>
                <a:lnTo>
                  <a:pt x="204344" y="288290"/>
                </a:lnTo>
                <a:lnTo>
                  <a:pt x="199496" y="334010"/>
                </a:lnTo>
                <a:lnTo>
                  <a:pt x="197386" y="382270"/>
                </a:lnTo>
                <a:lnTo>
                  <a:pt x="222558" y="382270"/>
                </a:lnTo>
                <a:lnTo>
                  <a:pt x="224630" y="337820"/>
                </a:lnTo>
                <a:lnTo>
                  <a:pt x="229288" y="294640"/>
                </a:lnTo>
                <a:lnTo>
                  <a:pt x="236361" y="254000"/>
                </a:lnTo>
                <a:lnTo>
                  <a:pt x="245678" y="215900"/>
                </a:lnTo>
                <a:lnTo>
                  <a:pt x="333286" y="215900"/>
                </a:lnTo>
                <a:lnTo>
                  <a:pt x="319254" y="213360"/>
                </a:lnTo>
                <a:lnTo>
                  <a:pt x="285365" y="204470"/>
                </a:lnTo>
                <a:lnTo>
                  <a:pt x="252829" y="191770"/>
                </a:lnTo>
                <a:lnTo>
                  <a:pt x="257339" y="180340"/>
                </a:lnTo>
                <a:lnTo>
                  <a:pt x="229040" y="180340"/>
                </a:lnTo>
                <a:lnTo>
                  <a:pt x="206813" y="168910"/>
                </a:lnTo>
                <a:lnTo>
                  <a:pt x="185549" y="154940"/>
                </a:lnTo>
                <a:lnTo>
                  <a:pt x="166992" y="140970"/>
                </a:lnTo>
                <a:close/>
              </a:path>
              <a:path extrusionOk="0" h="787400" w="806450">
                <a:moveTo>
                  <a:pt x="333286" y="215900"/>
                </a:moveTo>
                <a:lnTo>
                  <a:pt x="245678" y="215900"/>
                </a:lnTo>
                <a:lnTo>
                  <a:pt x="279963" y="228600"/>
                </a:lnTo>
                <a:lnTo>
                  <a:pt x="315629" y="237490"/>
                </a:lnTo>
                <a:lnTo>
                  <a:pt x="352511" y="243840"/>
                </a:lnTo>
                <a:lnTo>
                  <a:pt x="390448" y="246380"/>
                </a:lnTo>
                <a:lnTo>
                  <a:pt x="390553" y="382270"/>
                </a:lnTo>
                <a:lnTo>
                  <a:pt x="415746" y="382270"/>
                </a:lnTo>
                <a:lnTo>
                  <a:pt x="415631" y="246380"/>
                </a:lnTo>
                <a:lnTo>
                  <a:pt x="453566" y="243840"/>
                </a:lnTo>
                <a:lnTo>
                  <a:pt x="490441" y="237490"/>
                </a:lnTo>
                <a:lnTo>
                  <a:pt x="526094" y="227330"/>
                </a:lnTo>
                <a:lnTo>
                  <a:pt x="541323" y="222250"/>
                </a:lnTo>
                <a:lnTo>
                  <a:pt x="390438" y="222250"/>
                </a:lnTo>
                <a:lnTo>
                  <a:pt x="354333" y="219710"/>
                </a:lnTo>
                <a:lnTo>
                  <a:pt x="333286" y="215900"/>
                </a:lnTo>
                <a:close/>
              </a:path>
              <a:path extrusionOk="0" h="787400" w="806450">
                <a:moveTo>
                  <a:pt x="587148" y="215900"/>
                </a:moveTo>
                <a:lnTo>
                  <a:pt x="560359" y="215900"/>
                </a:lnTo>
                <a:lnTo>
                  <a:pt x="569739" y="254000"/>
                </a:lnTo>
                <a:lnTo>
                  <a:pt x="576876" y="294640"/>
                </a:lnTo>
                <a:lnTo>
                  <a:pt x="581600" y="337820"/>
                </a:lnTo>
                <a:lnTo>
                  <a:pt x="583741" y="382270"/>
                </a:lnTo>
                <a:lnTo>
                  <a:pt x="608923" y="382270"/>
                </a:lnTo>
                <a:lnTo>
                  <a:pt x="606733" y="334010"/>
                </a:lnTo>
                <a:lnTo>
                  <a:pt x="601811" y="288290"/>
                </a:lnTo>
                <a:lnTo>
                  <a:pt x="594302" y="245110"/>
                </a:lnTo>
                <a:lnTo>
                  <a:pt x="587148" y="215900"/>
                </a:lnTo>
                <a:close/>
              </a:path>
              <a:path extrusionOk="0" h="787400" w="806450">
                <a:moveTo>
                  <a:pt x="711538" y="140970"/>
                </a:moveTo>
                <a:lnTo>
                  <a:pt x="677612" y="140970"/>
                </a:lnTo>
                <a:lnTo>
                  <a:pt x="711592" y="181610"/>
                </a:lnTo>
                <a:lnTo>
                  <a:pt x="739515" y="226060"/>
                </a:lnTo>
                <a:lnTo>
                  <a:pt x="760770" y="274320"/>
                </a:lnTo>
                <a:lnTo>
                  <a:pt x="774744" y="326390"/>
                </a:lnTo>
                <a:lnTo>
                  <a:pt x="780824" y="381000"/>
                </a:lnTo>
                <a:lnTo>
                  <a:pt x="608923" y="382270"/>
                </a:lnTo>
                <a:lnTo>
                  <a:pt x="805632" y="382270"/>
                </a:lnTo>
                <a:lnTo>
                  <a:pt x="795585" y="303530"/>
                </a:lnTo>
                <a:lnTo>
                  <a:pt x="782676" y="261620"/>
                </a:lnTo>
                <a:lnTo>
                  <a:pt x="765148" y="220980"/>
                </a:lnTo>
                <a:lnTo>
                  <a:pt x="743304" y="182880"/>
                </a:lnTo>
                <a:lnTo>
                  <a:pt x="717450" y="147320"/>
                </a:lnTo>
                <a:lnTo>
                  <a:pt x="711538" y="140970"/>
                </a:lnTo>
                <a:close/>
              </a:path>
              <a:path extrusionOk="0" h="787400" w="806450">
                <a:moveTo>
                  <a:pt x="415453" y="25400"/>
                </a:moveTo>
                <a:lnTo>
                  <a:pt x="390260" y="25400"/>
                </a:lnTo>
                <a:lnTo>
                  <a:pt x="390438" y="222250"/>
                </a:lnTo>
                <a:lnTo>
                  <a:pt x="415610" y="222250"/>
                </a:lnTo>
                <a:lnTo>
                  <a:pt x="415453" y="25400"/>
                </a:lnTo>
                <a:close/>
              </a:path>
              <a:path extrusionOk="0" h="787400" w="806450">
                <a:moveTo>
                  <a:pt x="544608" y="25400"/>
                </a:moveTo>
                <a:lnTo>
                  <a:pt x="415453" y="25400"/>
                </a:lnTo>
                <a:lnTo>
                  <a:pt x="448606" y="36830"/>
                </a:lnTo>
                <a:lnTo>
                  <a:pt x="479611" y="60960"/>
                </a:lnTo>
                <a:lnTo>
                  <a:pt x="507813" y="95250"/>
                </a:lnTo>
                <a:lnTo>
                  <a:pt x="532554" y="139700"/>
                </a:lnTo>
                <a:lnTo>
                  <a:pt x="553176" y="191770"/>
                </a:lnTo>
                <a:lnTo>
                  <a:pt x="520651" y="203200"/>
                </a:lnTo>
                <a:lnTo>
                  <a:pt x="486777" y="213360"/>
                </a:lnTo>
                <a:lnTo>
                  <a:pt x="451710" y="219710"/>
                </a:lnTo>
                <a:lnTo>
                  <a:pt x="415610" y="222250"/>
                </a:lnTo>
                <a:lnTo>
                  <a:pt x="541323" y="222250"/>
                </a:lnTo>
                <a:lnTo>
                  <a:pt x="560359" y="215900"/>
                </a:lnTo>
                <a:lnTo>
                  <a:pt x="587148" y="215900"/>
                </a:lnTo>
                <a:lnTo>
                  <a:pt x="584348" y="204470"/>
                </a:lnTo>
                <a:lnTo>
                  <a:pt x="609437" y="190500"/>
                </a:lnTo>
                <a:lnTo>
                  <a:pt x="625407" y="180340"/>
                </a:lnTo>
                <a:lnTo>
                  <a:pt x="576924" y="180340"/>
                </a:lnTo>
                <a:lnTo>
                  <a:pt x="559230" y="134620"/>
                </a:lnTo>
                <a:lnTo>
                  <a:pt x="538312" y="95250"/>
                </a:lnTo>
                <a:lnTo>
                  <a:pt x="514493" y="60960"/>
                </a:lnTo>
                <a:lnTo>
                  <a:pt x="488100" y="34290"/>
                </a:lnTo>
                <a:lnTo>
                  <a:pt x="565273" y="34290"/>
                </a:lnTo>
                <a:lnTo>
                  <a:pt x="544608" y="25400"/>
                </a:lnTo>
                <a:close/>
              </a:path>
              <a:path extrusionOk="0" h="787400" w="806450">
                <a:moveTo>
                  <a:pt x="367076" y="34290"/>
                </a:moveTo>
                <a:lnTo>
                  <a:pt x="317644" y="34290"/>
                </a:lnTo>
                <a:lnTo>
                  <a:pt x="291296" y="60960"/>
                </a:lnTo>
                <a:lnTo>
                  <a:pt x="267531" y="95250"/>
                </a:lnTo>
                <a:lnTo>
                  <a:pt x="246671" y="134620"/>
                </a:lnTo>
                <a:lnTo>
                  <a:pt x="229040" y="180340"/>
                </a:lnTo>
                <a:lnTo>
                  <a:pt x="257339" y="180340"/>
                </a:lnTo>
                <a:lnTo>
                  <a:pt x="273374" y="139700"/>
                </a:lnTo>
                <a:lnTo>
                  <a:pt x="298043" y="95250"/>
                </a:lnTo>
                <a:lnTo>
                  <a:pt x="326184" y="60960"/>
                </a:lnTo>
                <a:lnTo>
                  <a:pt x="357141" y="38100"/>
                </a:lnTo>
                <a:lnTo>
                  <a:pt x="367076" y="34290"/>
                </a:lnTo>
                <a:close/>
              </a:path>
              <a:path extrusionOk="0" h="787400" w="806450">
                <a:moveTo>
                  <a:pt x="565273" y="34290"/>
                </a:moveTo>
                <a:lnTo>
                  <a:pt x="488100" y="34290"/>
                </a:lnTo>
                <a:lnTo>
                  <a:pt x="535766" y="48260"/>
                </a:lnTo>
                <a:lnTo>
                  <a:pt x="580564" y="68580"/>
                </a:lnTo>
                <a:lnTo>
                  <a:pt x="622043" y="93980"/>
                </a:lnTo>
                <a:lnTo>
                  <a:pt x="659749" y="123190"/>
                </a:lnTo>
                <a:lnTo>
                  <a:pt x="640603" y="139700"/>
                </a:lnTo>
                <a:lnTo>
                  <a:pt x="620379" y="154940"/>
                </a:lnTo>
                <a:lnTo>
                  <a:pt x="599133" y="167640"/>
                </a:lnTo>
                <a:lnTo>
                  <a:pt x="576924" y="180340"/>
                </a:lnTo>
                <a:lnTo>
                  <a:pt x="625407" y="180340"/>
                </a:lnTo>
                <a:lnTo>
                  <a:pt x="633391" y="175260"/>
                </a:lnTo>
                <a:lnTo>
                  <a:pt x="656140" y="158750"/>
                </a:lnTo>
                <a:lnTo>
                  <a:pt x="677612" y="140970"/>
                </a:lnTo>
                <a:lnTo>
                  <a:pt x="711538" y="140970"/>
                </a:lnTo>
                <a:lnTo>
                  <a:pt x="687891" y="115570"/>
                </a:lnTo>
                <a:lnTo>
                  <a:pt x="654932" y="86360"/>
                </a:lnTo>
                <a:lnTo>
                  <a:pt x="618877" y="60960"/>
                </a:lnTo>
                <a:lnTo>
                  <a:pt x="580033" y="40640"/>
                </a:lnTo>
                <a:lnTo>
                  <a:pt x="565273" y="34290"/>
                </a:lnTo>
                <a:close/>
              </a:path>
            </a:pathLst>
          </a:custGeom>
          <a:solidFill>
            <a:srgbClr val="2E2D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922" name="Google Shape;922;g1350e5ad54e_0_475"/>
          <p:cNvPicPr preferRelativeResize="0"/>
          <p:nvPr/>
        </p:nvPicPr>
        <p:blipFill rotWithShape="1">
          <a:blip r:embed="rId3">
            <a:alphaModFix/>
          </a:blip>
          <a:srcRect b="0" l="0" r="0" t="0"/>
          <a:stretch/>
        </p:blipFill>
        <p:spPr>
          <a:xfrm>
            <a:off x="3163893" y="1174792"/>
            <a:ext cx="469268" cy="255893"/>
          </a:xfrm>
          <a:prstGeom prst="rect">
            <a:avLst/>
          </a:prstGeom>
          <a:noFill/>
          <a:ln>
            <a:noFill/>
          </a:ln>
        </p:spPr>
      </p:pic>
      <p:sp>
        <p:nvSpPr>
          <p:cNvPr id="923" name="Google Shape;923;g1350e5ad54e_0_475"/>
          <p:cNvSpPr txBox="1"/>
          <p:nvPr/>
        </p:nvSpPr>
        <p:spPr>
          <a:xfrm>
            <a:off x="3782587" y="985625"/>
            <a:ext cx="4196100" cy="847500"/>
          </a:xfrm>
          <a:prstGeom prst="rect">
            <a:avLst/>
          </a:prstGeom>
          <a:noFill/>
          <a:ln>
            <a:noFill/>
          </a:ln>
        </p:spPr>
        <p:txBody>
          <a:bodyPr anchorCtr="0" anchor="t" bIns="0" lIns="0" spcFirstLastPara="1" rIns="0" wrap="square" tIns="46200">
            <a:spAutoFit/>
          </a:bodyPr>
          <a:lstStyle/>
          <a:p>
            <a:pPr indent="0" lvl="0" marL="0" marR="0" rtl="0" algn="l">
              <a:lnSpc>
                <a:spcPct val="115000"/>
              </a:lnSpc>
              <a:spcBef>
                <a:spcPts val="700"/>
              </a:spcBef>
              <a:spcAft>
                <a:spcPts val="0"/>
              </a:spcAft>
              <a:buClr>
                <a:srgbClr val="000000"/>
              </a:buClr>
              <a:buSzPts val="600"/>
              <a:buFont typeface="Arial"/>
              <a:buNone/>
            </a:pPr>
            <a:r>
              <a:rPr b="1" lang="es-ES" sz="1800">
                <a:solidFill>
                  <a:srgbClr val="9EA4A8"/>
                </a:solidFill>
              </a:rPr>
              <a:t>Ventajas del uso de Scrum</a:t>
            </a:r>
            <a:r>
              <a:rPr b="1" i="0" lang="es-ES" sz="1800" u="none" cap="none" strike="noStrike">
                <a:solidFill>
                  <a:srgbClr val="9EA4A8"/>
                </a:solidFill>
                <a:latin typeface="Arial"/>
                <a:ea typeface="Arial"/>
                <a:cs typeface="Arial"/>
                <a:sym typeface="Arial"/>
              </a:rPr>
              <a:t>?</a:t>
            </a:r>
            <a:endParaRPr b="1" i="0" sz="700" u="none" cap="none" strike="noStrike">
              <a:solidFill>
                <a:schemeClr val="dk1"/>
              </a:solidFill>
              <a:latin typeface="Arial"/>
              <a:ea typeface="Arial"/>
              <a:cs typeface="Arial"/>
              <a:sym typeface="Arial"/>
            </a:endParaRPr>
          </a:p>
          <a:p>
            <a:pPr indent="0" lvl="0" marL="12700" marR="0" rtl="0" algn="just">
              <a:lnSpc>
                <a:spcPct val="100000"/>
              </a:lnSpc>
              <a:spcBef>
                <a:spcPts val="200"/>
              </a:spcBef>
              <a:spcAft>
                <a:spcPts val="0"/>
              </a:spcAft>
              <a:buClr>
                <a:srgbClr val="000000"/>
              </a:buClr>
              <a:buSzPts val="1800"/>
              <a:buFont typeface="Arial"/>
              <a:buNone/>
            </a:pPr>
            <a:r>
              <a:t/>
            </a:r>
            <a:endParaRPr b="1" i="0" sz="1800" u="none" cap="none" strike="noStrike">
              <a:solidFill>
                <a:srgbClr val="9EA4A8"/>
              </a:solidFill>
              <a:latin typeface="Arial"/>
              <a:ea typeface="Arial"/>
              <a:cs typeface="Arial"/>
              <a:sym typeface="Arial"/>
            </a:endParaRPr>
          </a:p>
          <a:p>
            <a:pPr indent="0" lvl="0" marL="25400" marR="0" rtl="0" algn="ctr">
              <a:lnSpc>
                <a:spcPct val="101499"/>
              </a:lnSpc>
              <a:spcBef>
                <a:spcPts val="200"/>
              </a:spcBef>
              <a:spcAft>
                <a:spcPts val="0"/>
              </a:spcAft>
              <a:buClr>
                <a:srgbClr val="000000"/>
              </a:buClr>
              <a:buSzPts val="1000"/>
              <a:buFont typeface="Arial"/>
              <a:buNone/>
            </a:pPr>
            <a:r>
              <a:t/>
            </a:r>
            <a:endParaRPr b="1" i="0" sz="1000" u="none" cap="none" strike="noStrike">
              <a:solidFill>
                <a:schemeClr val="dk1"/>
              </a:solidFill>
              <a:latin typeface="Arial"/>
              <a:ea typeface="Arial"/>
              <a:cs typeface="Arial"/>
              <a:sym typeface="Arial"/>
            </a:endParaRPr>
          </a:p>
        </p:txBody>
      </p:sp>
      <p:sp>
        <p:nvSpPr>
          <p:cNvPr id="924" name="Google Shape;924;g1350e5ad54e_0_475"/>
          <p:cNvSpPr txBox="1"/>
          <p:nvPr/>
        </p:nvSpPr>
        <p:spPr>
          <a:xfrm>
            <a:off x="3782587" y="2440763"/>
            <a:ext cx="4196100" cy="863400"/>
          </a:xfrm>
          <a:prstGeom prst="rect">
            <a:avLst/>
          </a:prstGeom>
          <a:noFill/>
          <a:ln>
            <a:noFill/>
          </a:ln>
        </p:spPr>
        <p:txBody>
          <a:bodyPr anchorCtr="0" anchor="t" bIns="0" lIns="0" spcFirstLastPara="1" rIns="0" wrap="square" tIns="46200">
            <a:spAutoFit/>
          </a:bodyPr>
          <a:lstStyle/>
          <a:p>
            <a:pPr indent="0" lvl="0" marL="0" marR="0" rtl="0" algn="l">
              <a:lnSpc>
                <a:spcPct val="115000"/>
              </a:lnSpc>
              <a:spcBef>
                <a:spcPts val="700"/>
              </a:spcBef>
              <a:spcAft>
                <a:spcPts val="0"/>
              </a:spcAft>
              <a:buClr>
                <a:srgbClr val="000000"/>
              </a:buClr>
              <a:buSzPts val="600"/>
              <a:buFont typeface="Arial"/>
              <a:buNone/>
            </a:pPr>
            <a:r>
              <a:rPr b="1" lang="es-ES" sz="1800">
                <a:solidFill>
                  <a:srgbClr val="9EA4A8"/>
                </a:solidFill>
              </a:rPr>
              <a:t>Cuales son los principios de la metodología Scrum</a:t>
            </a:r>
            <a:r>
              <a:rPr b="1" i="0" lang="es-ES" sz="1800" u="none" cap="none" strike="noStrike">
                <a:solidFill>
                  <a:srgbClr val="9EA4A8"/>
                </a:solidFill>
                <a:latin typeface="Arial"/>
                <a:ea typeface="Arial"/>
                <a:cs typeface="Arial"/>
                <a:sym typeface="Arial"/>
              </a:rPr>
              <a:t>?</a:t>
            </a:r>
            <a:endParaRPr b="1" i="0" sz="700" u="none" cap="none" strike="noStrike">
              <a:solidFill>
                <a:schemeClr val="dk1"/>
              </a:solidFill>
              <a:latin typeface="Arial"/>
              <a:ea typeface="Arial"/>
              <a:cs typeface="Arial"/>
              <a:sym typeface="Arial"/>
            </a:endParaRPr>
          </a:p>
          <a:p>
            <a:pPr indent="0" lvl="0" marL="25400" marR="0" rtl="0" algn="ctr">
              <a:lnSpc>
                <a:spcPct val="101499"/>
              </a:lnSpc>
              <a:spcBef>
                <a:spcPts val="20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925" name="Google Shape;925;g1350e5ad54e_0_475"/>
          <p:cNvSpPr txBox="1"/>
          <p:nvPr/>
        </p:nvSpPr>
        <p:spPr>
          <a:xfrm>
            <a:off x="3721981" y="4122859"/>
            <a:ext cx="4196100" cy="544800"/>
          </a:xfrm>
          <a:prstGeom prst="rect">
            <a:avLst/>
          </a:prstGeom>
          <a:noFill/>
          <a:ln>
            <a:noFill/>
          </a:ln>
        </p:spPr>
        <p:txBody>
          <a:bodyPr anchorCtr="0" anchor="t" bIns="0" lIns="0" spcFirstLastPara="1" rIns="0" wrap="square" tIns="46200">
            <a:spAutoFit/>
          </a:bodyPr>
          <a:lstStyle/>
          <a:p>
            <a:pPr indent="0" lvl="0" marL="0" marR="0" rtl="0" algn="l">
              <a:lnSpc>
                <a:spcPct val="115000"/>
              </a:lnSpc>
              <a:spcBef>
                <a:spcPts val="700"/>
              </a:spcBef>
              <a:spcAft>
                <a:spcPts val="0"/>
              </a:spcAft>
              <a:buClr>
                <a:srgbClr val="000000"/>
              </a:buClr>
              <a:buSzPts val="600"/>
              <a:buFont typeface="Arial"/>
              <a:buNone/>
            </a:pPr>
            <a:r>
              <a:rPr b="1" lang="es-ES" sz="1800">
                <a:solidFill>
                  <a:srgbClr val="9EA4A8"/>
                </a:solidFill>
              </a:rPr>
              <a:t>Recuerdas los roles</a:t>
            </a:r>
            <a:r>
              <a:rPr b="1" i="0" lang="es-ES" sz="1800" u="none" cap="none" strike="noStrike">
                <a:solidFill>
                  <a:srgbClr val="9EA4A8"/>
                </a:solidFill>
                <a:latin typeface="Arial"/>
                <a:ea typeface="Arial"/>
                <a:cs typeface="Arial"/>
                <a:sym typeface="Arial"/>
              </a:rPr>
              <a:t>?</a:t>
            </a:r>
            <a:endParaRPr b="1" i="0" sz="700" u="none" cap="none" strike="noStrike">
              <a:solidFill>
                <a:schemeClr val="dk1"/>
              </a:solidFill>
              <a:latin typeface="Arial"/>
              <a:ea typeface="Arial"/>
              <a:cs typeface="Arial"/>
              <a:sym typeface="Arial"/>
            </a:endParaRPr>
          </a:p>
          <a:p>
            <a:pPr indent="0" lvl="0" marL="25400" marR="0" rtl="0" algn="ctr">
              <a:lnSpc>
                <a:spcPct val="101499"/>
              </a:lnSpc>
              <a:spcBef>
                <a:spcPts val="20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p:txBody>
      </p:sp>
      <p:pic>
        <p:nvPicPr>
          <p:cNvPr id="926" name="Google Shape;926;g1350e5ad54e_0_475"/>
          <p:cNvPicPr preferRelativeResize="0"/>
          <p:nvPr/>
        </p:nvPicPr>
        <p:blipFill rotWithShape="1">
          <a:blip r:embed="rId3">
            <a:alphaModFix/>
          </a:blip>
          <a:srcRect b="0" l="0" r="0" t="0"/>
          <a:stretch/>
        </p:blipFill>
        <p:spPr>
          <a:xfrm>
            <a:off x="3061430" y="4293694"/>
            <a:ext cx="469268" cy="255893"/>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g1350e5ad54e_0_485"/>
          <p:cNvSpPr txBox="1"/>
          <p:nvPr>
            <p:ph idx="1" type="body"/>
          </p:nvPr>
        </p:nvSpPr>
        <p:spPr>
          <a:xfrm>
            <a:off x="261092" y="7631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t>Bibliografía</a:t>
            </a:r>
            <a:endParaRPr/>
          </a:p>
        </p:txBody>
      </p:sp>
      <p:pic>
        <p:nvPicPr>
          <p:cNvPr id="932" name="Google Shape;932;g1350e5ad54e_0_485"/>
          <p:cNvPicPr preferRelativeResize="0"/>
          <p:nvPr/>
        </p:nvPicPr>
        <p:blipFill rotWithShape="1">
          <a:blip r:embed="rId3">
            <a:alphaModFix/>
          </a:blip>
          <a:srcRect b="0" l="0" r="0" t="0"/>
          <a:stretch/>
        </p:blipFill>
        <p:spPr>
          <a:xfrm>
            <a:off x="649283" y="2938607"/>
            <a:ext cx="469268" cy="255893"/>
          </a:xfrm>
          <a:prstGeom prst="rect">
            <a:avLst/>
          </a:prstGeom>
          <a:noFill/>
          <a:ln>
            <a:noFill/>
          </a:ln>
        </p:spPr>
      </p:pic>
      <p:sp>
        <p:nvSpPr>
          <p:cNvPr id="933" name="Google Shape;933;g1350e5ad54e_0_485"/>
          <p:cNvSpPr txBox="1"/>
          <p:nvPr/>
        </p:nvSpPr>
        <p:spPr>
          <a:xfrm>
            <a:off x="1357653" y="2591424"/>
            <a:ext cx="7394400" cy="2642700"/>
          </a:xfrm>
          <a:prstGeom prst="rect">
            <a:avLst/>
          </a:prstGeom>
          <a:noFill/>
          <a:ln>
            <a:noFill/>
          </a:ln>
        </p:spPr>
        <p:txBody>
          <a:bodyPr anchorCtr="0" anchor="t" bIns="0" lIns="0" spcFirstLastPara="1" rIns="0" wrap="square" tIns="46200">
            <a:spAutoFit/>
          </a:bodyPr>
          <a:lstStyle/>
          <a:p>
            <a:pPr indent="0" lvl="0" marL="12700" marR="0" rtl="0" algn="l">
              <a:lnSpc>
                <a:spcPct val="100000"/>
              </a:lnSpc>
              <a:spcBef>
                <a:spcPts val="0"/>
              </a:spcBef>
              <a:spcAft>
                <a:spcPts val="0"/>
              </a:spcAft>
              <a:buClr>
                <a:srgbClr val="000000"/>
              </a:buClr>
              <a:buSzPts val="600"/>
              <a:buFont typeface="Arial"/>
              <a:buNone/>
            </a:pPr>
            <a:r>
              <a:rPr b="1" lang="es-ES" sz="1650">
                <a:solidFill>
                  <a:schemeClr val="dk1"/>
                </a:solidFill>
              </a:rPr>
              <a:t>2.1.1 Guía Scrum: A guide to the Scrum Body of knowledge (SBOK Guide). (2013). </a:t>
            </a:r>
            <a:endParaRPr b="1" sz="1650">
              <a:solidFill>
                <a:schemeClr val="dk1"/>
              </a:solidFill>
            </a:endParaRPr>
          </a:p>
          <a:p>
            <a:pPr indent="0" lvl="0" marL="12700" marR="0" rtl="0" algn="l">
              <a:lnSpc>
                <a:spcPct val="100000"/>
              </a:lnSpc>
              <a:spcBef>
                <a:spcPts val="0"/>
              </a:spcBef>
              <a:spcAft>
                <a:spcPts val="0"/>
              </a:spcAft>
              <a:buClr>
                <a:srgbClr val="000000"/>
              </a:buClr>
              <a:buSzPts val="600"/>
              <a:buFont typeface="Arial"/>
              <a:buNone/>
            </a:pPr>
            <a:r>
              <a:t/>
            </a:r>
            <a:endParaRPr b="1" sz="1650">
              <a:solidFill>
                <a:schemeClr val="dk1"/>
              </a:solidFill>
            </a:endParaRPr>
          </a:p>
          <a:p>
            <a:pPr indent="0" lvl="0" marL="12700" marR="0" rtl="0" algn="l">
              <a:lnSpc>
                <a:spcPct val="100000"/>
              </a:lnSpc>
              <a:spcBef>
                <a:spcPts val="0"/>
              </a:spcBef>
              <a:spcAft>
                <a:spcPts val="0"/>
              </a:spcAft>
              <a:buClr>
                <a:srgbClr val="000000"/>
              </a:buClr>
              <a:buSzPts val="600"/>
              <a:buFont typeface="Arial"/>
              <a:buNone/>
            </a:pPr>
            <a:r>
              <a:rPr b="1" lang="es-ES" sz="1650">
                <a:solidFill>
                  <a:schemeClr val="dk1"/>
                </a:solidFill>
              </a:rPr>
              <a:t>2.1.2 Guía PMBOK: Project Management Institute. (2008). Guia de los fundamentos para dirección de proyectos: Guía del PMBOK cuarta edición. Newtown Square: Project Management Institute.</a:t>
            </a:r>
            <a:endParaRPr b="1" i="0" sz="1600" u="none" cap="none" strike="noStrike">
              <a:solidFill>
                <a:schemeClr val="dk1"/>
              </a:solidFill>
            </a:endParaRPr>
          </a:p>
          <a:p>
            <a:pPr indent="0" lvl="0" marL="12700" marR="0" rtl="0" algn="l">
              <a:lnSpc>
                <a:spcPct val="100000"/>
              </a:lnSpc>
              <a:spcBef>
                <a:spcPts val="0"/>
              </a:spcBef>
              <a:spcAft>
                <a:spcPts val="0"/>
              </a:spcAft>
              <a:buClr>
                <a:schemeClr val="dk1"/>
              </a:buClr>
              <a:buSzPts val="600"/>
              <a:buFont typeface="Arial"/>
              <a:buNone/>
            </a:pPr>
            <a:r>
              <a:t/>
            </a:r>
            <a:endParaRPr b="1" i="0" sz="1600" u="sng" cap="none" strike="noStrike">
              <a:solidFill>
                <a:srgbClr val="1155CC"/>
              </a:solidFill>
            </a:endParaRPr>
          </a:p>
          <a:p>
            <a:pPr indent="0" lvl="0" marL="12700" marR="0" rtl="0" algn="l">
              <a:lnSpc>
                <a:spcPct val="100000"/>
              </a:lnSpc>
              <a:spcBef>
                <a:spcPts val="0"/>
              </a:spcBef>
              <a:spcAft>
                <a:spcPts val="0"/>
              </a:spcAft>
              <a:buClr>
                <a:srgbClr val="000000"/>
              </a:buClr>
              <a:buSzPts val="2500"/>
              <a:buFont typeface="Arial"/>
              <a:buNone/>
            </a:pPr>
            <a:r>
              <a:t/>
            </a:r>
            <a:endParaRPr b="1" i="0" sz="3000" u="none" cap="none" strike="noStrike">
              <a:solidFill>
                <a:srgbClr val="9EA4A8"/>
              </a:solidFill>
              <a:latin typeface="Arial"/>
              <a:ea typeface="Arial"/>
              <a:cs typeface="Arial"/>
              <a:sym typeface="Arial"/>
            </a:endParaRPr>
          </a:p>
          <a:p>
            <a:pPr indent="0" lvl="0" marL="25400" marR="0" rtl="0" algn="l">
              <a:lnSpc>
                <a:spcPct val="101499"/>
              </a:lnSpc>
              <a:spcBef>
                <a:spcPts val="200"/>
              </a:spcBef>
              <a:spcAft>
                <a:spcPts val="0"/>
              </a:spcAft>
              <a:buClr>
                <a:srgbClr val="000000"/>
              </a:buClr>
              <a:buSzPts val="1700"/>
              <a:buFont typeface="Arial"/>
              <a:buNone/>
            </a:pPr>
            <a:r>
              <a:t/>
            </a:r>
            <a:endParaRPr b="1" i="0" sz="22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Maricel Escobar Mella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Presentación en pantalla (4:3)</vt:lpwstr>
  </property>
  <property fmtid="{D5CDD505-2E9C-101B-9397-08002B2CF9AE}" pid="4" name="Slides">
    <vt:i4>39</vt:i4>
  </property>
</Properties>
</file>
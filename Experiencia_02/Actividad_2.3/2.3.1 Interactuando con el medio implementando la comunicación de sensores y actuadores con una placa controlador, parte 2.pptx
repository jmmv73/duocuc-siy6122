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11309350" cx="20104100"/>
  <p:notesSz cx="20104100" cy="11309350"/>
  <p:embeddedFontLst>
    <p:embeddedFont>
      <p:font typeface="Franklin Gothic"/>
      <p:bold r:id="rId34"/>
    </p:embeddedFont>
    <p:embeddedFont>
      <p:font typeface="Bebas Neue"/>
      <p:regular r:id="rId35"/>
    </p:embeddedFont>
    <p:embeddedFont>
      <p:font typeface="Roboto Condensed"/>
      <p:regular r:id="rId36"/>
      <p:bold r:id="rId37"/>
      <p:italic r:id="rId38"/>
      <p:boldItalic r:id="rId39"/>
    </p:embeddedFont>
    <p:embeddedFont>
      <p:font typeface="Roboto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http://customooxmlschemas.google.com/">
      <go:slidesCustomData xmlns:go="http://customooxmlschemas.google.com/" r:id="rId44" roundtripDataSignature="AMtx7miinbnVwy8pgQDwYinRa5281bsB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slide" Target="slides/slide14.xml"/><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font" Target="fonts/RobotoMono-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BebasNeue-regular.fntdata"/><Relationship Id="rId12" Type="http://schemas.openxmlformats.org/officeDocument/2006/relationships/slide" Target="slides/slide6.xml"/><Relationship Id="rId34" Type="http://schemas.openxmlformats.org/officeDocument/2006/relationships/font" Target="fonts/FranklinGothic-bold.fntdata"/><Relationship Id="rId15" Type="http://schemas.openxmlformats.org/officeDocument/2006/relationships/slide" Target="slides/slide9.xml"/><Relationship Id="rId37" Type="http://schemas.openxmlformats.org/officeDocument/2006/relationships/font" Target="fonts/RobotoCondensed-bold.fntdata"/><Relationship Id="rId14" Type="http://schemas.openxmlformats.org/officeDocument/2006/relationships/slide" Target="slides/slide8.xml"/><Relationship Id="rId36" Type="http://schemas.openxmlformats.org/officeDocument/2006/relationships/font" Target="fonts/RobotoCondensed-regular.fntdata"/><Relationship Id="rId17" Type="http://schemas.openxmlformats.org/officeDocument/2006/relationships/slide" Target="slides/slide11.xml"/><Relationship Id="rId39" Type="http://schemas.openxmlformats.org/officeDocument/2006/relationships/font" Target="fonts/RobotoCondensed-boldItalic.fntdata"/><Relationship Id="rId16" Type="http://schemas.openxmlformats.org/officeDocument/2006/relationships/slide" Target="slides/slide10.xml"/><Relationship Id="rId38" Type="http://schemas.openxmlformats.org/officeDocument/2006/relationships/font" Target="fonts/RobotoCondense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343706a5ce_0_1631:notes"/>
          <p:cNvSpPr txBox="1"/>
          <p:nvPr>
            <p:ph idx="1" type="body"/>
          </p:nvPr>
        </p:nvSpPr>
        <p:spPr>
          <a:xfrm>
            <a:off x="2010410" y="5371941"/>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g1343706a5ce_0_1631: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7: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f435cb8f30_0_0:notes"/>
          <p:cNvSpPr txBox="1"/>
          <p:nvPr>
            <p:ph idx="1" type="body"/>
          </p:nvPr>
        </p:nvSpPr>
        <p:spPr>
          <a:xfrm>
            <a:off x="2010410" y="5371941"/>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gf435cb8f30_0_0:notes"/>
          <p:cNvSpPr/>
          <p:nvPr>
            <p:ph idx="2" type="sldImg"/>
          </p:nvPr>
        </p:nvSpPr>
        <p:spPr>
          <a:xfrm>
            <a:off x="1118035" y="848201"/>
            <a:ext cx="178701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33e68395f5_0_45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133e68395f5_0_45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3585c67efc_0_22: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g13585c67efc_0_22: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3589118850_1_1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g13589118850_1_1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3589118850_1_1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g13589118850_1_1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3589118850_1_2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13589118850_1_2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3547584bed_0_48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13547584bed_0_48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33e68395f5_0_46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g133e68395f5_0_46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3589118850_1_4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g13589118850_1_4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3589118850_1_3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g13589118850_1_3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3589118850_1_55: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g13589118850_1_55: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3589118850_1_6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g13589118850_1_6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3589118850_1_80: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13589118850_1_80: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3589118850_1_9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g13589118850_1_9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3589118850_1_108: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g13589118850_1_108: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3589118850_1_13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g13589118850_1_13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3589118850_1_14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g13589118850_1_14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3589118850_1_30: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g13589118850_1_30: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3589118850_1_155: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g13589118850_1_155: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3589118850_1_16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g13589118850_1_16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3589118850_1_15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g13589118850_1_15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3589118850_1_5: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13589118850_1_5: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343706a5ce_0_166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1" name="Google Shape;331;g1343706a5ce_0_166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33e68395f5_0_51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g133e68395f5_0_51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8.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7.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18.png"/><Relationship Id="rId4"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4.png"/><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image" Target="../media/image4.png"/><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2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2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2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pic>
        <p:nvPicPr>
          <p:cNvPr id="12" name="Google Shape;12;p9"/>
          <p:cNvPicPr preferRelativeResize="0"/>
          <p:nvPr/>
        </p:nvPicPr>
        <p:blipFill rotWithShape="1">
          <a:blip r:embed="rId2">
            <a:alphaModFix/>
          </a:blip>
          <a:srcRect b="0" l="0" r="0" t="0"/>
          <a:stretch/>
        </p:blipFill>
        <p:spPr>
          <a:xfrm>
            <a:off x="0" y="8255"/>
            <a:ext cx="20104100" cy="11308556"/>
          </a:xfrm>
          <a:prstGeom prst="rect">
            <a:avLst/>
          </a:prstGeom>
          <a:noFill/>
          <a:ln>
            <a:noFill/>
          </a:ln>
        </p:spPr>
      </p:pic>
      <p:sp>
        <p:nvSpPr>
          <p:cNvPr id="13" name="Google Shape;13;p9"/>
          <p:cNvSpPr/>
          <p:nvPr/>
        </p:nvSpPr>
        <p:spPr>
          <a:xfrm>
            <a:off x="5092767" y="7368222"/>
            <a:ext cx="10694670" cy="53340"/>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9"/>
          <p:cNvSpPr/>
          <p:nvPr/>
        </p:nvSpPr>
        <p:spPr>
          <a:xfrm>
            <a:off x="5092767" y="6322551"/>
            <a:ext cx="10694670" cy="1045671"/>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 name="Google Shape;15;p9"/>
          <p:cNvSpPr txBox="1"/>
          <p:nvPr>
            <p:ph idx="1" type="body"/>
          </p:nvPr>
        </p:nvSpPr>
        <p:spPr>
          <a:xfrm>
            <a:off x="5138402" y="6401309"/>
            <a:ext cx="10649035" cy="830997"/>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5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 name="Google Shape;16;p9"/>
          <p:cNvSpPr txBox="1"/>
          <p:nvPr>
            <p:ph idx="2" type="body"/>
          </p:nvPr>
        </p:nvSpPr>
        <p:spPr>
          <a:xfrm>
            <a:off x="4718050" y="5246439"/>
            <a:ext cx="11429999" cy="92333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6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 name="Google Shape;17;p9"/>
          <p:cNvSpPr txBox="1"/>
          <p:nvPr>
            <p:ph idx="3" type="body"/>
          </p:nvPr>
        </p:nvSpPr>
        <p:spPr>
          <a:xfrm>
            <a:off x="5092767" y="7676832"/>
            <a:ext cx="10694988" cy="492443"/>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sz="32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pic>
        <p:nvPicPr>
          <p:cNvPr id="18" name="Google Shape;18;p9"/>
          <p:cNvPicPr preferRelativeResize="0"/>
          <p:nvPr/>
        </p:nvPicPr>
        <p:blipFill rotWithShape="1">
          <a:blip r:embed="rId3">
            <a:alphaModFix/>
          </a:blip>
          <a:srcRect b="0" l="0" r="0" t="0"/>
          <a:stretch/>
        </p:blipFill>
        <p:spPr>
          <a:xfrm>
            <a:off x="7489667" y="8484983"/>
            <a:ext cx="6220794" cy="2046492"/>
          </a:xfrm>
          <a:prstGeom prst="rect">
            <a:avLst/>
          </a:prstGeom>
          <a:noFill/>
          <a:ln>
            <a:noFill/>
          </a:ln>
        </p:spPr>
      </p:pic>
      <p:pic>
        <p:nvPicPr>
          <p:cNvPr id="19" name="Google Shape;19;p9"/>
          <p:cNvPicPr preferRelativeResize="0"/>
          <p:nvPr/>
        </p:nvPicPr>
        <p:blipFill rotWithShape="1">
          <a:blip r:embed="rId4">
            <a:alphaModFix/>
          </a:blip>
          <a:srcRect b="0" l="0" r="0" t="0"/>
          <a:stretch/>
        </p:blipFill>
        <p:spPr>
          <a:xfrm>
            <a:off x="8210952" y="10282677"/>
            <a:ext cx="4224383" cy="83351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0" name="Shape 20"/>
        <p:cNvGrpSpPr/>
        <p:nvPr/>
      </p:nvGrpSpPr>
      <p:grpSpPr>
        <a:xfrm>
          <a:off x="0" y="0"/>
          <a:ext cx="0" cy="0"/>
          <a:chOff x="0" y="0"/>
          <a:chExt cx="0" cy="0"/>
        </a:xfrm>
      </p:grpSpPr>
      <p:pic>
        <p:nvPicPr>
          <p:cNvPr id="21" name="Google Shape;21;p13"/>
          <p:cNvPicPr preferRelativeResize="0"/>
          <p:nvPr/>
        </p:nvPicPr>
        <p:blipFill rotWithShape="1">
          <a:blip r:embed="rId2">
            <a:alphaModFix/>
          </a:blip>
          <a:srcRect b="0" l="0" r="0" t="0"/>
          <a:stretch/>
        </p:blipFill>
        <p:spPr>
          <a:xfrm>
            <a:off x="-1" y="0"/>
            <a:ext cx="20104101" cy="7407276"/>
          </a:xfrm>
          <a:prstGeom prst="rect">
            <a:avLst/>
          </a:prstGeom>
          <a:noFill/>
          <a:ln>
            <a:noFill/>
          </a:ln>
        </p:spPr>
      </p:pic>
      <p:sp>
        <p:nvSpPr>
          <p:cNvPr id="22" name="Google Shape;22;p13"/>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13"/>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4" name="Google Shape;24;p13"/>
          <p:cNvGrpSpPr/>
          <p:nvPr/>
        </p:nvGrpSpPr>
        <p:grpSpPr>
          <a:xfrm>
            <a:off x="19131280" y="10355374"/>
            <a:ext cx="445703" cy="598161"/>
            <a:chOff x="18406074" y="10234089"/>
            <a:chExt cx="445703" cy="598161"/>
          </a:xfrm>
        </p:grpSpPr>
        <p:sp>
          <p:nvSpPr>
            <p:cNvPr id="25" name="Google Shape;25;p13"/>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6" name="Google Shape;26;p13"/>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7" name="Google Shape;27;p13"/>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28" name="Google Shape;28;p13"/>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9" name="Google Shape;29;p13"/>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30" name="Google Shape;30;p13"/>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31" name="Shape 31"/>
        <p:cNvGrpSpPr/>
        <p:nvPr/>
      </p:nvGrpSpPr>
      <p:grpSpPr>
        <a:xfrm>
          <a:off x="0" y="0"/>
          <a:ext cx="0" cy="0"/>
          <a:chOff x="0" y="0"/>
          <a:chExt cx="0" cy="0"/>
        </a:xfrm>
      </p:grpSpPr>
      <p:sp>
        <p:nvSpPr>
          <p:cNvPr id="32" name="Google Shape;32;p11"/>
          <p:cNvSpPr/>
          <p:nvPr/>
        </p:nvSpPr>
        <p:spPr>
          <a:xfrm>
            <a:off x="1" y="828729"/>
            <a:ext cx="4946650" cy="1168346"/>
          </a:xfrm>
          <a:prstGeom prst="rect">
            <a:avLst/>
          </a:prstGeom>
          <a:solidFill>
            <a:srgbClr val="317D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 name="Google Shape;33;p11"/>
          <p:cNvSpPr/>
          <p:nvPr/>
        </p:nvSpPr>
        <p:spPr>
          <a:xfrm>
            <a:off x="4998572" y="828729"/>
            <a:ext cx="152400" cy="1168346"/>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 name="Google Shape;34;p11"/>
          <p:cNvSpPr txBox="1"/>
          <p:nvPr>
            <p:ph idx="1" type="body"/>
          </p:nvPr>
        </p:nvSpPr>
        <p:spPr>
          <a:xfrm>
            <a:off x="574040" y="1258411"/>
            <a:ext cx="4343400" cy="147732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4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11"/>
          <p:cNvSpPr txBox="1"/>
          <p:nvPr>
            <p:ph idx="2" type="body"/>
          </p:nvPr>
        </p:nvSpPr>
        <p:spPr>
          <a:xfrm>
            <a:off x="574675" y="2911475"/>
            <a:ext cx="4343400" cy="123110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sz="2000">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11"/>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 name="Google Shape;37;p11"/>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8" name="Google Shape;38;p11"/>
          <p:cNvGrpSpPr/>
          <p:nvPr/>
        </p:nvGrpSpPr>
        <p:grpSpPr>
          <a:xfrm>
            <a:off x="19131280" y="10355374"/>
            <a:ext cx="445703" cy="598161"/>
            <a:chOff x="18406074" y="10234089"/>
            <a:chExt cx="445703" cy="598161"/>
          </a:xfrm>
        </p:grpSpPr>
        <p:sp>
          <p:nvSpPr>
            <p:cNvPr id="39" name="Google Shape;39;p11"/>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0" name="Google Shape;40;p11"/>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41" name="Google Shape;41;p11"/>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2" name="Shape 42"/>
        <p:cNvGrpSpPr/>
        <p:nvPr/>
      </p:nvGrpSpPr>
      <p:grpSpPr>
        <a:xfrm>
          <a:off x="0" y="0"/>
          <a:ext cx="0" cy="0"/>
          <a:chOff x="0" y="0"/>
          <a:chExt cx="0" cy="0"/>
        </a:xfrm>
      </p:grpSpPr>
      <p:pic>
        <p:nvPicPr>
          <p:cNvPr id="43" name="Google Shape;43;p12"/>
          <p:cNvPicPr preferRelativeResize="0"/>
          <p:nvPr/>
        </p:nvPicPr>
        <p:blipFill rotWithShape="1">
          <a:blip r:embed="rId2">
            <a:alphaModFix/>
          </a:blip>
          <a:srcRect b="0" l="0" r="0" t="0"/>
          <a:stretch/>
        </p:blipFill>
        <p:spPr>
          <a:xfrm>
            <a:off x="0" y="0"/>
            <a:ext cx="20104100" cy="7378258"/>
          </a:xfrm>
          <a:prstGeom prst="rect">
            <a:avLst/>
          </a:prstGeom>
          <a:noFill/>
          <a:ln>
            <a:noFill/>
          </a:ln>
        </p:spPr>
      </p:pic>
      <p:sp>
        <p:nvSpPr>
          <p:cNvPr id="44" name="Google Shape;44;p12"/>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 name="Google Shape;45;p12"/>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6" name="Google Shape;46;p12"/>
          <p:cNvGrpSpPr/>
          <p:nvPr/>
        </p:nvGrpSpPr>
        <p:grpSpPr>
          <a:xfrm>
            <a:off x="19131280" y="10355374"/>
            <a:ext cx="445703" cy="598161"/>
            <a:chOff x="18406074" y="10234089"/>
            <a:chExt cx="445703" cy="598161"/>
          </a:xfrm>
        </p:grpSpPr>
        <p:sp>
          <p:nvSpPr>
            <p:cNvPr id="47" name="Google Shape;47;p12"/>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8" name="Google Shape;48;p12"/>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49" name="Google Shape;49;p12"/>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50" name="Google Shape;50;p12"/>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51" name="Google Shape;51;p12"/>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52" name="Google Shape;52;p12"/>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53" name="Shape 53"/>
        <p:cNvGrpSpPr/>
        <p:nvPr/>
      </p:nvGrpSpPr>
      <p:grpSpPr>
        <a:xfrm>
          <a:off x="0" y="0"/>
          <a:ext cx="0" cy="0"/>
          <a:chOff x="0" y="0"/>
          <a:chExt cx="0" cy="0"/>
        </a:xfrm>
      </p:grpSpPr>
      <p:sp>
        <p:nvSpPr>
          <p:cNvPr id="54" name="Google Shape;54;p10"/>
          <p:cNvSpPr/>
          <p:nvPr/>
        </p:nvSpPr>
        <p:spPr>
          <a:xfrm>
            <a:off x="14603006" y="1768475"/>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 name="Google Shape;55;p10"/>
          <p:cNvSpPr/>
          <p:nvPr/>
        </p:nvSpPr>
        <p:spPr>
          <a:xfrm>
            <a:off x="10415337" y="1768476"/>
            <a:ext cx="3392804" cy="7616568"/>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10"/>
          <p:cNvSpPr/>
          <p:nvPr/>
        </p:nvSpPr>
        <p:spPr>
          <a:xfrm>
            <a:off x="6347214" y="1813303"/>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10"/>
          <p:cNvSpPr/>
          <p:nvPr/>
        </p:nvSpPr>
        <p:spPr>
          <a:xfrm>
            <a:off x="2235659" y="1820288"/>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 name="Google Shape;58;p10"/>
          <p:cNvSpPr txBox="1"/>
          <p:nvPr>
            <p:ph idx="1" type="body"/>
          </p:nvPr>
        </p:nvSpPr>
        <p:spPr>
          <a:xfrm>
            <a:off x="243205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9" name="Google Shape;59;p10"/>
          <p:cNvSpPr txBox="1"/>
          <p:nvPr>
            <p:ph idx="2" type="body"/>
          </p:nvPr>
        </p:nvSpPr>
        <p:spPr>
          <a:xfrm>
            <a:off x="243205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0" name="Google Shape;60;p10"/>
          <p:cNvSpPr txBox="1"/>
          <p:nvPr>
            <p:ph idx="3" type="body"/>
          </p:nvPr>
        </p:nvSpPr>
        <p:spPr>
          <a:xfrm>
            <a:off x="252090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1" name="Google Shape;61;p10"/>
          <p:cNvSpPr txBox="1"/>
          <p:nvPr>
            <p:ph idx="4" type="body"/>
          </p:nvPr>
        </p:nvSpPr>
        <p:spPr>
          <a:xfrm>
            <a:off x="6569873"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2" name="Google Shape;62;p10"/>
          <p:cNvSpPr txBox="1"/>
          <p:nvPr>
            <p:ph idx="5" type="body"/>
          </p:nvPr>
        </p:nvSpPr>
        <p:spPr>
          <a:xfrm>
            <a:off x="6569873"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3" name="Google Shape;63;p10"/>
          <p:cNvSpPr txBox="1"/>
          <p:nvPr>
            <p:ph idx="6" type="body"/>
          </p:nvPr>
        </p:nvSpPr>
        <p:spPr>
          <a:xfrm>
            <a:off x="6658730"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4" name="Google Shape;64;p10"/>
          <p:cNvSpPr txBox="1"/>
          <p:nvPr>
            <p:ph idx="7" type="body"/>
          </p:nvPr>
        </p:nvSpPr>
        <p:spPr>
          <a:xfrm>
            <a:off x="1064273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5" name="Google Shape;65;p10"/>
          <p:cNvSpPr txBox="1"/>
          <p:nvPr>
            <p:ph idx="8" type="body"/>
          </p:nvPr>
        </p:nvSpPr>
        <p:spPr>
          <a:xfrm>
            <a:off x="1064273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6" name="Google Shape;66;p10"/>
          <p:cNvSpPr txBox="1"/>
          <p:nvPr>
            <p:ph idx="9" type="body"/>
          </p:nvPr>
        </p:nvSpPr>
        <p:spPr>
          <a:xfrm>
            <a:off x="1073158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7" name="Google Shape;67;p10"/>
          <p:cNvSpPr txBox="1"/>
          <p:nvPr>
            <p:ph idx="13" type="body"/>
          </p:nvPr>
        </p:nvSpPr>
        <p:spPr>
          <a:xfrm>
            <a:off x="14844104"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8" name="Google Shape;68;p10"/>
          <p:cNvSpPr txBox="1"/>
          <p:nvPr>
            <p:ph idx="14" type="body"/>
          </p:nvPr>
        </p:nvSpPr>
        <p:spPr>
          <a:xfrm>
            <a:off x="14844104"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9" name="Google Shape;69;p10"/>
          <p:cNvSpPr txBox="1"/>
          <p:nvPr>
            <p:ph idx="15" type="body"/>
          </p:nvPr>
        </p:nvSpPr>
        <p:spPr>
          <a:xfrm>
            <a:off x="14932961"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0" name="Google Shape;70;p10"/>
          <p:cNvSpPr/>
          <p:nvPr/>
        </p:nvSpPr>
        <p:spPr>
          <a:xfrm>
            <a:off x="3579241"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10"/>
          <p:cNvSpPr/>
          <p:nvPr/>
        </p:nvSpPr>
        <p:spPr>
          <a:xfrm>
            <a:off x="7667696"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10"/>
          <p:cNvSpPr/>
          <p:nvPr/>
        </p:nvSpPr>
        <p:spPr>
          <a:xfrm>
            <a:off x="15995650"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 name="Google Shape;73;p10"/>
          <p:cNvSpPr/>
          <p:nvPr/>
        </p:nvSpPr>
        <p:spPr>
          <a:xfrm>
            <a:off x="11728450" y="571988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10"/>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10"/>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6" name="Google Shape;76;p10"/>
          <p:cNvGrpSpPr/>
          <p:nvPr/>
        </p:nvGrpSpPr>
        <p:grpSpPr>
          <a:xfrm>
            <a:off x="19131280" y="10355374"/>
            <a:ext cx="445703" cy="598161"/>
            <a:chOff x="18406074" y="10234089"/>
            <a:chExt cx="445703" cy="598161"/>
          </a:xfrm>
        </p:grpSpPr>
        <p:sp>
          <p:nvSpPr>
            <p:cNvPr id="77" name="Google Shape;77;p10"/>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8" name="Google Shape;78;p10"/>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79" name="Google Shape;79;p10"/>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0"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b="0" l="0" r="0" t="0"/>
          <a:stretch/>
        </p:blipFill>
        <p:spPr>
          <a:xfrm>
            <a:off x="0" y="-52196"/>
            <a:ext cx="20104100" cy="7520510"/>
          </a:xfrm>
          <a:prstGeom prst="rect">
            <a:avLst/>
          </a:prstGeom>
          <a:noFill/>
          <a:ln>
            <a:noFill/>
          </a:ln>
        </p:spPr>
      </p:pic>
      <p:sp>
        <p:nvSpPr>
          <p:cNvPr id="82" name="Google Shape;82;p14"/>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14"/>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84" name="Google Shape;84;p14"/>
          <p:cNvGrpSpPr/>
          <p:nvPr/>
        </p:nvGrpSpPr>
        <p:grpSpPr>
          <a:xfrm>
            <a:off x="19131280" y="10355374"/>
            <a:ext cx="445703" cy="598161"/>
            <a:chOff x="18406074" y="10234089"/>
            <a:chExt cx="445703" cy="598161"/>
          </a:xfrm>
        </p:grpSpPr>
        <p:sp>
          <p:nvSpPr>
            <p:cNvPr id="85" name="Google Shape;85;p14"/>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6" name="Google Shape;86;p14"/>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87" name="Google Shape;87;p14"/>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88" name="Google Shape;88;p14"/>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89" name="Google Shape;89;p14"/>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90" name="Google Shape;90;p14"/>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91" name="Shape 91"/>
        <p:cNvGrpSpPr/>
        <p:nvPr/>
      </p:nvGrpSpPr>
      <p:grpSpPr>
        <a:xfrm>
          <a:off x="0" y="0"/>
          <a:ext cx="0" cy="0"/>
          <a:chOff x="0" y="0"/>
          <a:chExt cx="0" cy="0"/>
        </a:xfrm>
      </p:grpSpPr>
      <p:pic>
        <p:nvPicPr>
          <p:cNvPr id="92" name="Google Shape;92;p15"/>
          <p:cNvPicPr preferRelativeResize="0"/>
          <p:nvPr/>
        </p:nvPicPr>
        <p:blipFill rotWithShape="1">
          <a:blip r:embed="rId2">
            <a:alphaModFix/>
          </a:blip>
          <a:srcRect b="0" l="0" r="0" t="0"/>
          <a:stretch/>
        </p:blipFill>
        <p:spPr>
          <a:xfrm>
            <a:off x="-1" y="-22225"/>
            <a:ext cx="20112123" cy="7534688"/>
          </a:xfrm>
          <a:prstGeom prst="rect">
            <a:avLst/>
          </a:prstGeom>
          <a:noFill/>
          <a:ln>
            <a:noFill/>
          </a:ln>
        </p:spPr>
      </p:pic>
      <p:sp>
        <p:nvSpPr>
          <p:cNvPr id="93" name="Google Shape;93;p15"/>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5"/>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95" name="Google Shape;95;p15"/>
          <p:cNvGrpSpPr/>
          <p:nvPr/>
        </p:nvGrpSpPr>
        <p:grpSpPr>
          <a:xfrm>
            <a:off x="19131280" y="10355374"/>
            <a:ext cx="445703" cy="598161"/>
            <a:chOff x="18406074" y="10234089"/>
            <a:chExt cx="445703" cy="598161"/>
          </a:xfrm>
        </p:grpSpPr>
        <p:sp>
          <p:nvSpPr>
            <p:cNvPr id="96" name="Google Shape;96;p15"/>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7" name="Google Shape;97;p1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98" name="Google Shape;98;p15"/>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99" name="Google Shape;99;p15"/>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00" name="Google Shape;100;p15"/>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101" name="Google Shape;101;p15"/>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Título y objetos 1">
    <p:spTree>
      <p:nvGrpSpPr>
        <p:cNvPr id="106" name="Shape 106"/>
        <p:cNvGrpSpPr/>
        <p:nvPr/>
      </p:nvGrpSpPr>
      <p:grpSpPr>
        <a:xfrm>
          <a:off x="0" y="0"/>
          <a:ext cx="0" cy="0"/>
          <a:chOff x="0" y="0"/>
          <a:chExt cx="0" cy="0"/>
        </a:xfrm>
      </p:grpSpPr>
      <p:sp>
        <p:nvSpPr>
          <p:cNvPr id="107" name="Google Shape;107;g133e68395f5_0_422"/>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08" name="Google Shape;108;g133e68395f5_0_422"/>
          <p:cNvSpPr/>
          <p:nvPr/>
        </p:nvSpPr>
        <p:spPr>
          <a:xfrm>
            <a:off x="1694799" y="350799"/>
            <a:ext cx="1986600" cy="1340700"/>
          </a:xfrm>
          <a:prstGeom prst="parallelogram">
            <a:avLst>
              <a:gd fmla="val 45310" name="adj"/>
            </a:avLst>
          </a:prstGeom>
          <a:solidFill>
            <a:srgbClr val="818990"/>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9" name="Google Shape;109;g133e68395f5_0_422"/>
          <p:cNvSpPr/>
          <p:nvPr/>
        </p:nvSpPr>
        <p:spPr>
          <a:xfrm>
            <a:off x="321925" y="350799"/>
            <a:ext cx="1986600" cy="1340700"/>
          </a:xfrm>
          <a:prstGeom prst="parallelogram">
            <a:avLst>
              <a:gd fmla="val 45310" name="adj"/>
            </a:avLst>
          </a:prstGeom>
          <a:gradFill>
            <a:gsLst>
              <a:gs pos="0">
                <a:srgbClr val="FFFFFF"/>
              </a:gs>
              <a:gs pos="65000">
                <a:schemeClr val="dk2"/>
              </a:gs>
              <a:gs pos="100000">
                <a:schemeClr val="dk2"/>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0" name="Google Shape;110;g133e68395f5_0_422"/>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pic>
        <p:nvPicPr>
          <p:cNvPr id="111" name="Google Shape;111;g133e68395f5_0_422"/>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12" name="Google Shape;112;g133e68395f5_0_422"/>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13" name="Google Shape;113;g133e68395f5_0_422"/>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solidFill>
          <a:schemeClr val="dk2"/>
        </a:solidFill>
      </p:bgPr>
    </p:bg>
    <p:spTree>
      <p:nvGrpSpPr>
        <p:cNvPr id="114" name="Shape 114"/>
        <p:cNvGrpSpPr/>
        <p:nvPr/>
      </p:nvGrpSpPr>
      <p:grpSpPr>
        <a:xfrm>
          <a:off x="0" y="0"/>
          <a:ext cx="0" cy="0"/>
          <a:chOff x="0" y="0"/>
          <a:chExt cx="0" cy="0"/>
        </a:xfrm>
      </p:grpSpPr>
      <p:sp>
        <p:nvSpPr>
          <p:cNvPr id="115" name="Google Shape;115;g133e68395f5_0_400"/>
          <p:cNvSpPr txBox="1"/>
          <p:nvPr>
            <p:ph idx="1" type="body"/>
          </p:nvPr>
        </p:nvSpPr>
        <p:spPr>
          <a:xfrm>
            <a:off x="1232073" y="4345182"/>
            <a:ext cx="17640000" cy="3753000"/>
          </a:xfrm>
          <a:prstGeom prst="rect">
            <a:avLst/>
          </a:prstGeom>
          <a:noFill/>
          <a:ln>
            <a:noFill/>
          </a:ln>
        </p:spPr>
        <p:txBody>
          <a:bodyPr anchorCtr="0" anchor="ctr" bIns="92100" lIns="181400" spcFirstLastPara="1" rIns="184250" wrap="square" tIns="92100">
            <a:noAutofit/>
          </a:bodyPr>
          <a:lstStyle>
            <a:lvl1pPr indent="-228600" lvl="0" marL="457200" algn="ctr">
              <a:lnSpc>
                <a:spcPct val="90000"/>
              </a:lnSpc>
              <a:spcBef>
                <a:spcPts val="2000"/>
              </a:spcBef>
              <a:spcAft>
                <a:spcPts val="0"/>
              </a:spcAft>
              <a:buSzPts val="5600"/>
              <a:buNone/>
              <a:defRPr sz="8100">
                <a:solidFill>
                  <a:schemeClr val="lt1"/>
                </a:solidFill>
                <a:latin typeface="Calibri"/>
                <a:ea typeface="Calibri"/>
                <a:cs typeface="Calibri"/>
                <a:sym typeface="Calibri"/>
              </a:defRPr>
            </a:lvl1pPr>
            <a:lvl2pPr indent="-533400" lvl="1" marL="914400" algn="l">
              <a:lnSpc>
                <a:spcPct val="90000"/>
              </a:lnSpc>
              <a:spcBef>
                <a:spcPts val="1000"/>
              </a:spcBef>
              <a:spcAft>
                <a:spcPts val="0"/>
              </a:spcAft>
              <a:buSzPts val="4800"/>
              <a:buChar char="•"/>
              <a:defRPr/>
            </a:lvl2pPr>
            <a:lvl3pPr indent="-457200" lvl="2" marL="1371600" algn="l">
              <a:lnSpc>
                <a:spcPct val="90000"/>
              </a:lnSpc>
              <a:spcBef>
                <a:spcPts val="1000"/>
              </a:spcBef>
              <a:spcAft>
                <a:spcPts val="0"/>
              </a:spcAft>
              <a:buSzPts val="3600"/>
              <a:buChar char="○"/>
              <a:defRPr/>
            </a:lvl3pPr>
            <a:lvl4pPr indent="-431800" lvl="3" marL="1828800" algn="l">
              <a:lnSpc>
                <a:spcPct val="90000"/>
              </a:lnSpc>
              <a:spcBef>
                <a:spcPts val="1000"/>
              </a:spcBef>
              <a:spcAft>
                <a:spcPts val="0"/>
              </a:spcAft>
              <a:buSzPts val="3200"/>
              <a:buChar char="•"/>
              <a:defRPr/>
            </a:lvl4pPr>
            <a:lvl5pPr indent="-406400" lvl="4" marL="2286000" algn="l">
              <a:lnSpc>
                <a:spcPct val="90000"/>
              </a:lnSpc>
              <a:spcBef>
                <a:spcPts val="1000"/>
              </a:spcBef>
              <a:spcAft>
                <a:spcPts val="0"/>
              </a:spcAft>
              <a:buSzPts val="2800"/>
              <a:buChar char="•"/>
              <a:defRPr/>
            </a:lvl5pPr>
            <a:lvl6pPr indent="-381000" lvl="5" marL="2743200" algn="l">
              <a:lnSpc>
                <a:spcPct val="90000"/>
              </a:lnSpc>
              <a:spcBef>
                <a:spcPts val="1000"/>
              </a:spcBef>
              <a:spcAft>
                <a:spcPts val="0"/>
              </a:spcAft>
              <a:buSzPts val="2400"/>
              <a:buChar char="•"/>
              <a:defRPr/>
            </a:lvl6pPr>
            <a:lvl7pPr indent="-355600" lvl="6" marL="3200400" algn="l">
              <a:lnSpc>
                <a:spcPct val="90000"/>
              </a:lnSpc>
              <a:spcBef>
                <a:spcPts val="1000"/>
              </a:spcBef>
              <a:spcAft>
                <a:spcPts val="0"/>
              </a:spcAft>
              <a:buSzPts val="2000"/>
              <a:buChar char="•"/>
              <a:defRPr/>
            </a:lvl7pPr>
            <a:lvl8pPr indent="-330200" lvl="7" marL="3657600" algn="l">
              <a:lnSpc>
                <a:spcPct val="90000"/>
              </a:lnSpc>
              <a:spcBef>
                <a:spcPts val="1000"/>
              </a:spcBef>
              <a:spcAft>
                <a:spcPts val="0"/>
              </a:spcAft>
              <a:buSzPts val="1600"/>
              <a:buChar char="•"/>
              <a:defRPr/>
            </a:lvl8pPr>
            <a:lvl9pPr indent="-304800" lvl="8" marL="4114800" algn="l">
              <a:lnSpc>
                <a:spcPct val="90000"/>
              </a:lnSpc>
              <a:spcBef>
                <a:spcPts val="1000"/>
              </a:spcBef>
              <a:spcAft>
                <a:spcPts val="0"/>
              </a:spcAft>
              <a:buSzPts val="1200"/>
              <a:buChar char="•"/>
              <a:defRPr/>
            </a:lvl9pPr>
          </a:lstStyle>
          <a:p/>
        </p:txBody>
      </p:sp>
      <p:pic>
        <p:nvPicPr>
          <p:cNvPr id="116" name="Google Shape;116;g133e68395f5_0_400"/>
          <p:cNvPicPr preferRelativeResize="0"/>
          <p:nvPr/>
        </p:nvPicPr>
        <p:blipFill rotWithShape="1">
          <a:blip r:embed="rId2">
            <a:alphaModFix/>
          </a:blip>
          <a:srcRect b="0" l="0" r="0" t="0"/>
          <a:stretch/>
        </p:blipFill>
        <p:spPr>
          <a:xfrm>
            <a:off x="13585985" y="647674"/>
            <a:ext cx="6066048" cy="757956"/>
          </a:xfrm>
          <a:prstGeom prst="rect">
            <a:avLst/>
          </a:prstGeom>
          <a:noFill/>
          <a:ln>
            <a:noFill/>
          </a:ln>
        </p:spPr>
      </p:pic>
      <p:sp>
        <p:nvSpPr>
          <p:cNvPr id="117" name="Google Shape;117;g133e68395f5_0_400"/>
          <p:cNvSpPr txBox="1"/>
          <p:nvPr>
            <p:ph idx="2" type="body"/>
          </p:nvPr>
        </p:nvSpPr>
        <p:spPr>
          <a:xfrm>
            <a:off x="1232073" y="2691761"/>
            <a:ext cx="17640000" cy="1097700"/>
          </a:xfrm>
          <a:prstGeom prst="rect">
            <a:avLst/>
          </a:prstGeom>
          <a:solidFill>
            <a:schemeClr val="accent1"/>
          </a:solidFill>
          <a:ln>
            <a:noFill/>
          </a:ln>
        </p:spPr>
        <p:txBody>
          <a:bodyPr anchorCtr="0" anchor="t" bIns="92100" lIns="181400" spcFirstLastPara="1" rIns="184250" wrap="square" tIns="92100">
            <a:noAutofit/>
          </a:bodyPr>
          <a:lstStyle>
            <a:lvl1pPr indent="-228600" lvl="0" marL="457200" algn="ctr">
              <a:lnSpc>
                <a:spcPct val="90000"/>
              </a:lnSpc>
              <a:spcBef>
                <a:spcPts val="2000"/>
              </a:spcBef>
              <a:spcAft>
                <a:spcPts val="0"/>
              </a:spcAft>
              <a:buSzPts val="5600"/>
              <a:buNone/>
              <a:defRPr sz="5600">
                <a:solidFill>
                  <a:schemeClr val="lt1"/>
                </a:solidFill>
                <a:latin typeface="Calibri"/>
                <a:ea typeface="Calibri"/>
                <a:cs typeface="Calibri"/>
                <a:sym typeface="Calibri"/>
              </a:defRPr>
            </a:lvl1pPr>
            <a:lvl2pPr indent="-533400" lvl="1" marL="914400" algn="l">
              <a:lnSpc>
                <a:spcPct val="90000"/>
              </a:lnSpc>
              <a:spcBef>
                <a:spcPts val="1000"/>
              </a:spcBef>
              <a:spcAft>
                <a:spcPts val="0"/>
              </a:spcAft>
              <a:buSzPts val="4800"/>
              <a:buChar char="•"/>
              <a:defRPr/>
            </a:lvl2pPr>
            <a:lvl3pPr indent="-457200" lvl="2" marL="1371600" algn="l">
              <a:lnSpc>
                <a:spcPct val="90000"/>
              </a:lnSpc>
              <a:spcBef>
                <a:spcPts val="1000"/>
              </a:spcBef>
              <a:spcAft>
                <a:spcPts val="0"/>
              </a:spcAft>
              <a:buSzPts val="3600"/>
              <a:buChar char="○"/>
              <a:defRPr/>
            </a:lvl3pPr>
            <a:lvl4pPr indent="-431800" lvl="3" marL="1828800" algn="l">
              <a:lnSpc>
                <a:spcPct val="90000"/>
              </a:lnSpc>
              <a:spcBef>
                <a:spcPts val="1000"/>
              </a:spcBef>
              <a:spcAft>
                <a:spcPts val="0"/>
              </a:spcAft>
              <a:buSzPts val="3200"/>
              <a:buChar char="•"/>
              <a:defRPr/>
            </a:lvl4pPr>
            <a:lvl5pPr indent="-406400" lvl="4" marL="2286000" algn="l">
              <a:lnSpc>
                <a:spcPct val="90000"/>
              </a:lnSpc>
              <a:spcBef>
                <a:spcPts val="1000"/>
              </a:spcBef>
              <a:spcAft>
                <a:spcPts val="0"/>
              </a:spcAft>
              <a:buSzPts val="2800"/>
              <a:buChar char="•"/>
              <a:defRPr/>
            </a:lvl5pPr>
            <a:lvl6pPr indent="-381000" lvl="5" marL="2743200" algn="l">
              <a:lnSpc>
                <a:spcPct val="90000"/>
              </a:lnSpc>
              <a:spcBef>
                <a:spcPts val="1000"/>
              </a:spcBef>
              <a:spcAft>
                <a:spcPts val="0"/>
              </a:spcAft>
              <a:buSzPts val="2400"/>
              <a:buChar char="•"/>
              <a:defRPr/>
            </a:lvl6pPr>
            <a:lvl7pPr indent="-355600" lvl="6" marL="3200400" algn="l">
              <a:lnSpc>
                <a:spcPct val="90000"/>
              </a:lnSpc>
              <a:spcBef>
                <a:spcPts val="1000"/>
              </a:spcBef>
              <a:spcAft>
                <a:spcPts val="0"/>
              </a:spcAft>
              <a:buSzPts val="2000"/>
              <a:buChar char="•"/>
              <a:defRPr/>
            </a:lvl7pPr>
            <a:lvl8pPr indent="-330200" lvl="7" marL="3657600" algn="l">
              <a:lnSpc>
                <a:spcPct val="90000"/>
              </a:lnSpc>
              <a:spcBef>
                <a:spcPts val="1000"/>
              </a:spcBef>
              <a:spcAft>
                <a:spcPts val="0"/>
              </a:spcAft>
              <a:buSzPts val="1600"/>
              <a:buChar char="•"/>
              <a:defRPr/>
            </a:lvl8pPr>
            <a:lvl9pPr indent="-304800" lvl="8" marL="4114800" algn="l">
              <a:lnSpc>
                <a:spcPct val="90000"/>
              </a:lnSpc>
              <a:spcBef>
                <a:spcPts val="1000"/>
              </a:spcBef>
              <a:spcAft>
                <a:spcPts val="0"/>
              </a:spcAft>
              <a:buSzPts val="1200"/>
              <a:buChar char="•"/>
              <a:defRPr/>
            </a:lvl9pPr>
          </a:lstStyle>
          <a:p/>
        </p:txBody>
      </p:sp>
      <p:sp>
        <p:nvSpPr>
          <p:cNvPr id="118" name="Google Shape;118;g133e68395f5_0_400"/>
          <p:cNvSpPr/>
          <p:nvPr/>
        </p:nvSpPr>
        <p:spPr>
          <a:xfrm>
            <a:off x="1694799" y="350799"/>
            <a:ext cx="1986600" cy="1340700"/>
          </a:xfrm>
          <a:prstGeom prst="parallelogram">
            <a:avLst>
              <a:gd fmla="val 45310" name="adj"/>
            </a:avLst>
          </a:prstGeom>
          <a:solidFill>
            <a:schemeClr val="l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19" name="Google Shape;119;g133e68395f5_0_400"/>
          <p:cNvSpPr/>
          <p:nvPr/>
        </p:nvSpPr>
        <p:spPr>
          <a:xfrm>
            <a:off x="321925" y="350799"/>
            <a:ext cx="1986600" cy="1340700"/>
          </a:xfrm>
          <a:prstGeom prst="parallelogram">
            <a:avLst>
              <a:gd fmla="val 45310" name="adj"/>
            </a:avLst>
          </a:prstGeom>
          <a:gradFill>
            <a:gsLst>
              <a:gs pos="0">
                <a:schemeClr val="dk2"/>
              </a:gs>
              <a:gs pos="65000">
                <a:schemeClr val="lt1"/>
              </a:gs>
              <a:gs pos="100000">
                <a:schemeClr val="lt1"/>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0" name="Google Shape;120;g133e68395f5_0_400"/>
          <p:cNvSpPr/>
          <p:nvPr/>
        </p:nvSpPr>
        <p:spPr>
          <a:xfrm>
            <a:off x="3018638" y="350799"/>
            <a:ext cx="10567200" cy="1340700"/>
          </a:xfrm>
          <a:prstGeom prst="parallelogram">
            <a:avLst>
              <a:gd fmla="val 45310" name="adj"/>
            </a:avLst>
          </a:prstGeom>
          <a:solidFill>
            <a:schemeClr val="l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21" name="Google Shape;121;g133e68395f5_0_400"/>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solidFill>
                  <a:schemeClr val="accent1"/>
                </a:solidFill>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2" type="obj">
  <p:cSld name="OBJECT">
    <p:spTree>
      <p:nvGrpSpPr>
        <p:cNvPr id="122" name="Shape 122"/>
        <p:cNvGrpSpPr/>
        <p:nvPr/>
      </p:nvGrpSpPr>
      <p:grpSpPr>
        <a:xfrm>
          <a:off x="0" y="0"/>
          <a:ext cx="0" cy="0"/>
          <a:chOff x="0" y="0"/>
          <a:chExt cx="0" cy="0"/>
        </a:xfrm>
      </p:grpSpPr>
      <p:sp>
        <p:nvSpPr>
          <p:cNvPr id="123" name="Google Shape;123;g133e68395f5_0_408"/>
          <p:cNvSpPr/>
          <p:nvPr/>
        </p:nvSpPr>
        <p:spPr>
          <a:xfrm>
            <a:off x="1694799" y="350799"/>
            <a:ext cx="1986600" cy="1340700"/>
          </a:xfrm>
          <a:prstGeom prst="parallelogram">
            <a:avLst>
              <a:gd fmla="val 45310" name="adj"/>
            </a:avLst>
          </a:prstGeom>
          <a:solidFill>
            <a:schemeClr val="accen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24" name="Google Shape;124;g133e68395f5_0_408"/>
          <p:cNvSpPr/>
          <p:nvPr/>
        </p:nvSpPr>
        <p:spPr>
          <a:xfrm>
            <a:off x="321925" y="350799"/>
            <a:ext cx="1986600" cy="1340700"/>
          </a:xfrm>
          <a:prstGeom prst="parallelogram">
            <a:avLst>
              <a:gd fmla="val 45310" name="adj"/>
            </a:avLst>
          </a:prstGeom>
          <a:gradFill>
            <a:gsLst>
              <a:gs pos="0">
                <a:srgbClr val="FFFFFF"/>
              </a:gs>
              <a:gs pos="65000">
                <a:schemeClr val="accent1"/>
              </a:gs>
              <a:gs pos="100000">
                <a:schemeClr val="accent1"/>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125" name="Google Shape;125;g133e68395f5_0_408"/>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26" name="Google Shape;126;g133e68395f5_0_408"/>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27" name="Google Shape;127;g133e68395f5_0_408"/>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28" name="Google Shape;128;g133e68395f5_0_408"/>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
        <p:nvSpPr>
          <p:cNvPr id="129" name="Google Shape;129;g133e68395f5_0_408"/>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
  <p:cSld name="TITLE_4_1_1">
    <p:bg>
      <p:bgPr>
        <a:solidFill>
          <a:schemeClr val="dk2"/>
        </a:solidFill>
      </p:bgPr>
    </p:bg>
    <p:spTree>
      <p:nvGrpSpPr>
        <p:cNvPr id="130" name="Shape 130"/>
        <p:cNvGrpSpPr/>
        <p:nvPr/>
      </p:nvGrpSpPr>
      <p:grpSpPr>
        <a:xfrm>
          <a:off x="0" y="0"/>
          <a:ext cx="0" cy="0"/>
          <a:chOff x="0" y="0"/>
          <a:chExt cx="0" cy="0"/>
        </a:xfrm>
      </p:grpSpPr>
      <p:pic>
        <p:nvPicPr>
          <p:cNvPr id="131" name="Google Shape;131;g133e68395f5_0_416"/>
          <p:cNvPicPr preferRelativeResize="0"/>
          <p:nvPr/>
        </p:nvPicPr>
        <p:blipFill rotWithShape="1">
          <a:blip r:embed="rId2">
            <a:alphaModFix/>
          </a:blip>
          <a:srcRect b="0" l="0" r="0" t="0"/>
          <a:stretch/>
        </p:blipFill>
        <p:spPr>
          <a:xfrm>
            <a:off x="11382885" y="307219"/>
            <a:ext cx="6286519" cy="991595"/>
          </a:xfrm>
          <a:prstGeom prst="rect">
            <a:avLst/>
          </a:prstGeom>
          <a:noFill/>
          <a:ln>
            <a:noFill/>
          </a:ln>
        </p:spPr>
      </p:pic>
      <p:grpSp>
        <p:nvGrpSpPr>
          <p:cNvPr id="132" name="Google Shape;132;g133e68395f5_0_416"/>
          <p:cNvGrpSpPr/>
          <p:nvPr/>
        </p:nvGrpSpPr>
        <p:grpSpPr>
          <a:xfrm>
            <a:off x="0" y="-205"/>
            <a:ext cx="10671505" cy="9466204"/>
            <a:chOff x="0" y="-126"/>
            <a:chExt cx="4554438" cy="5386482"/>
          </a:xfrm>
        </p:grpSpPr>
        <p:sp>
          <p:nvSpPr>
            <p:cNvPr id="133" name="Google Shape;133;g133e68395f5_0_416"/>
            <p:cNvSpPr/>
            <p:nvPr/>
          </p:nvSpPr>
          <p:spPr>
            <a:xfrm flipH="1" rot="10800000">
              <a:off x="0" y="-126"/>
              <a:ext cx="4554438" cy="5386482"/>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Calibri"/>
                <a:ea typeface="Calibri"/>
                <a:cs typeface="Calibri"/>
                <a:sym typeface="Calibri"/>
              </a:endParaRPr>
            </a:p>
          </p:txBody>
        </p:sp>
        <p:pic>
          <p:nvPicPr>
            <p:cNvPr descr="Una caricatura de una ciudad&#10;&#10;Descripción generada automáticamente" id="134" name="Google Shape;134;g133e68395f5_0_416"/>
            <p:cNvPicPr preferRelativeResize="0"/>
            <p:nvPr/>
          </p:nvPicPr>
          <p:blipFill rotWithShape="1">
            <a:blip r:embed="rId3">
              <a:alphaModFix/>
            </a:blip>
            <a:srcRect b="0" l="9870" r="6482" t="0"/>
            <a:stretch/>
          </p:blipFill>
          <p:spPr>
            <a:xfrm>
              <a:off x="1" y="-1"/>
              <a:ext cx="4423169" cy="5247982"/>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135" name="Google Shape;135;g133e68395f5_0_416"/>
          <p:cNvSpPr txBox="1"/>
          <p:nvPr>
            <p:ph type="title"/>
          </p:nvPr>
        </p:nvSpPr>
        <p:spPr>
          <a:xfrm>
            <a:off x="6605892" y="5732429"/>
            <a:ext cx="13182300" cy="2643900"/>
          </a:xfrm>
          <a:prstGeom prst="rect">
            <a:avLst/>
          </a:prstGeom>
          <a:solidFill>
            <a:srgbClr val="DE3075">
              <a:alpha val="62352"/>
            </a:srgbClr>
          </a:solidFill>
          <a:ln>
            <a:noFill/>
          </a:ln>
        </p:spPr>
        <p:txBody>
          <a:bodyPr anchorCtr="0" anchor="t" bIns="92100" lIns="184250" spcFirstLastPara="1" rIns="184250" wrap="square" tIns="92100">
            <a:noAutofit/>
          </a:bodyPr>
          <a:lstStyle>
            <a:lvl1pPr lvl="0" algn="r">
              <a:lnSpc>
                <a:spcPct val="90000"/>
              </a:lnSpc>
              <a:spcBef>
                <a:spcPts val="0"/>
              </a:spcBef>
              <a:spcAft>
                <a:spcPts val="0"/>
              </a:spcAft>
              <a:buSzPts val="6000"/>
              <a:buNone/>
              <a:defRPr sz="10900">
                <a:latin typeface="Calibri"/>
                <a:ea typeface="Calibri"/>
                <a:cs typeface="Calibri"/>
                <a:sym typeface="Calibri"/>
              </a:defRPr>
            </a:lvl1pPr>
            <a:lvl2pPr lvl="1" algn="r">
              <a:lnSpc>
                <a:spcPct val="100000"/>
              </a:lnSpc>
              <a:spcBef>
                <a:spcPts val="0"/>
              </a:spcBef>
              <a:spcAft>
                <a:spcPts val="0"/>
              </a:spcAft>
              <a:buSzPts val="6000"/>
              <a:buNone/>
              <a:defRPr sz="10900"/>
            </a:lvl2pPr>
            <a:lvl3pPr lvl="2" algn="r">
              <a:lnSpc>
                <a:spcPct val="100000"/>
              </a:lnSpc>
              <a:spcBef>
                <a:spcPts val="0"/>
              </a:spcBef>
              <a:spcAft>
                <a:spcPts val="0"/>
              </a:spcAft>
              <a:buSzPts val="6000"/>
              <a:buNone/>
              <a:defRPr sz="10900"/>
            </a:lvl3pPr>
            <a:lvl4pPr lvl="3" algn="r">
              <a:lnSpc>
                <a:spcPct val="100000"/>
              </a:lnSpc>
              <a:spcBef>
                <a:spcPts val="0"/>
              </a:spcBef>
              <a:spcAft>
                <a:spcPts val="0"/>
              </a:spcAft>
              <a:buSzPts val="6000"/>
              <a:buNone/>
              <a:defRPr sz="10900"/>
            </a:lvl4pPr>
            <a:lvl5pPr lvl="4" algn="r">
              <a:lnSpc>
                <a:spcPct val="100000"/>
              </a:lnSpc>
              <a:spcBef>
                <a:spcPts val="0"/>
              </a:spcBef>
              <a:spcAft>
                <a:spcPts val="0"/>
              </a:spcAft>
              <a:buSzPts val="6000"/>
              <a:buNone/>
              <a:defRPr sz="10900"/>
            </a:lvl5pPr>
            <a:lvl6pPr lvl="5" algn="r">
              <a:lnSpc>
                <a:spcPct val="100000"/>
              </a:lnSpc>
              <a:spcBef>
                <a:spcPts val="0"/>
              </a:spcBef>
              <a:spcAft>
                <a:spcPts val="0"/>
              </a:spcAft>
              <a:buSzPts val="6000"/>
              <a:buNone/>
              <a:defRPr sz="10900"/>
            </a:lvl6pPr>
            <a:lvl7pPr lvl="6" algn="r">
              <a:lnSpc>
                <a:spcPct val="100000"/>
              </a:lnSpc>
              <a:spcBef>
                <a:spcPts val="0"/>
              </a:spcBef>
              <a:spcAft>
                <a:spcPts val="0"/>
              </a:spcAft>
              <a:buSzPts val="6000"/>
              <a:buNone/>
              <a:defRPr sz="10900"/>
            </a:lvl7pPr>
            <a:lvl8pPr lvl="7" algn="r">
              <a:lnSpc>
                <a:spcPct val="100000"/>
              </a:lnSpc>
              <a:spcBef>
                <a:spcPts val="0"/>
              </a:spcBef>
              <a:spcAft>
                <a:spcPts val="0"/>
              </a:spcAft>
              <a:buSzPts val="6000"/>
              <a:buNone/>
              <a:defRPr sz="10900"/>
            </a:lvl8pPr>
            <a:lvl9pPr lvl="8" algn="r">
              <a:lnSpc>
                <a:spcPct val="100000"/>
              </a:lnSpc>
              <a:spcBef>
                <a:spcPts val="0"/>
              </a:spcBef>
              <a:spcAft>
                <a:spcPts val="0"/>
              </a:spcAft>
              <a:buSzPts val="6000"/>
              <a:buNone/>
              <a:defRPr sz="109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bg>
      <p:bgPr>
        <a:solidFill>
          <a:schemeClr val="dk2"/>
        </a:solidFill>
      </p:bgPr>
    </p:bg>
    <p:spTree>
      <p:nvGrpSpPr>
        <p:cNvPr id="136" name="Shape 136"/>
        <p:cNvGrpSpPr/>
        <p:nvPr/>
      </p:nvGrpSpPr>
      <p:grpSpPr>
        <a:xfrm>
          <a:off x="0" y="0"/>
          <a:ext cx="0" cy="0"/>
          <a:chOff x="0" y="0"/>
          <a:chExt cx="0" cy="0"/>
        </a:xfrm>
      </p:grpSpPr>
      <p:sp>
        <p:nvSpPr>
          <p:cNvPr id="137" name="Google Shape;137;g133e68395f5_0_394"/>
          <p:cNvSpPr/>
          <p:nvPr/>
        </p:nvSpPr>
        <p:spPr>
          <a:xfrm flipH="1">
            <a:off x="-6431" y="0"/>
            <a:ext cx="10185090" cy="11315700"/>
          </a:xfrm>
          <a:custGeom>
            <a:rect b="b" l="l" r="r" t="t"/>
            <a:pathLst>
              <a:path extrusionOk="0" h="6858000" w="6172782">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chemeClr val="lt1"/>
              </a:buClr>
              <a:buSzPts val="3600"/>
              <a:buFont typeface="Calibri"/>
              <a:buNone/>
            </a:pPr>
            <a:r>
              <a:t/>
            </a:r>
            <a:endParaRPr b="0" i="0" sz="3600" u="none" cap="none" strike="noStrike">
              <a:solidFill>
                <a:srgbClr val="FFFFFF"/>
              </a:solidFill>
              <a:latin typeface="Calibri"/>
              <a:ea typeface="Calibri"/>
              <a:cs typeface="Calibri"/>
              <a:sym typeface="Calibri"/>
            </a:endParaRPr>
          </a:p>
        </p:txBody>
      </p:sp>
      <p:pic>
        <p:nvPicPr>
          <p:cNvPr id="138" name="Google Shape;138;g133e68395f5_0_394"/>
          <p:cNvPicPr preferRelativeResize="0"/>
          <p:nvPr/>
        </p:nvPicPr>
        <p:blipFill rotWithShape="1">
          <a:blip r:embed="rId2">
            <a:alphaModFix/>
          </a:blip>
          <a:srcRect b="0" l="0" r="0" t="0"/>
          <a:stretch/>
        </p:blipFill>
        <p:spPr>
          <a:xfrm>
            <a:off x="44" y="19720"/>
            <a:ext cx="9939854" cy="11281410"/>
          </a:xfrm>
          <a:custGeom>
            <a:rect b="b" l="l" r="r" t="t"/>
            <a:pathLst>
              <a:path extrusionOk="0" h="6858000" w="6024154">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39" name="Google Shape;139;g133e68395f5_0_394"/>
          <p:cNvPicPr preferRelativeResize="0"/>
          <p:nvPr/>
        </p:nvPicPr>
        <p:blipFill rotWithShape="1">
          <a:blip r:embed="rId3">
            <a:alphaModFix/>
          </a:blip>
          <a:srcRect b="0" l="0" r="0" t="0"/>
          <a:stretch/>
        </p:blipFill>
        <p:spPr>
          <a:xfrm>
            <a:off x="11411062" y="350049"/>
            <a:ext cx="6181164" cy="966722"/>
          </a:xfrm>
          <a:prstGeom prst="rect">
            <a:avLst/>
          </a:prstGeom>
          <a:noFill/>
          <a:ln>
            <a:noFill/>
          </a:ln>
        </p:spPr>
      </p:pic>
      <p:sp>
        <p:nvSpPr>
          <p:cNvPr id="140" name="Google Shape;140;g133e68395f5_0_394"/>
          <p:cNvSpPr txBox="1"/>
          <p:nvPr>
            <p:ph idx="1" type="subTitle"/>
          </p:nvPr>
        </p:nvSpPr>
        <p:spPr>
          <a:xfrm>
            <a:off x="11619000" y="9269239"/>
            <a:ext cx="7923600" cy="1441200"/>
          </a:xfrm>
          <a:prstGeom prst="rect">
            <a:avLst/>
          </a:prstGeom>
          <a:solidFill>
            <a:srgbClr val="DE3075"/>
          </a:solidFill>
          <a:ln>
            <a:noFill/>
          </a:ln>
        </p:spPr>
        <p:txBody>
          <a:bodyPr anchorCtr="0" anchor="t" bIns="0" lIns="184250" spcFirstLastPara="1" rIns="368575" wrap="square" tIns="0">
            <a:noAutofit/>
          </a:bodyPr>
          <a:lstStyle>
            <a:lvl1pPr lvl="0" algn="r">
              <a:lnSpc>
                <a:spcPct val="90000"/>
              </a:lnSpc>
              <a:spcBef>
                <a:spcPts val="2000"/>
              </a:spcBef>
              <a:spcAft>
                <a:spcPts val="0"/>
              </a:spcAft>
              <a:buSzPts val="5600"/>
              <a:buNone/>
              <a:defRPr b="1" sz="9700">
                <a:solidFill>
                  <a:srgbClr val="FFFFFF"/>
                </a:solidFill>
                <a:latin typeface="Calibri"/>
                <a:ea typeface="Calibri"/>
                <a:cs typeface="Calibri"/>
                <a:sym typeface="Calibri"/>
              </a:defRPr>
            </a:lvl1pPr>
            <a:lvl2pPr lvl="1" algn="r">
              <a:lnSpc>
                <a:spcPct val="90000"/>
              </a:lnSpc>
              <a:spcBef>
                <a:spcPts val="2000"/>
              </a:spcBef>
              <a:spcAft>
                <a:spcPts val="0"/>
              </a:spcAft>
              <a:buSzPts val="4800"/>
              <a:buNone/>
              <a:defRPr b="1" sz="9700">
                <a:solidFill>
                  <a:srgbClr val="FFFFFF"/>
                </a:solidFill>
              </a:defRPr>
            </a:lvl2pPr>
            <a:lvl3pPr lvl="2" algn="r">
              <a:lnSpc>
                <a:spcPct val="90000"/>
              </a:lnSpc>
              <a:spcBef>
                <a:spcPts val="2000"/>
              </a:spcBef>
              <a:spcAft>
                <a:spcPts val="0"/>
              </a:spcAft>
              <a:buSzPts val="3600"/>
              <a:buNone/>
              <a:defRPr b="1" sz="9700">
                <a:solidFill>
                  <a:srgbClr val="FFFFFF"/>
                </a:solidFill>
              </a:defRPr>
            </a:lvl3pPr>
            <a:lvl4pPr lvl="3" algn="r">
              <a:lnSpc>
                <a:spcPct val="90000"/>
              </a:lnSpc>
              <a:spcBef>
                <a:spcPts val="2000"/>
              </a:spcBef>
              <a:spcAft>
                <a:spcPts val="0"/>
              </a:spcAft>
              <a:buSzPts val="3200"/>
              <a:buNone/>
              <a:defRPr b="1" sz="9700">
                <a:solidFill>
                  <a:srgbClr val="FFFFFF"/>
                </a:solidFill>
              </a:defRPr>
            </a:lvl4pPr>
            <a:lvl5pPr lvl="4" algn="r">
              <a:lnSpc>
                <a:spcPct val="90000"/>
              </a:lnSpc>
              <a:spcBef>
                <a:spcPts val="2000"/>
              </a:spcBef>
              <a:spcAft>
                <a:spcPts val="0"/>
              </a:spcAft>
              <a:buSzPts val="2800"/>
              <a:buNone/>
              <a:defRPr b="1" sz="9700">
                <a:solidFill>
                  <a:srgbClr val="FFFFFF"/>
                </a:solidFill>
              </a:defRPr>
            </a:lvl5pPr>
            <a:lvl6pPr lvl="5" algn="r">
              <a:lnSpc>
                <a:spcPct val="90000"/>
              </a:lnSpc>
              <a:spcBef>
                <a:spcPts val="2000"/>
              </a:spcBef>
              <a:spcAft>
                <a:spcPts val="0"/>
              </a:spcAft>
              <a:buSzPts val="2400"/>
              <a:buNone/>
              <a:defRPr b="1" sz="9700">
                <a:solidFill>
                  <a:srgbClr val="FFFFFF"/>
                </a:solidFill>
              </a:defRPr>
            </a:lvl6pPr>
            <a:lvl7pPr lvl="6" algn="r">
              <a:lnSpc>
                <a:spcPct val="90000"/>
              </a:lnSpc>
              <a:spcBef>
                <a:spcPts val="2000"/>
              </a:spcBef>
              <a:spcAft>
                <a:spcPts val="0"/>
              </a:spcAft>
              <a:buSzPts val="2000"/>
              <a:buNone/>
              <a:defRPr b="1" sz="9700">
                <a:solidFill>
                  <a:srgbClr val="FFFFFF"/>
                </a:solidFill>
              </a:defRPr>
            </a:lvl7pPr>
            <a:lvl8pPr lvl="7" algn="r">
              <a:lnSpc>
                <a:spcPct val="90000"/>
              </a:lnSpc>
              <a:spcBef>
                <a:spcPts val="2000"/>
              </a:spcBef>
              <a:spcAft>
                <a:spcPts val="0"/>
              </a:spcAft>
              <a:buSzPts val="1600"/>
              <a:buNone/>
              <a:defRPr b="1" sz="9700">
                <a:solidFill>
                  <a:srgbClr val="FFFFFF"/>
                </a:solidFill>
              </a:defRPr>
            </a:lvl8pPr>
            <a:lvl9pPr lvl="8" algn="r">
              <a:lnSpc>
                <a:spcPct val="90000"/>
              </a:lnSpc>
              <a:spcBef>
                <a:spcPts val="2000"/>
              </a:spcBef>
              <a:spcAft>
                <a:spcPts val="0"/>
              </a:spcAft>
              <a:buSzPts val="1200"/>
              <a:buNone/>
              <a:defRPr b="1" sz="9700">
                <a:solidFill>
                  <a:srgbClr val="FFFFFF"/>
                </a:solidFill>
              </a:defRPr>
            </a:lvl9pPr>
          </a:lstStyle>
          <a:p/>
        </p:txBody>
      </p:sp>
      <p:sp>
        <p:nvSpPr>
          <p:cNvPr id="141" name="Google Shape;141;g133e68395f5_0_394"/>
          <p:cNvSpPr txBox="1"/>
          <p:nvPr>
            <p:ph type="title"/>
          </p:nvPr>
        </p:nvSpPr>
        <p:spPr>
          <a:xfrm>
            <a:off x="8780758" y="4102402"/>
            <a:ext cx="10761900" cy="4767600"/>
          </a:xfrm>
          <a:prstGeom prst="rect">
            <a:avLst/>
          </a:prstGeom>
          <a:noFill/>
          <a:ln>
            <a:noFill/>
          </a:ln>
        </p:spPr>
        <p:txBody>
          <a:bodyPr anchorCtr="0" anchor="b" bIns="92100" lIns="184250" spcFirstLastPara="1" rIns="184250" wrap="square" tIns="92100">
            <a:noAutofit/>
          </a:bodyPr>
          <a:lstStyle>
            <a:lvl1pPr lvl="0" algn="r">
              <a:lnSpc>
                <a:spcPct val="90000"/>
              </a:lnSpc>
              <a:spcBef>
                <a:spcPts val="0"/>
              </a:spcBef>
              <a:spcAft>
                <a:spcPts val="0"/>
              </a:spcAft>
              <a:buSzPts val="6000"/>
              <a:buNone/>
              <a:defRPr sz="13300">
                <a:latin typeface="Calibri"/>
                <a:ea typeface="Calibri"/>
                <a:cs typeface="Calibri"/>
                <a:sym typeface="Calibri"/>
              </a:defRPr>
            </a:lvl1pPr>
            <a:lvl2pPr lvl="1" algn="r">
              <a:lnSpc>
                <a:spcPct val="100000"/>
              </a:lnSpc>
              <a:spcBef>
                <a:spcPts val="0"/>
              </a:spcBef>
              <a:spcAft>
                <a:spcPts val="0"/>
              </a:spcAft>
              <a:buSzPts val="6000"/>
              <a:buNone/>
              <a:defRPr sz="11300"/>
            </a:lvl2pPr>
            <a:lvl3pPr lvl="2" algn="r">
              <a:lnSpc>
                <a:spcPct val="100000"/>
              </a:lnSpc>
              <a:spcBef>
                <a:spcPts val="0"/>
              </a:spcBef>
              <a:spcAft>
                <a:spcPts val="0"/>
              </a:spcAft>
              <a:buSzPts val="6000"/>
              <a:buNone/>
              <a:defRPr sz="11300"/>
            </a:lvl3pPr>
            <a:lvl4pPr lvl="3" algn="r">
              <a:lnSpc>
                <a:spcPct val="100000"/>
              </a:lnSpc>
              <a:spcBef>
                <a:spcPts val="0"/>
              </a:spcBef>
              <a:spcAft>
                <a:spcPts val="0"/>
              </a:spcAft>
              <a:buSzPts val="6000"/>
              <a:buNone/>
              <a:defRPr sz="11300"/>
            </a:lvl4pPr>
            <a:lvl5pPr lvl="4" algn="r">
              <a:lnSpc>
                <a:spcPct val="100000"/>
              </a:lnSpc>
              <a:spcBef>
                <a:spcPts val="0"/>
              </a:spcBef>
              <a:spcAft>
                <a:spcPts val="0"/>
              </a:spcAft>
              <a:buSzPts val="6000"/>
              <a:buNone/>
              <a:defRPr sz="11300"/>
            </a:lvl5pPr>
            <a:lvl6pPr lvl="5" algn="r">
              <a:lnSpc>
                <a:spcPct val="100000"/>
              </a:lnSpc>
              <a:spcBef>
                <a:spcPts val="0"/>
              </a:spcBef>
              <a:spcAft>
                <a:spcPts val="0"/>
              </a:spcAft>
              <a:buSzPts val="6000"/>
              <a:buNone/>
              <a:defRPr sz="11300"/>
            </a:lvl6pPr>
            <a:lvl7pPr lvl="6" algn="r">
              <a:lnSpc>
                <a:spcPct val="100000"/>
              </a:lnSpc>
              <a:spcBef>
                <a:spcPts val="0"/>
              </a:spcBef>
              <a:spcAft>
                <a:spcPts val="0"/>
              </a:spcAft>
              <a:buSzPts val="6000"/>
              <a:buNone/>
              <a:defRPr sz="11300"/>
            </a:lvl7pPr>
            <a:lvl8pPr lvl="7" algn="r">
              <a:lnSpc>
                <a:spcPct val="100000"/>
              </a:lnSpc>
              <a:spcBef>
                <a:spcPts val="0"/>
              </a:spcBef>
              <a:spcAft>
                <a:spcPts val="0"/>
              </a:spcAft>
              <a:buSzPts val="6000"/>
              <a:buNone/>
              <a:defRPr sz="11300"/>
            </a:lvl8pPr>
            <a:lvl9pPr lvl="8" algn="r">
              <a:lnSpc>
                <a:spcPct val="100000"/>
              </a:lnSpc>
              <a:spcBef>
                <a:spcPts val="0"/>
              </a:spcBef>
              <a:spcAft>
                <a:spcPts val="0"/>
              </a:spcAft>
              <a:buSzPts val="6000"/>
              <a:buNone/>
              <a:defRPr sz="113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10">
  <p:cSld name="TITLE_3_4_1">
    <p:bg>
      <p:bgPr>
        <a:solidFill>
          <a:srgbClr val="733814"/>
        </a:solidFill>
      </p:bgPr>
    </p:bg>
    <p:spTree>
      <p:nvGrpSpPr>
        <p:cNvPr id="142" name="Shape 142"/>
        <p:cNvGrpSpPr/>
        <p:nvPr/>
      </p:nvGrpSpPr>
      <p:grpSpPr>
        <a:xfrm>
          <a:off x="0" y="0"/>
          <a:ext cx="0" cy="0"/>
          <a:chOff x="0" y="0"/>
          <a:chExt cx="0" cy="0"/>
        </a:xfrm>
      </p:grpSpPr>
      <p:sp>
        <p:nvSpPr>
          <p:cNvPr id="143" name="Google Shape;143;g133e68395f5_0_430"/>
          <p:cNvSpPr/>
          <p:nvPr/>
        </p:nvSpPr>
        <p:spPr>
          <a:xfrm flipH="1" rot="10800000">
            <a:off x="0" y="-226"/>
            <a:ext cx="10671939" cy="9466184"/>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92100" lIns="184250" spcFirstLastPara="1" rIns="184250" wrap="square" tIns="92100">
            <a:noAutofit/>
          </a:bodyPr>
          <a:lstStyle/>
          <a:p>
            <a:pPr indent="0" lvl="0" marL="0" marR="0" rtl="0" algn="ctr">
              <a:lnSpc>
                <a:spcPct val="100000"/>
              </a:lnSpc>
              <a:spcBef>
                <a:spcPts val="0"/>
              </a:spcBef>
              <a:spcAft>
                <a:spcPts val="0"/>
              </a:spcAft>
              <a:buClr>
                <a:srgbClr val="000000"/>
              </a:buClr>
              <a:buSzPts val="2700"/>
              <a:buFont typeface="Arial"/>
              <a:buNone/>
            </a:pPr>
            <a:r>
              <a:t/>
            </a:r>
            <a:endParaRPr b="0" i="0" sz="2700" u="none" cap="none" strike="noStrike">
              <a:solidFill>
                <a:srgbClr val="FFFFFF"/>
              </a:solidFill>
              <a:latin typeface="Calibri"/>
              <a:ea typeface="Calibri"/>
              <a:cs typeface="Calibri"/>
              <a:sym typeface="Calibri"/>
            </a:endParaRPr>
          </a:p>
        </p:txBody>
      </p:sp>
      <p:pic>
        <p:nvPicPr>
          <p:cNvPr id="144" name="Google Shape;144;g133e68395f5_0_430"/>
          <p:cNvPicPr preferRelativeResize="0"/>
          <p:nvPr/>
        </p:nvPicPr>
        <p:blipFill rotWithShape="1">
          <a:blip r:embed="rId2">
            <a:alphaModFix/>
          </a:blip>
          <a:srcRect b="0" l="0" r="0" t="0"/>
          <a:stretch/>
        </p:blipFill>
        <p:spPr>
          <a:xfrm>
            <a:off x="11382885" y="307219"/>
            <a:ext cx="6286519" cy="991595"/>
          </a:xfrm>
          <a:prstGeom prst="rect">
            <a:avLst/>
          </a:prstGeom>
          <a:noFill/>
          <a:ln>
            <a:noFill/>
          </a:ln>
        </p:spPr>
      </p:pic>
      <p:pic>
        <p:nvPicPr>
          <p:cNvPr descr="Imagen que contiene persona, foto, hombre, mujer&#10;&#10;Descripción generada automáticamente" id="145" name="Google Shape;145;g133e68395f5_0_430"/>
          <p:cNvPicPr preferRelativeResize="0"/>
          <p:nvPr/>
        </p:nvPicPr>
        <p:blipFill rotWithShape="1">
          <a:blip r:embed="rId3">
            <a:alphaModFix/>
          </a:blip>
          <a:srcRect b="0" l="0" r="16348" t="0"/>
          <a:stretch/>
        </p:blipFill>
        <p:spPr>
          <a:xfrm>
            <a:off x="2" y="16"/>
            <a:ext cx="7773261" cy="9222784"/>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146" name="Google Shape;146;g133e68395f5_0_430"/>
          <p:cNvSpPr txBox="1"/>
          <p:nvPr>
            <p:ph type="title"/>
          </p:nvPr>
        </p:nvSpPr>
        <p:spPr>
          <a:xfrm>
            <a:off x="6605892" y="5732429"/>
            <a:ext cx="13182300" cy="2643900"/>
          </a:xfrm>
          <a:prstGeom prst="rect">
            <a:avLst/>
          </a:prstGeom>
          <a:solidFill>
            <a:srgbClr val="898B90">
              <a:alpha val="67058"/>
            </a:srgbClr>
          </a:solidFill>
          <a:ln>
            <a:noFill/>
          </a:ln>
        </p:spPr>
        <p:txBody>
          <a:bodyPr anchorCtr="0" anchor="t" bIns="92100" lIns="184250" spcFirstLastPara="1" rIns="184250" wrap="square" tIns="92100">
            <a:noAutofit/>
          </a:bodyPr>
          <a:lstStyle>
            <a:lvl1pPr lvl="0" algn="r">
              <a:lnSpc>
                <a:spcPct val="90000"/>
              </a:lnSpc>
              <a:spcBef>
                <a:spcPts val="0"/>
              </a:spcBef>
              <a:spcAft>
                <a:spcPts val="0"/>
              </a:spcAft>
              <a:buSzPts val="6000"/>
              <a:buNone/>
              <a:defRPr sz="10900">
                <a:latin typeface="Calibri"/>
                <a:ea typeface="Calibri"/>
                <a:cs typeface="Calibri"/>
                <a:sym typeface="Calibri"/>
              </a:defRPr>
            </a:lvl1pPr>
            <a:lvl2pPr lvl="1" algn="r">
              <a:lnSpc>
                <a:spcPct val="100000"/>
              </a:lnSpc>
              <a:spcBef>
                <a:spcPts val="0"/>
              </a:spcBef>
              <a:spcAft>
                <a:spcPts val="0"/>
              </a:spcAft>
              <a:buSzPts val="6000"/>
              <a:buNone/>
              <a:defRPr sz="10900"/>
            </a:lvl2pPr>
            <a:lvl3pPr lvl="2" algn="r">
              <a:lnSpc>
                <a:spcPct val="100000"/>
              </a:lnSpc>
              <a:spcBef>
                <a:spcPts val="0"/>
              </a:spcBef>
              <a:spcAft>
                <a:spcPts val="0"/>
              </a:spcAft>
              <a:buSzPts val="6000"/>
              <a:buNone/>
              <a:defRPr sz="10900"/>
            </a:lvl3pPr>
            <a:lvl4pPr lvl="3" algn="r">
              <a:lnSpc>
                <a:spcPct val="100000"/>
              </a:lnSpc>
              <a:spcBef>
                <a:spcPts val="0"/>
              </a:spcBef>
              <a:spcAft>
                <a:spcPts val="0"/>
              </a:spcAft>
              <a:buSzPts val="6000"/>
              <a:buNone/>
              <a:defRPr sz="10900"/>
            </a:lvl4pPr>
            <a:lvl5pPr lvl="4" algn="r">
              <a:lnSpc>
                <a:spcPct val="100000"/>
              </a:lnSpc>
              <a:spcBef>
                <a:spcPts val="0"/>
              </a:spcBef>
              <a:spcAft>
                <a:spcPts val="0"/>
              </a:spcAft>
              <a:buSzPts val="6000"/>
              <a:buNone/>
              <a:defRPr sz="10900"/>
            </a:lvl5pPr>
            <a:lvl6pPr lvl="5" algn="r">
              <a:lnSpc>
                <a:spcPct val="100000"/>
              </a:lnSpc>
              <a:spcBef>
                <a:spcPts val="0"/>
              </a:spcBef>
              <a:spcAft>
                <a:spcPts val="0"/>
              </a:spcAft>
              <a:buSzPts val="6000"/>
              <a:buNone/>
              <a:defRPr sz="10900"/>
            </a:lvl6pPr>
            <a:lvl7pPr lvl="6" algn="r">
              <a:lnSpc>
                <a:spcPct val="100000"/>
              </a:lnSpc>
              <a:spcBef>
                <a:spcPts val="0"/>
              </a:spcBef>
              <a:spcAft>
                <a:spcPts val="0"/>
              </a:spcAft>
              <a:buSzPts val="6000"/>
              <a:buNone/>
              <a:defRPr sz="10900"/>
            </a:lvl7pPr>
            <a:lvl8pPr lvl="7" algn="r">
              <a:lnSpc>
                <a:spcPct val="100000"/>
              </a:lnSpc>
              <a:spcBef>
                <a:spcPts val="0"/>
              </a:spcBef>
              <a:spcAft>
                <a:spcPts val="0"/>
              </a:spcAft>
              <a:buSzPts val="6000"/>
              <a:buNone/>
              <a:defRPr sz="10900"/>
            </a:lvl8pPr>
            <a:lvl9pPr lvl="8" algn="r">
              <a:lnSpc>
                <a:spcPct val="100000"/>
              </a:lnSpc>
              <a:spcBef>
                <a:spcPts val="0"/>
              </a:spcBef>
              <a:spcAft>
                <a:spcPts val="0"/>
              </a:spcAft>
              <a:buSzPts val="6000"/>
              <a:buNone/>
              <a:defRPr sz="109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0">
  <p:cSld name="OBJECT_1_1_1_1_4">
    <p:spTree>
      <p:nvGrpSpPr>
        <p:cNvPr id="147" name="Shape 147"/>
        <p:cNvGrpSpPr/>
        <p:nvPr/>
      </p:nvGrpSpPr>
      <p:grpSpPr>
        <a:xfrm>
          <a:off x="0" y="0"/>
          <a:ext cx="0" cy="0"/>
          <a:chOff x="0" y="0"/>
          <a:chExt cx="0" cy="0"/>
        </a:xfrm>
      </p:grpSpPr>
      <p:sp>
        <p:nvSpPr>
          <p:cNvPr id="148" name="Google Shape;148;g133e68395f5_0_435"/>
          <p:cNvSpPr/>
          <p:nvPr/>
        </p:nvSpPr>
        <p:spPr>
          <a:xfrm>
            <a:off x="1694799" y="350799"/>
            <a:ext cx="1986600" cy="1340700"/>
          </a:xfrm>
          <a:prstGeom prst="parallelogram">
            <a:avLst>
              <a:gd fmla="val 45310" name="adj"/>
            </a:avLst>
          </a:prstGeom>
          <a:solidFill>
            <a:srgbClr val="733814"/>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9" name="Google Shape;149;g133e68395f5_0_435"/>
          <p:cNvSpPr/>
          <p:nvPr/>
        </p:nvSpPr>
        <p:spPr>
          <a:xfrm>
            <a:off x="321925" y="350799"/>
            <a:ext cx="1986600" cy="1340700"/>
          </a:xfrm>
          <a:prstGeom prst="parallelogram">
            <a:avLst>
              <a:gd fmla="val 45310" name="adj"/>
            </a:avLst>
          </a:prstGeom>
          <a:gradFill>
            <a:gsLst>
              <a:gs pos="0">
                <a:srgbClr val="FFFFFF"/>
              </a:gs>
              <a:gs pos="65000">
                <a:srgbClr val="733814"/>
              </a:gs>
              <a:gs pos="100000">
                <a:srgbClr val="733814"/>
              </a:gs>
            </a:gsLst>
            <a:lin ang="0"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150" name="Google Shape;150;g133e68395f5_0_435"/>
          <p:cNvPicPr preferRelativeResize="0"/>
          <p:nvPr/>
        </p:nvPicPr>
        <p:blipFill rotWithShape="1">
          <a:blip r:embed="rId2">
            <a:alphaModFix/>
          </a:blip>
          <a:srcRect b="0" l="0" r="0" t="0"/>
          <a:stretch/>
        </p:blipFill>
        <p:spPr>
          <a:xfrm>
            <a:off x="13585985" y="642171"/>
            <a:ext cx="4529513" cy="757956"/>
          </a:xfrm>
          <a:prstGeom prst="rect">
            <a:avLst/>
          </a:prstGeom>
          <a:noFill/>
          <a:ln>
            <a:noFill/>
          </a:ln>
        </p:spPr>
      </p:pic>
      <p:sp>
        <p:nvSpPr>
          <p:cNvPr id="151" name="Google Shape;151;g133e68395f5_0_435"/>
          <p:cNvSpPr txBox="1"/>
          <p:nvPr>
            <p:ph idx="1" type="body"/>
          </p:nvPr>
        </p:nvSpPr>
        <p:spPr>
          <a:xfrm>
            <a:off x="646721" y="2009562"/>
            <a:ext cx="18810600" cy="8472600"/>
          </a:xfrm>
          <a:prstGeom prst="rect">
            <a:avLst/>
          </a:prstGeom>
          <a:noFill/>
          <a:ln>
            <a:noFill/>
          </a:ln>
        </p:spPr>
        <p:txBody>
          <a:bodyPr anchorCtr="0" anchor="t" bIns="92100" lIns="184250" spcFirstLastPara="1" rIns="184250" wrap="square" tIns="92100">
            <a:noAutofit/>
          </a:bodyPr>
          <a:lstStyle>
            <a:lvl1pPr indent="-584200" lvl="0" marL="457200" marR="0" algn="l">
              <a:lnSpc>
                <a:spcPct val="90000"/>
              </a:lnSpc>
              <a:spcBef>
                <a:spcPts val="2000"/>
              </a:spcBef>
              <a:spcAft>
                <a:spcPts val="0"/>
              </a:spcAft>
              <a:buClr>
                <a:srgbClr val="DE3075"/>
              </a:buClr>
              <a:buSzPts val="5600"/>
              <a:buFont typeface="Franklin Gothic"/>
              <a:buChar char="»"/>
              <a:defRPr i="0" sz="4800" u="none" cap="none" strike="noStrike">
                <a:solidFill>
                  <a:srgbClr val="818990"/>
                </a:solidFill>
                <a:latin typeface="Calibri"/>
                <a:ea typeface="Calibri"/>
                <a:cs typeface="Calibri"/>
                <a:sym typeface="Calibri"/>
              </a:defRPr>
            </a:lvl1pPr>
            <a:lvl2pPr indent="-533400" lvl="1" marL="914400" marR="0" algn="l">
              <a:lnSpc>
                <a:spcPct val="90000"/>
              </a:lnSpc>
              <a:spcBef>
                <a:spcPts val="1000"/>
              </a:spcBef>
              <a:spcAft>
                <a:spcPts val="0"/>
              </a:spcAft>
              <a:buClr>
                <a:schemeClr val="accent2"/>
              </a:buClr>
              <a:buSzPts val="4800"/>
              <a:buFont typeface="Franklin Gothic"/>
              <a:buChar char="•"/>
              <a:defRPr i="0" sz="4000" u="none" cap="none" strike="noStrike">
                <a:solidFill>
                  <a:srgbClr val="818990"/>
                </a:solidFill>
                <a:latin typeface="Franklin Gothic"/>
                <a:ea typeface="Franklin Gothic"/>
                <a:cs typeface="Franklin Gothic"/>
                <a:sym typeface="Franklin Gothic"/>
              </a:defRPr>
            </a:lvl2pPr>
            <a:lvl3pPr indent="-457200" lvl="2" marL="1371600" marR="0" algn="l">
              <a:lnSpc>
                <a:spcPct val="90000"/>
              </a:lnSpc>
              <a:spcBef>
                <a:spcPts val="1000"/>
              </a:spcBef>
              <a:spcAft>
                <a:spcPts val="0"/>
              </a:spcAft>
              <a:buClr>
                <a:schemeClr val="dk2"/>
              </a:buClr>
              <a:buSzPts val="3600"/>
              <a:buFont typeface="Franklin Gothic"/>
              <a:buChar char="○"/>
              <a:defRPr i="0" sz="3600" u="none" cap="none" strike="noStrike">
                <a:solidFill>
                  <a:schemeClr val="dk2"/>
                </a:solidFill>
                <a:latin typeface="Franklin Gothic"/>
                <a:ea typeface="Franklin Gothic"/>
                <a:cs typeface="Franklin Gothic"/>
                <a:sym typeface="Franklin Gothic"/>
              </a:defRPr>
            </a:lvl3pPr>
            <a:lvl4pPr indent="-431800" lvl="3" marL="1828800" marR="0" algn="l">
              <a:lnSpc>
                <a:spcPct val="90000"/>
              </a:lnSpc>
              <a:spcBef>
                <a:spcPts val="1000"/>
              </a:spcBef>
              <a:spcAft>
                <a:spcPts val="0"/>
              </a:spcAft>
              <a:buClr>
                <a:schemeClr val="dk2"/>
              </a:buClr>
              <a:buSzPts val="3200"/>
              <a:buFont typeface="Franklin Gothic"/>
              <a:buChar char="•"/>
              <a:defRPr i="0" sz="3200" u="none" cap="none" strike="noStrike">
                <a:solidFill>
                  <a:schemeClr val="dk2"/>
                </a:solidFill>
                <a:latin typeface="Franklin Gothic"/>
                <a:ea typeface="Franklin Gothic"/>
                <a:cs typeface="Franklin Gothic"/>
                <a:sym typeface="Franklin Gothic"/>
              </a:defRPr>
            </a:lvl4pPr>
            <a:lvl5pPr indent="-406400" lvl="4" marL="2286000" marR="0" algn="l">
              <a:lnSpc>
                <a:spcPct val="90000"/>
              </a:lnSpc>
              <a:spcBef>
                <a:spcPts val="1000"/>
              </a:spcBef>
              <a:spcAft>
                <a:spcPts val="0"/>
              </a:spcAft>
              <a:buClr>
                <a:schemeClr val="dk2"/>
              </a:buClr>
              <a:buSzPts val="2800"/>
              <a:buFont typeface="Franklin Gothic"/>
              <a:buChar char="•"/>
              <a:defRPr i="0" u="none" cap="none" strike="noStrike">
                <a:solidFill>
                  <a:schemeClr val="dk2"/>
                </a:solidFill>
                <a:latin typeface="Franklin Gothic"/>
                <a:ea typeface="Franklin Gothic"/>
                <a:cs typeface="Franklin Gothic"/>
                <a:sym typeface="Franklin Gothic"/>
              </a:defRPr>
            </a:lvl5pPr>
            <a:lvl6pPr indent="-381000" lvl="5" marL="2743200" marR="0" algn="l">
              <a:lnSpc>
                <a:spcPct val="90000"/>
              </a:lnSpc>
              <a:spcBef>
                <a:spcPts val="1000"/>
              </a:spcBef>
              <a:spcAft>
                <a:spcPts val="0"/>
              </a:spcAft>
              <a:buClr>
                <a:schemeClr val="dk2"/>
              </a:buClr>
              <a:buSzPts val="2400"/>
              <a:buFont typeface="Franklin Gothic"/>
              <a:buChar char="•"/>
              <a:defRPr i="0" sz="2400" u="none" cap="none" strike="noStrike">
                <a:solidFill>
                  <a:schemeClr val="dk2"/>
                </a:solidFill>
                <a:latin typeface="Franklin Gothic"/>
                <a:ea typeface="Franklin Gothic"/>
                <a:cs typeface="Franklin Gothic"/>
                <a:sym typeface="Franklin Gothic"/>
              </a:defRPr>
            </a:lvl6pPr>
            <a:lvl7pPr indent="-355600" lvl="6" marL="3200400" marR="0" algn="l">
              <a:lnSpc>
                <a:spcPct val="90000"/>
              </a:lnSpc>
              <a:spcBef>
                <a:spcPts val="1000"/>
              </a:spcBef>
              <a:spcAft>
                <a:spcPts val="0"/>
              </a:spcAft>
              <a:buClr>
                <a:schemeClr val="dk2"/>
              </a:buClr>
              <a:buSzPts val="2000"/>
              <a:buFont typeface="Franklin Gothic"/>
              <a:buChar char="•"/>
              <a:defRPr i="0" sz="2000" u="none" cap="none" strike="noStrike">
                <a:solidFill>
                  <a:schemeClr val="dk2"/>
                </a:solidFill>
                <a:latin typeface="Franklin Gothic"/>
                <a:ea typeface="Franklin Gothic"/>
                <a:cs typeface="Franklin Gothic"/>
                <a:sym typeface="Franklin Gothic"/>
              </a:defRPr>
            </a:lvl7pPr>
            <a:lvl8pPr indent="-330200" lvl="7" marL="3657600" marR="0" algn="l">
              <a:lnSpc>
                <a:spcPct val="90000"/>
              </a:lnSpc>
              <a:spcBef>
                <a:spcPts val="1000"/>
              </a:spcBef>
              <a:spcAft>
                <a:spcPts val="0"/>
              </a:spcAft>
              <a:buClr>
                <a:schemeClr val="dk2"/>
              </a:buClr>
              <a:buSzPts val="1600"/>
              <a:buFont typeface="Franklin Gothic"/>
              <a:buChar char="•"/>
              <a:defRPr i="0" sz="1600" u="none" cap="none" strike="noStrike">
                <a:solidFill>
                  <a:schemeClr val="dk2"/>
                </a:solidFill>
                <a:latin typeface="Franklin Gothic"/>
                <a:ea typeface="Franklin Gothic"/>
                <a:cs typeface="Franklin Gothic"/>
                <a:sym typeface="Franklin Gothic"/>
              </a:defRPr>
            </a:lvl8pPr>
            <a:lvl9pPr indent="-304800" lvl="8" marL="4114800" marR="0" algn="l">
              <a:lnSpc>
                <a:spcPct val="90000"/>
              </a:lnSpc>
              <a:spcBef>
                <a:spcPts val="1000"/>
              </a:spcBef>
              <a:spcAft>
                <a:spcPts val="0"/>
              </a:spcAft>
              <a:buClr>
                <a:schemeClr val="dk2"/>
              </a:buClr>
              <a:buSzPts val="1200"/>
              <a:buFont typeface="Franklin Gothic"/>
              <a:buChar char="•"/>
              <a:defRPr i="0" sz="1200" u="none" cap="none" strike="noStrike">
                <a:solidFill>
                  <a:schemeClr val="dk2"/>
                </a:solidFill>
                <a:latin typeface="Franklin Gothic"/>
                <a:ea typeface="Franklin Gothic"/>
                <a:cs typeface="Franklin Gothic"/>
                <a:sym typeface="Franklin Gothic"/>
              </a:defRPr>
            </a:lvl9pPr>
          </a:lstStyle>
          <a:p/>
        </p:txBody>
      </p:sp>
      <p:sp>
        <p:nvSpPr>
          <p:cNvPr id="152" name="Google Shape;152;g133e68395f5_0_435"/>
          <p:cNvSpPr/>
          <p:nvPr/>
        </p:nvSpPr>
        <p:spPr>
          <a:xfrm>
            <a:off x="3018638" y="350799"/>
            <a:ext cx="10567200" cy="13407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Bebas Neue"/>
              <a:ea typeface="Bebas Neue"/>
              <a:cs typeface="Bebas Neue"/>
              <a:sym typeface="Bebas Neue"/>
            </a:endParaRPr>
          </a:p>
        </p:txBody>
      </p:sp>
      <p:sp>
        <p:nvSpPr>
          <p:cNvPr id="153" name="Google Shape;153;g133e68395f5_0_435"/>
          <p:cNvSpPr txBox="1"/>
          <p:nvPr>
            <p:ph type="title"/>
          </p:nvPr>
        </p:nvSpPr>
        <p:spPr>
          <a:xfrm>
            <a:off x="3877688" y="350799"/>
            <a:ext cx="9428100" cy="1340700"/>
          </a:xfrm>
          <a:prstGeom prst="rect">
            <a:avLst/>
          </a:prstGeom>
          <a:noFill/>
          <a:ln>
            <a:noFill/>
          </a:ln>
        </p:spPr>
        <p:txBody>
          <a:bodyPr anchorCtr="0" anchor="ctr" bIns="92100" lIns="184250" spcFirstLastPara="1" rIns="184250" wrap="square" tIns="92100">
            <a:noAutofit/>
          </a:bodyPr>
          <a:lstStyle>
            <a:lvl1pPr lvl="0" algn="l">
              <a:lnSpc>
                <a:spcPct val="90000"/>
              </a:lnSpc>
              <a:spcBef>
                <a:spcPts val="0"/>
              </a:spcBef>
              <a:spcAft>
                <a:spcPts val="0"/>
              </a:spcAft>
              <a:buClr>
                <a:srgbClr val="818990"/>
              </a:buClr>
              <a:buSzPts val="3600"/>
              <a:buNone/>
              <a:defRPr>
                <a:latin typeface="Calibri"/>
                <a:ea typeface="Calibri"/>
                <a:cs typeface="Calibri"/>
                <a:sym typeface="Calibri"/>
              </a:defRPr>
            </a:lvl1pPr>
            <a:lvl2pPr lvl="1" algn="l">
              <a:lnSpc>
                <a:spcPct val="100000"/>
              </a:lnSpc>
              <a:spcBef>
                <a:spcPts val="0"/>
              </a:spcBef>
              <a:spcAft>
                <a:spcPts val="0"/>
              </a:spcAft>
              <a:buSzPts val="6000"/>
              <a:buNone/>
              <a:defRPr/>
            </a:lvl2pPr>
            <a:lvl3pPr lvl="2" algn="l">
              <a:lnSpc>
                <a:spcPct val="100000"/>
              </a:lnSpc>
              <a:spcBef>
                <a:spcPts val="0"/>
              </a:spcBef>
              <a:spcAft>
                <a:spcPts val="0"/>
              </a:spcAft>
              <a:buSzPts val="6000"/>
              <a:buNone/>
              <a:defRPr/>
            </a:lvl3pPr>
            <a:lvl4pPr lvl="3" algn="l">
              <a:lnSpc>
                <a:spcPct val="100000"/>
              </a:lnSpc>
              <a:spcBef>
                <a:spcPts val="0"/>
              </a:spcBef>
              <a:spcAft>
                <a:spcPts val="0"/>
              </a:spcAft>
              <a:buSzPts val="6000"/>
              <a:buNone/>
              <a:defRPr/>
            </a:lvl4pPr>
            <a:lvl5pPr lvl="4" algn="l">
              <a:lnSpc>
                <a:spcPct val="100000"/>
              </a:lnSpc>
              <a:spcBef>
                <a:spcPts val="0"/>
              </a:spcBef>
              <a:spcAft>
                <a:spcPts val="0"/>
              </a:spcAft>
              <a:buSzPts val="6000"/>
              <a:buNone/>
              <a:defRPr/>
            </a:lvl5pPr>
            <a:lvl6pPr lvl="5" algn="l">
              <a:lnSpc>
                <a:spcPct val="100000"/>
              </a:lnSpc>
              <a:spcBef>
                <a:spcPts val="0"/>
              </a:spcBef>
              <a:spcAft>
                <a:spcPts val="0"/>
              </a:spcAft>
              <a:buSzPts val="6000"/>
              <a:buNone/>
              <a:defRPr/>
            </a:lvl6pPr>
            <a:lvl7pPr lvl="6" algn="l">
              <a:lnSpc>
                <a:spcPct val="100000"/>
              </a:lnSpc>
              <a:spcBef>
                <a:spcPts val="0"/>
              </a:spcBef>
              <a:spcAft>
                <a:spcPts val="0"/>
              </a:spcAft>
              <a:buSzPts val="6000"/>
              <a:buNone/>
              <a:defRPr/>
            </a:lvl7pPr>
            <a:lvl8pPr lvl="7" algn="l">
              <a:lnSpc>
                <a:spcPct val="100000"/>
              </a:lnSpc>
              <a:spcBef>
                <a:spcPts val="0"/>
              </a:spcBef>
              <a:spcAft>
                <a:spcPts val="0"/>
              </a:spcAft>
              <a:buSzPts val="6000"/>
              <a:buNone/>
              <a:defRPr/>
            </a:lvl8pPr>
            <a:lvl9pPr lvl="8" algn="l">
              <a:lnSpc>
                <a:spcPct val="100000"/>
              </a:lnSpc>
              <a:spcBef>
                <a:spcPts val="0"/>
              </a:spcBef>
              <a:spcAft>
                <a:spcPts val="0"/>
              </a:spcAft>
              <a:buSzPts val="6000"/>
              <a:buNone/>
              <a:defRPr/>
            </a:lvl9pPr>
          </a:lstStyle>
          <a:p/>
        </p:txBody>
      </p:sp>
      <p:sp>
        <p:nvSpPr>
          <p:cNvPr id="154" name="Google Shape;154;g133e68395f5_0_435"/>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5" name="Shape 155"/>
        <p:cNvGrpSpPr/>
        <p:nvPr/>
      </p:nvGrpSpPr>
      <p:grpSpPr>
        <a:xfrm>
          <a:off x="0" y="0"/>
          <a:ext cx="0" cy="0"/>
          <a:chOff x="0" y="0"/>
          <a:chExt cx="0" cy="0"/>
        </a:xfrm>
      </p:grpSpPr>
      <p:sp>
        <p:nvSpPr>
          <p:cNvPr id="156" name="Google Shape;156;g133e68395f5_0_443"/>
          <p:cNvSpPr txBox="1"/>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6C7A8A"/>
              </a:solidFill>
              <a:latin typeface="Roboto Mono"/>
              <a:ea typeface="Roboto Mono"/>
              <a:cs typeface="Roboto Mono"/>
              <a:sym typeface="Roboto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9" Type="http://schemas.openxmlformats.org/officeDocument/2006/relationships/theme" Target="../theme/theme2.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880393" y="2411901"/>
            <a:ext cx="3956050" cy="133159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855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8"/>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8"/>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g133e68395f5_0_390"/>
          <p:cNvSpPr txBox="1"/>
          <p:nvPr>
            <p:ph idx="1" type="body"/>
          </p:nvPr>
        </p:nvSpPr>
        <p:spPr>
          <a:xfrm>
            <a:off x="646721" y="2009562"/>
            <a:ext cx="18810600" cy="8472600"/>
          </a:xfrm>
          <a:prstGeom prst="rect">
            <a:avLst/>
          </a:prstGeom>
          <a:noFill/>
          <a:ln>
            <a:noFill/>
          </a:ln>
        </p:spPr>
        <p:txBody>
          <a:bodyPr anchorCtr="0" anchor="t" bIns="92100" lIns="181400" spcFirstLastPara="1" rIns="184250" wrap="square" tIns="92100">
            <a:noAutofit/>
          </a:bodyPr>
          <a:lstStyle>
            <a:lvl1pPr indent="-584200" lvl="0" marL="457200" marR="0" rtl="0" algn="l">
              <a:lnSpc>
                <a:spcPct val="90000"/>
              </a:lnSpc>
              <a:spcBef>
                <a:spcPts val="2000"/>
              </a:spcBef>
              <a:spcAft>
                <a:spcPts val="0"/>
              </a:spcAft>
              <a:buClr>
                <a:srgbClr val="DE3075"/>
              </a:buClr>
              <a:buSzPts val="5600"/>
              <a:buFont typeface="Franklin Gothic"/>
              <a:buChar char="»"/>
              <a:defRPr b="0" i="0" sz="4800" u="none" cap="none" strike="noStrike">
                <a:solidFill>
                  <a:srgbClr val="818990"/>
                </a:solidFill>
                <a:latin typeface="Franklin Gothic"/>
                <a:ea typeface="Franklin Gothic"/>
                <a:cs typeface="Franklin Gothic"/>
                <a:sym typeface="Franklin Gothic"/>
              </a:defRPr>
            </a:lvl1pPr>
            <a:lvl2pPr indent="-533400" lvl="1" marL="914400" marR="0" rtl="0" algn="l">
              <a:lnSpc>
                <a:spcPct val="90000"/>
              </a:lnSpc>
              <a:spcBef>
                <a:spcPts val="1000"/>
              </a:spcBef>
              <a:spcAft>
                <a:spcPts val="0"/>
              </a:spcAft>
              <a:buClr>
                <a:schemeClr val="accent2"/>
              </a:buClr>
              <a:buSzPts val="4800"/>
              <a:buFont typeface="Franklin Gothic"/>
              <a:buChar char="•"/>
              <a:defRPr b="0" i="0" sz="4000" u="none" cap="none" strike="noStrike">
                <a:solidFill>
                  <a:srgbClr val="818990"/>
                </a:solidFill>
                <a:latin typeface="Franklin Gothic"/>
                <a:ea typeface="Franklin Gothic"/>
                <a:cs typeface="Franklin Gothic"/>
                <a:sym typeface="Franklin Gothic"/>
              </a:defRPr>
            </a:lvl2pPr>
            <a:lvl3pPr indent="-457200" lvl="2" marL="1371600" marR="0" rtl="0" algn="l">
              <a:lnSpc>
                <a:spcPct val="90000"/>
              </a:lnSpc>
              <a:spcBef>
                <a:spcPts val="1000"/>
              </a:spcBef>
              <a:spcAft>
                <a:spcPts val="0"/>
              </a:spcAft>
              <a:buClr>
                <a:schemeClr val="dk2"/>
              </a:buClr>
              <a:buSzPts val="3600"/>
              <a:buFont typeface="Franklin Gothic"/>
              <a:buChar char="○"/>
              <a:defRPr b="0" i="0" sz="3600" u="none" cap="none" strike="noStrike">
                <a:solidFill>
                  <a:schemeClr val="dk2"/>
                </a:solidFill>
                <a:latin typeface="Franklin Gothic"/>
                <a:ea typeface="Franklin Gothic"/>
                <a:cs typeface="Franklin Gothic"/>
                <a:sym typeface="Franklin Gothic"/>
              </a:defRPr>
            </a:lvl3pPr>
            <a:lvl4pPr indent="-431800" lvl="3" marL="1828800" marR="0" rtl="0" algn="l">
              <a:lnSpc>
                <a:spcPct val="90000"/>
              </a:lnSpc>
              <a:spcBef>
                <a:spcPts val="1000"/>
              </a:spcBef>
              <a:spcAft>
                <a:spcPts val="0"/>
              </a:spcAft>
              <a:buClr>
                <a:schemeClr val="dk2"/>
              </a:buClr>
              <a:buSzPts val="3200"/>
              <a:buFont typeface="Franklin Gothic"/>
              <a:buChar char="•"/>
              <a:defRPr b="0" i="0" sz="3200" u="none" cap="none" strike="noStrike">
                <a:solidFill>
                  <a:schemeClr val="dk2"/>
                </a:solidFill>
                <a:latin typeface="Franklin Gothic"/>
                <a:ea typeface="Franklin Gothic"/>
                <a:cs typeface="Franklin Gothic"/>
                <a:sym typeface="Franklin Gothic"/>
              </a:defRPr>
            </a:lvl4pPr>
            <a:lvl5pPr indent="-406400" lvl="4" marL="2286000" marR="0" rtl="0" algn="l">
              <a:lnSpc>
                <a:spcPct val="90000"/>
              </a:lnSpc>
              <a:spcBef>
                <a:spcPts val="1000"/>
              </a:spcBef>
              <a:spcAft>
                <a:spcPts val="0"/>
              </a:spcAft>
              <a:buClr>
                <a:schemeClr val="dk2"/>
              </a:buClr>
              <a:buSzPts val="2800"/>
              <a:buFont typeface="Franklin Gothic"/>
              <a:buChar char="•"/>
              <a:defRPr b="0" i="0" sz="2800" u="none" cap="none" strike="noStrike">
                <a:solidFill>
                  <a:schemeClr val="dk2"/>
                </a:solidFill>
                <a:latin typeface="Franklin Gothic"/>
                <a:ea typeface="Franklin Gothic"/>
                <a:cs typeface="Franklin Gothic"/>
                <a:sym typeface="Franklin Gothic"/>
              </a:defRPr>
            </a:lvl5pPr>
            <a:lvl6pPr indent="-381000" lvl="5" marL="2743200" marR="0" rtl="0" algn="l">
              <a:lnSpc>
                <a:spcPct val="90000"/>
              </a:lnSpc>
              <a:spcBef>
                <a:spcPts val="1000"/>
              </a:spcBef>
              <a:spcAft>
                <a:spcPts val="0"/>
              </a:spcAft>
              <a:buClr>
                <a:schemeClr val="dk2"/>
              </a:buClr>
              <a:buSzPts val="2400"/>
              <a:buFont typeface="Franklin Gothic"/>
              <a:buChar char="•"/>
              <a:defRPr b="0" i="0" sz="2400" u="none" cap="none" strike="noStrike">
                <a:solidFill>
                  <a:schemeClr val="dk2"/>
                </a:solidFill>
                <a:latin typeface="Franklin Gothic"/>
                <a:ea typeface="Franklin Gothic"/>
                <a:cs typeface="Franklin Gothic"/>
                <a:sym typeface="Franklin Gothic"/>
              </a:defRPr>
            </a:lvl6pPr>
            <a:lvl7pPr indent="-355600" lvl="6" marL="3200400" marR="0" rtl="0" algn="l">
              <a:lnSpc>
                <a:spcPct val="90000"/>
              </a:lnSpc>
              <a:spcBef>
                <a:spcPts val="1000"/>
              </a:spcBef>
              <a:spcAft>
                <a:spcPts val="0"/>
              </a:spcAft>
              <a:buClr>
                <a:schemeClr val="dk2"/>
              </a:buClr>
              <a:buSzPts val="2000"/>
              <a:buFont typeface="Franklin Gothic"/>
              <a:buChar char="•"/>
              <a:defRPr b="0" i="0" sz="2000" u="none" cap="none" strike="noStrike">
                <a:solidFill>
                  <a:schemeClr val="dk2"/>
                </a:solidFill>
                <a:latin typeface="Franklin Gothic"/>
                <a:ea typeface="Franklin Gothic"/>
                <a:cs typeface="Franklin Gothic"/>
                <a:sym typeface="Franklin Gothic"/>
              </a:defRPr>
            </a:lvl7pPr>
            <a:lvl8pPr indent="-330200" lvl="7" marL="3657600" marR="0" rtl="0" algn="l">
              <a:lnSpc>
                <a:spcPct val="90000"/>
              </a:lnSpc>
              <a:spcBef>
                <a:spcPts val="1000"/>
              </a:spcBef>
              <a:spcAft>
                <a:spcPts val="0"/>
              </a:spcAft>
              <a:buClr>
                <a:schemeClr val="dk2"/>
              </a:buClr>
              <a:buSzPts val="1600"/>
              <a:buFont typeface="Franklin Gothic"/>
              <a:buChar char="•"/>
              <a:defRPr b="0" i="0" sz="1600" u="none" cap="none" strike="noStrike">
                <a:solidFill>
                  <a:schemeClr val="dk2"/>
                </a:solidFill>
                <a:latin typeface="Franklin Gothic"/>
                <a:ea typeface="Franklin Gothic"/>
                <a:cs typeface="Franklin Gothic"/>
                <a:sym typeface="Franklin Gothic"/>
              </a:defRPr>
            </a:lvl8pPr>
            <a:lvl9pPr indent="-304800" lvl="8" marL="4114800" marR="0" rtl="0" algn="l">
              <a:lnSpc>
                <a:spcPct val="90000"/>
              </a:lnSpc>
              <a:spcBef>
                <a:spcPts val="1000"/>
              </a:spcBef>
              <a:spcAft>
                <a:spcPts val="0"/>
              </a:spcAft>
              <a:buClr>
                <a:schemeClr val="dk2"/>
              </a:buClr>
              <a:buSzPts val="1200"/>
              <a:buFont typeface="Franklin Gothic"/>
              <a:buChar char="•"/>
              <a:defRPr b="0" i="0" sz="1200" u="none" cap="none" strike="noStrike">
                <a:solidFill>
                  <a:schemeClr val="dk2"/>
                </a:solidFill>
                <a:latin typeface="Franklin Gothic"/>
                <a:ea typeface="Franklin Gothic"/>
                <a:cs typeface="Franklin Gothic"/>
                <a:sym typeface="Franklin Gothic"/>
              </a:defRPr>
            </a:lvl9pPr>
          </a:lstStyle>
          <a:p/>
        </p:txBody>
      </p:sp>
      <p:sp>
        <p:nvSpPr>
          <p:cNvPr id="104" name="Google Shape;104;g133e68395f5_0_390"/>
          <p:cNvSpPr txBox="1"/>
          <p:nvPr>
            <p:ph idx="12" type="sldNum"/>
          </p:nvPr>
        </p:nvSpPr>
        <p:spPr>
          <a:xfrm>
            <a:off x="15203726" y="10482094"/>
            <a:ext cx="4523400" cy="602100"/>
          </a:xfrm>
          <a:prstGeom prst="rect">
            <a:avLst/>
          </a:prstGeom>
          <a:noFill/>
          <a:ln>
            <a:noFill/>
          </a:ln>
        </p:spPr>
        <p:txBody>
          <a:bodyPr anchorCtr="0" anchor="ctr" bIns="92100" lIns="184250" spcFirstLastPara="1" rIns="184250" wrap="square" tIns="92100">
            <a:noAutofit/>
          </a:bodyPr>
          <a:lstStyle>
            <a:lvl1pPr indent="0" lvl="0"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2400"/>
              <a:buFont typeface="Arial"/>
              <a:buNone/>
              <a:defRPr b="0" i="0" sz="2400" u="none" cap="none" strike="noStrike">
                <a:solidFill>
                  <a:srgbClr val="6C7A8A"/>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
        <p:nvSpPr>
          <p:cNvPr id="105" name="Google Shape;105;g133e68395f5_0_390"/>
          <p:cNvSpPr txBox="1"/>
          <p:nvPr>
            <p:ph type="title"/>
          </p:nvPr>
        </p:nvSpPr>
        <p:spPr>
          <a:xfrm>
            <a:off x="3877690" y="350799"/>
            <a:ext cx="14844600" cy="1340700"/>
          </a:xfrm>
          <a:prstGeom prst="rect">
            <a:avLst/>
          </a:prstGeom>
          <a:noFill/>
          <a:ln>
            <a:noFill/>
          </a:ln>
        </p:spPr>
        <p:txBody>
          <a:bodyPr anchorCtr="0" anchor="t" bIns="92100" lIns="184250" spcFirstLastPara="1" rIns="184250" wrap="square" tIns="92100">
            <a:noAutofit/>
          </a:bodyPr>
          <a:lstStyle>
            <a:lvl1pPr lvl="0" marR="0" rtl="0" algn="l">
              <a:lnSpc>
                <a:spcPct val="9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1pPr>
            <a:lvl2pPr lvl="1"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2pPr>
            <a:lvl3pPr lvl="2"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3pPr>
            <a:lvl4pPr lvl="3"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4pPr>
            <a:lvl5pPr lvl="4"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5pPr>
            <a:lvl6pPr lvl="5"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6pPr>
            <a:lvl7pPr lvl="6"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7pPr>
            <a:lvl8pPr lvl="7"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8pPr>
            <a:lvl9pPr lvl="8" marR="0" rtl="0" algn="l">
              <a:lnSpc>
                <a:spcPct val="100000"/>
              </a:lnSpc>
              <a:spcBef>
                <a:spcPts val="0"/>
              </a:spcBef>
              <a:spcAft>
                <a:spcPts val="0"/>
              </a:spcAft>
              <a:buClr>
                <a:srgbClr val="FFFFFF"/>
              </a:buClr>
              <a:buSzPts val="6000"/>
              <a:buFont typeface="Roboto Condensed"/>
              <a:buNone/>
              <a:defRPr b="0" i="0" sz="6000" u="none" cap="none" strike="noStrike">
                <a:solidFill>
                  <a:srgbClr val="FFFFFF"/>
                </a:solidFill>
                <a:latin typeface="Roboto Condensed"/>
                <a:ea typeface="Roboto Condensed"/>
                <a:cs typeface="Roboto Condensed"/>
                <a:sym typeface="Roboto Condensed"/>
              </a:defRPr>
            </a:lvl9pPr>
          </a:lstStyle>
          <a:p/>
        </p:txBody>
      </p:sp>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4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hyperlink" Target="http://www.youtube.com/watch?v=mXjAtkZZlDM" TargetMode="External"/><Relationship Id="rId4" Type="http://schemas.openxmlformats.org/officeDocument/2006/relationships/image" Target="../media/image2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4.png"/><Relationship Id="rId4" Type="http://schemas.openxmlformats.org/officeDocument/2006/relationships/image" Target="../media/image32.png"/><Relationship Id="rId5"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www.youtube.com/watch?v=2Y0bMX3TVi0" TargetMode="External"/><Relationship Id="rId4" Type="http://schemas.openxmlformats.org/officeDocument/2006/relationships/image" Target="../media/image3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
          <p:cNvSpPr txBox="1"/>
          <p:nvPr>
            <p:ph idx="1" type="body"/>
          </p:nvPr>
        </p:nvSpPr>
        <p:spPr>
          <a:xfrm>
            <a:off x="5138402" y="6401309"/>
            <a:ext cx="10649100" cy="4986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1000"/>
              </a:spcBef>
              <a:spcAft>
                <a:spcPts val="0"/>
              </a:spcAft>
              <a:buClr>
                <a:schemeClr val="dk1"/>
              </a:buClr>
              <a:buSzPts val="2800"/>
              <a:buFont typeface="Arial"/>
              <a:buNone/>
            </a:pPr>
            <a:r>
              <a:rPr lang="es-CL" sz="3600">
                <a:solidFill>
                  <a:schemeClr val="lt1"/>
                </a:solidFill>
                <a:latin typeface="Calibri"/>
                <a:ea typeface="Calibri"/>
                <a:cs typeface="Calibri"/>
                <a:sym typeface="Calibri"/>
              </a:rPr>
              <a:t>SIY6122</a:t>
            </a:r>
            <a:endParaRPr/>
          </a:p>
        </p:txBody>
      </p:sp>
      <p:sp>
        <p:nvSpPr>
          <p:cNvPr id="162" name="Google Shape;162;p1"/>
          <p:cNvSpPr txBox="1"/>
          <p:nvPr>
            <p:ph idx="2" type="body"/>
          </p:nvPr>
        </p:nvSpPr>
        <p:spPr>
          <a:xfrm>
            <a:off x="4718050" y="2731839"/>
            <a:ext cx="11430000" cy="4220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4800"/>
              <a:buFont typeface="Arial"/>
              <a:buNone/>
            </a:pPr>
            <a:r>
              <a:rPr lang="es-CL" sz="5700">
                <a:latin typeface="Calibri"/>
                <a:ea typeface="Calibri"/>
                <a:cs typeface="Calibri"/>
                <a:sym typeface="Calibri"/>
              </a:rPr>
              <a:t>2.3.1 </a:t>
            </a:r>
            <a:r>
              <a:rPr lang="es-CL" sz="5700">
                <a:latin typeface="Calibri"/>
                <a:ea typeface="Calibri"/>
                <a:cs typeface="Calibri"/>
                <a:sym typeface="Calibri"/>
              </a:rPr>
              <a:t>Interactuando con el medio implementando la comunicación de sensores y actuadores con una placa controlador, parte 2</a:t>
            </a:r>
            <a:endParaRPr sz="2050">
              <a:solidFill>
                <a:schemeClr val="dk1"/>
              </a:solidFill>
            </a:endParaRPr>
          </a:p>
          <a:p>
            <a:pPr indent="0" lvl="0" marL="0" rtl="0" algn="ctr">
              <a:lnSpc>
                <a:spcPct val="100000"/>
              </a:lnSpc>
              <a:spcBef>
                <a:spcPts val="0"/>
              </a:spcBef>
              <a:spcAft>
                <a:spcPts val="0"/>
              </a:spcAft>
              <a:buSzPts val="1400"/>
              <a:buNone/>
            </a:pPr>
            <a:r>
              <a:t/>
            </a:r>
            <a:endParaRPr sz="6900"/>
          </a:p>
        </p:txBody>
      </p:sp>
      <p:sp>
        <p:nvSpPr>
          <p:cNvPr id="163" name="Google Shape;163;p1"/>
          <p:cNvSpPr txBox="1"/>
          <p:nvPr>
            <p:ph idx="3" type="body"/>
          </p:nvPr>
        </p:nvSpPr>
        <p:spPr>
          <a:xfrm>
            <a:off x="5092767" y="7676832"/>
            <a:ext cx="10695000" cy="492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a:t>Profesor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1343706a5ce_0_1631"/>
          <p:cNvSpPr txBox="1"/>
          <p:nvPr>
            <p:ph type="title"/>
          </p:nvPr>
        </p:nvSpPr>
        <p:spPr>
          <a:xfrm>
            <a:off x="1560727" y="350800"/>
            <a:ext cx="11287800" cy="1340700"/>
          </a:xfrm>
          <a:prstGeom prst="rect">
            <a:avLst/>
          </a:prstGeom>
          <a:noFill/>
          <a:ln>
            <a:noFill/>
          </a:ln>
        </p:spPr>
        <p:txBody>
          <a:bodyPr anchorCtr="0" anchor="ctr" bIns="92100" lIns="184250" spcFirstLastPara="1" rIns="184250" wrap="square" tIns="92100">
            <a:noAutofit/>
          </a:bodyPr>
          <a:lstStyle/>
          <a:p>
            <a:pPr indent="0" lvl="0" marL="0" rtl="0" algn="ctr">
              <a:lnSpc>
                <a:spcPct val="90000"/>
              </a:lnSpc>
              <a:spcBef>
                <a:spcPts val="0"/>
              </a:spcBef>
              <a:spcAft>
                <a:spcPts val="0"/>
              </a:spcAft>
              <a:buSzPts val="3600"/>
              <a:buNone/>
            </a:pPr>
            <a:r>
              <a:rPr lang="es-CL"/>
              <a:t>Conexión de dispositivos IoT</a:t>
            </a:r>
            <a:endParaRPr/>
          </a:p>
        </p:txBody>
      </p:sp>
      <p:pic>
        <p:nvPicPr>
          <p:cNvPr id="169" name="Google Shape;169;g1343706a5ce_0_1631"/>
          <p:cNvPicPr preferRelativeResize="0"/>
          <p:nvPr/>
        </p:nvPicPr>
        <p:blipFill>
          <a:blip r:embed="rId3">
            <a:alphaModFix/>
          </a:blip>
          <a:stretch>
            <a:fillRect/>
          </a:stretch>
        </p:blipFill>
        <p:spPr>
          <a:xfrm>
            <a:off x="9433225" y="4010800"/>
            <a:ext cx="6982374" cy="7056401"/>
          </a:xfrm>
          <a:prstGeom prst="rect">
            <a:avLst/>
          </a:prstGeom>
          <a:noFill/>
          <a:ln>
            <a:noFill/>
          </a:ln>
        </p:spPr>
      </p:pic>
      <p:sp>
        <p:nvSpPr>
          <p:cNvPr id="170" name="Google Shape;170;g1343706a5ce_0_1631"/>
          <p:cNvSpPr/>
          <p:nvPr/>
        </p:nvSpPr>
        <p:spPr>
          <a:xfrm>
            <a:off x="1061050" y="2239975"/>
            <a:ext cx="17946000" cy="25878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Clr>
                <a:srgbClr val="000000"/>
              </a:buClr>
              <a:buSzPts val="2800"/>
              <a:buFont typeface="Arial"/>
              <a:buNone/>
            </a:pPr>
            <a:r>
              <a:rPr lang="es-CL" sz="2800"/>
              <a:t>Cada día, una mayor cantidad de dispositivos están en línea, lo que se suma a la IoT en constante crecimiento. Los analistas acuerdan que la IoT incorporará miles de millones de dispositivos durante la próxima década. El desafío del ecosistema de IoT es garantizar que estos dispositivos emergentes de IoT se pueden conectar de manera segura y confiable a Internet y entre sí.</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sz="2800"/>
          </a:p>
          <a:p>
            <a:pPr indent="0" lvl="0" marL="0" marR="0" rtl="0" algn="l">
              <a:lnSpc>
                <a:spcPct val="100000"/>
              </a:lnSpc>
              <a:spcBef>
                <a:spcPts val="0"/>
              </a:spcBef>
              <a:spcAft>
                <a:spcPts val="0"/>
              </a:spcAft>
              <a:buClr>
                <a:srgbClr val="000000"/>
              </a:buClr>
              <a:buSzPts val="2800"/>
              <a:buFont typeface="Arial"/>
              <a:buNone/>
            </a:pPr>
            <a:r>
              <a:rPr lang="es-CL" sz="2800"/>
              <a:t>Entre las alternativas de </a:t>
            </a:r>
            <a:r>
              <a:rPr lang="es-CL" sz="2800"/>
              <a:t>comunicación</a:t>
            </a:r>
            <a:r>
              <a:rPr lang="es-CL" sz="2800"/>
              <a:t> IoT</a:t>
            </a:r>
            <a:endParaRPr sz="2800"/>
          </a:p>
          <a:p>
            <a:pPr indent="0" lvl="0" marL="0" marR="0" rtl="0" algn="l">
              <a:lnSpc>
                <a:spcPct val="100000"/>
              </a:lnSpc>
              <a:spcBef>
                <a:spcPts val="0"/>
              </a:spcBef>
              <a:spcAft>
                <a:spcPts val="0"/>
              </a:spcAft>
              <a:buClr>
                <a:srgbClr val="000000"/>
              </a:buClr>
              <a:buSzPts val="2800"/>
              <a:buFont typeface="Arial"/>
              <a:buNone/>
            </a:pPr>
            <a:r>
              <a:rPr lang="es-CL" sz="2800"/>
              <a:t>se encuentran:</a:t>
            </a:r>
            <a:endParaRPr sz="2800"/>
          </a:p>
          <a:p>
            <a:pPr indent="0" lvl="0" marL="0" marR="0" rtl="0" algn="l">
              <a:lnSpc>
                <a:spcPct val="100000"/>
              </a:lnSpc>
              <a:spcBef>
                <a:spcPts val="0"/>
              </a:spcBef>
              <a:spcAft>
                <a:spcPts val="0"/>
              </a:spcAft>
              <a:buClr>
                <a:srgbClr val="000000"/>
              </a:buClr>
              <a:buSzPts val="2800"/>
              <a:buFont typeface="Arial"/>
              <a:buNone/>
            </a:pPr>
            <a:r>
              <a:t/>
            </a:r>
            <a:endParaRPr sz="2800"/>
          </a:p>
          <a:p>
            <a:pPr indent="-406400" lvl="0" marL="457200" marR="0" rtl="0" algn="l">
              <a:lnSpc>
                <a:spcPct val="100000"/>
              </a:lnSpc>
              <a:spcBef>
                <a:spcPts val="0"/>
              </a:spcBef>
              <a:spcAft>
                <a:spcPts val="0"/>
              </a:spcAft>
              <a:buClr>
                <a:srgbClr val="000000"/>
              </a:buClr>
              <a:buSzPts val="2800"/>
              <a:buFont typeface="Arial"/>
              <a:buChar char="●"/>
            </a:pPr>
            <a:r>
              <a:rPr lang="es-CL" sz="2800"/>
              <a:t>Dispositivo a Dispositivo</a:t>
            </a:r>
            <a:endParaRPr sz="2800"/>
          </a:p>
          <a:p>
            <a:pPr indent="0" lvl="0" marL="457200" marR="0" rtl="0" algn="l">
              <a:lnSpc>
                <a:spcPct val="100000"/>
              </a:lnSpc>
              <a:spcBef>
                <a:spcPts val="0"/>
              </a:spcBef>
              <a:spcAft>
                <a:spcPts val="0"/>
              </a:spcAft>
              <a:buNone/>
            </a:pPr>
            <a:r>
              <a:t/>
            </a:r>
            <a:endParaRPr sz="2800"/>
          </a:p>
          <a:p>
            <a:pPr indent="-406400" lvl="0" marL="457200" rtl="0" algn="l">
              <a:spcBef>
                <a:spcPts val="0"/>
              </a:spcBef>
              <a:spcAft>
                <a:spcPts val="0"/>
              </a:spcAft>
              <a:buSzPts val="2800"/>
              <a:buChar char="●"/>
            </a:pPr>
            <a:r>
              <a:rPr lang="es-CL" sz="2800"/>
              <a:t>Dispositivo a Cloud</a:t>
            </a:r>
            <a:endParaRPr sz="2800"/>
          </a:p>
          <a:p>
            <a:pPr indent="0" lvl="0" marL="457200" marR="0" rtl="0" algn="l">
              <a:lnSpc>
                <a:spcPct val="100000"/>
              </a:lnSpc>
              <a:spcBef>
                <a:spcPts val="0"/>
              </a:spcBef>
              <a:spcAft>
                <a:spcPts val="0"/>
              </a:spcAft>
              <a:buNone/>
            </a:pPr>
            <a:r>
              <a:t/>
            </a:r>
            <a:endParaRPr sz="2800"/>
          </a:p>
          <a:p>
            <a:pPr indent="-406400" lvl="0" marL="457200" rtl="0" algn="l">
              <a:spcBef>
                <a:spcPts val="0"/>
              </a:spcBef>
              <a:spcAft>
                <a:spcPts val="0"/>
              </a:spcAft>
              <a:buSzPts val="2800"/>
              <a:buChar char="●"/>
            </a:pPr>
            <a:r>
              <a:rPr lang="es-CL" sz="2800"/>
              <a:t>Dispositivo a Gateway a Cloud</a:t>
            </a:r>
            <a:endParaRPr sz="2800"/>
          </a:p>
          <a:p>
            <a:pPr indent="0" lvl="0" marL="45720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7"/>
          <p:cNvSpPr txBox="1"/>
          <p:nvPr>
            <p:ph type="title"/>
          </p:nvPr>
        </p:nvSpPr>
        <p:spPr>
          <a:xfrm>
            <a:off x="1093390" y="7778794"/>
            <a:ext cx="6048300" cy="3324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Arquitectura de comunicación para dispositivos IoT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f435cb8f30_0_0"/>
          <p:cNvSpPr txBox="1"/>
          <p:nvPr>
            <p:ph type="title"/>
          </p:nvPr>
        </p:nvSpPr>
        <p:spPr>
          <a:xfrm>
            <a:off x="1560727" y="350800"/>
            <a:ext cx="11287800" cy="1340700"/>
          </a:xfrm>
          <a:prstGeom prst="rect">
            <a:avLst/>
          </a:prstGeom>
          <a:noFill/>
          <a:ln>
            <a:noFill/>
          </a:ln>
        </p:spPr>
        <p:txBody>
          <a:bodyPr anchorCtr="0" anchor="ctr" bIns="92100" lIns="184250" spcFirstLastPara="1" rIns="184250" wrap="square" tIns="92100">
            <a:noAutofit/>
          </a:bodyPr>
          <a:lstStyle/>
          <a:p>
            <a:pPr indent="0" lvl="0" marL="0" rtl="0" algn="ctr">
              <a:lnSpc>
                <a:spcPct val="90000"/>
              </a:lnSpc>
              <a:spcBef>
                <a:spcPts val="0"/>
              </a:spcBef>
              <a:spcAft>
                <a:spcPts val="0"/>
              </a:spcAft>
              <a:buSzPts val="3600"/>
              <a:buNone/>
            </a:pPr>
            <a:r>
              <a:rPr lang="es-CL"/>
              <a:t>Conexión de dispositivos IoT</a:t>
            </a:r>
            <a:endParaRPr/>
          </a:p>
        </p:txBody>
      </p:sp>
      <p:sp>
        <p:nvSpPr>
          <p:cNvPr id="181" name="Google Shape;181;gf435cb8f30_0_0"/>
          <p:cNvSpPr/>
          <p:nvPr/>
        </p:nvSpPr>
        <p:spPr>
          <a:xfrm>
            <a:off x="1061050" y="2239975"/>
            <a:ext cx="17946000" cy="25878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Clr>
                <a:srgbClr val="000000"/>
              </a:buClr>
              <a:buSzPts val="2800"/>
              <a:buFont typeface="Arial"/>
              <a:buNone/>
            </a:pPr>
            <a:r>
              <a:rPr b="0" i="0" lang="es-CL" sz="2800" u="none" cap="none" strike="noStrike">
                <a:solidFill>
                  <a:srgbClr val="000000"/>
                </a:solidFill>
                <a:latin typeface="Arial"/>
                <a:ea typeface="Arial"/>
                <a:cs typeface="Arial"/>
                <a:sym typeface="Arial"/>
              </a:rPr>
              <a:t>Veamos un video que muestra las opciones de conexión disponibles y como desarrollarlas:</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descr="This video will explain about Components of IoT Networking, Internet Structure, Connectivity Technologies, IoT Communication models.&#10;&#10;#iotes #iot #embeddedsystem" id="182" name="Google Shape;182;gf435cb8f30_0_0" title="Components of IoT Networking, Internet Structure, Connectivity Technologies, IoT Communication Model">
            <a:hlinkClick r:id="rId3"/>
          </p:cNvPr>
          <p:cNvPicPr preferRelativeResize="0"/>
          <p:nvPr/>
        </p:nvPicPr>
        <p:blipFill>
          <a:blip r:embed="rId4">
            <a:alphaModFix/>
          </a:blip>
          <a:stretch>
            <a:fillRect/>
          </a:stretch>
        </p:blipFill>
        <p:spPr>
          <a:xfrm>
            <a:off x="5502700" y="3095425"/>
            <a:ext cx="10131700" cy="759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133e68395f5_0_451"/>
          <p:cNvSpPr txBox="1"/>
          <p:nvPr>
            <p:ph type="title"/>
          </p:nvPr>
        </p:nvSpPr>
        <p:spPr>
          <a:xfrm>
            <a:off x="1245790" y="7931194"/>
            <a:ext cx="6048300" cy="34911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7300"/>
              <a:buFont typeface="Arial"/>
              <a:buNone/>
            </a:pPr>
            <a:r>
              <a:rPr b="0" lang="es-CL" sz="6400">
                <a:latin typeface="Calibri"/>
                <a:ea typeface="Calibri"/>
                <a:cs typeface="Calibri"/>
                <a:sym typeface="Calibri"/>
              </a:rPr>
              <a:t>Comunicación entre dispositivos IoT</a:t>
            </a:r>
            <a:endParaRPr b="0" sz="6400"/>
          </a:p>
          <a:p>
            <a:pPr indent="0" lvl="0" marL="0" rtl="0" algn="l">
              <a:lnSpc>
                <a:spcPct val="100000"/>
              </a:lnSpc>
              <a:spcBef>
                <a:spcPts val="0"/>
              </a:spcBef>
              <a:spcAft>
                <a:spcPts val="0"/>
              </a:spcAft>
              <a:buSzPts val="14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13585c67efc_0_22"/>
          <p:cNvSpPr txBox="1"/>
          <p:nvPr>
            <p:ph idx="1" type="body"/>
          </p:nvPr>
        </p:nvSpPr>
        <p:spPr>
          <a:xfrm>
            <a:off x="193052" y="1029800"/>
            <a:ext cx="53442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sz="4200">
                <a:solidFill>
                  <a:schemeClr val="lt1"/>
                </a:solidFill>
              </a:rPr>
              <a:t>Comunicación IoT</a:t>
            </a:r>
            <a:endParaRPr sz="4200">
              <a:solidFill>
                <a:schemeClr val="lt1"/>
              </a:solidFill>
            </a:endParaRPr>
          </a:p>
        </p:txBody>
      </p:sp>
      <p:pic>
        <p:nvPicPr>
          <p:cNvPr id="193" name="Google Shape;193;g13585c67efc_0_22"/>
          <p:cNvPicPr preferRelativeResize="0"/>
          <p:nvPr/>
        </p:nvPicPr>
        <p:blipFill>
          <a:blip r:embed="rId3">
            <a:alphaModFix/>
          </a:blip>
          <a:stretch>
            <a:fillRect/>
          </a:stretch>
        </p:blipFill>
        <p:spPr>
          <a:xfrm>
            <a:off x="8441275" y="3198883"/>
            <a:ext cx="4397562" cy="7228492"/>
          </a:xfrm>
          <a:prstGeom prst="rect">
            <a:avLst/>
          </a:prstGeom>
          <a:noFill/>
          <a:ln>
            <a:noFill/>
          </a:ln>
        </p:spPr>
      </p:pic>
      <p:sp>
        <p:nvSpPr>
          <p:cNvPr id="194" name="Google Shape;194;g13585c67efc_0_22"/>
          <p:cNvSpPr/>
          <p:nvPr/>
        </p:nvSpPr>
        <p:spPr>
          <a:xfrm>
            <a:off x="898600" y="2211858"/>
            <a:ext cx="18306600" cy="1564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Clr>
                <a:srgbClr val="000000"/>
              </a:buClr>
              <a:buSzPts val="3200"/>
              <a:buFont typeface="Arial"/>
              <a:buNone/>
            </a:pPr>
            <a:r>
              <a:rPr b="1" lang="es-CL" sz="3200">
                <a:latin typeface="Calibri"/>
                <a:ea typeface="Calibri"/>
                <a:cs typeface="Calibri"/>
                <a:sym typeface="Calibri"/>
              </a:rPr>
              <a:t>Comunicación Dispositivo a LAN</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13589118850_1_11"/>
          <p:cNvSpPr/>
          <p:nvPr/>
        </p:nvSpPr>
        <p:spPr>
          <a:xfrm>
            <a:off x="898600" y="2211858"/>
            <a:ext cx="18306600" cy="1564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Clr>
                <a:srgbClr val="000000"/>
              </a:buClr>
              <a:buSzPts val="3200"/>
              <a:buFont typeface="Arial"/>
              <a:buNone/>
            </a:pPr>
            <a:r>
              <a:rPr b="1" lang="es-CL" sz="3200">
                <a:latin typeface="Calibri"/>
                <a:ea typeface="Calibri"/>
                <a:cs typeface="Calibri"/>
                <a:sym typeface="Calibri"/>
              </a:rPr>
              <a:t>Comunicación Dispositivo a LAN a Cloud</a:t>
            </a:r>
            <a:endParaRPr b="1" i="0" sz="2800" u="none" cap="none" strike="noStrike">
              <a:solidFill>
                <a:srgbClr val="000000"/>
              </a:solidFill>
              <a:latin typeface="Arial"/>
              <a:ea typeface="Arial"/>
              <a:cs typeface="Arial"/>
              <a:sym typeface="Arial"/>
            </a:endParaRPr>
          </a:p>
        </p:txBody>
      </p:sp>
      <p:pic>
        <p:nvPicPr>
          <p:cNvPr id="200" name="Google Shape;200;g13589118850_1_11"/>
          <p:cNvPicPr preferRelativeResize="0"/>
          <p:nvPr/>
        </p:nvPicPr>
        <p:blipFill>
          <a:blip r:embed="rId3">
            <a:alphaModFix/>
          </a:blip>
          <a:stretch>
            <a:fillRect/>
          </a:stretch>
        </p:blipFill>
        <p:spPr>
          <a:xfrm>
            <a:off x="6721138" y="3178608"/>
            <a:ext cx="6661823" cy="7228493"/>
          </a:xfrm>
          <a:prstGeom prst="rect">
            <a:avLst/>
          </a:prstGeom>
          <a:noFill/>
          <a:ln>
            <a:noFill/>
          </a:ln>
        </p:spPr>
      </p:pic>
      <p:sp>
        <p:nvSpPr>
          <p:cNvPr id="201" name="Google Shape;201;g13589118850_1_11"/>
          <p:cNvSpPr txBox="1"/>
          <p:nvPr>
            <p:ph idx="1" type="body"/>
          </p:nvPr>
        </p:nvSpPr>
        <p:spPr>
          <a:xfrm>
            <a:off x="193052" y="1029800"/>
            <a:ext cx="53442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sz="4200">
                <a:solidFill>
                  <a:schemeClr val="lt1"/>
                </a:solidFill>
              </a:rPr>
              <a:t>Comunicación IoT</a:t>
            </a:r>
            <a:endParaRPr sz="42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g13589118850_1_16"/>
          <p:cNvPicPr preferRelativeResize="0"/>
          <p:nvPr/>
        </p:nvPicPr>
        <p:blipFill>
          <a:blip r:embed="rId3">
            <a:alphaModFix/>
          </a:blip>
          <a:stretch>
            <a:fillRect/>
          </a:stretch>
        </p:blipFill>
        <p:spPr>
          <a:xfrm>
            <a:off x="5660850" y="3178608"/>
            <a:ext cx="8782410" cy="7228492"/>
          </a:xfrm>
          <a:prstGeom prst="rect">
            <a:avLst/>
          </a:prstGeom>
          <a:noFill/>
          <a:ln>
            <a:noFill/>
          </a:ln>
        </p:spPr>
      </p:pic>
      <p:sp>
        <p:nvSpPr>
          <p:cNvPr id="207" name="Google Shape;207;g13589118850_1_16"/>
          <p:cNvSpPr/>
          <p:nvPr/>
        </p:nvSpPr>
        <p:spPr>
          <a:xfrm>
            <a:off x="898600" y="2211858"/>
            <a:ext cx="18306600" cy="1564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Clr>
                <a:srgbClr val="000000"/>
              </a:buClr>
              <a:buSzPts val="3200"/>
              <a:buFont typeface="Arial"/>
              <a:buNone/>
            </a:pPr>
            <a:r>
              <a:rPr b="1" lang="es-CL" sz="3200">
                <a:latin typeface="Calibri"/>
                <a:ea typeface="Calibri"/>
                <a:cs typeface="Calibri"/>
                <a:sym typeface="Calibri"/>
              </a:rPr>
              <a:t>Comunicación Dispositivo a GateWay a LAN a Cloud</a:t>
            </a:r>
            <a:endParaRPr b="1" i="0" sz="2800" u="none" cap="none" strike="noStrike">
              <a:solidFill>
                <a:srgbClr val="000000"/>
              </a:solidFill>
              <a:latin typeface="Arial"/>
              <a:ea typeface="Arial"/>
              <a:cs typeface="Arial"/>
              <a:sym typeface="Arial"/>
            </a:endParaRPr>
          </a:p>
        </p:txBody>
      </p:sp>
      <p:sp>
        <p:nvSpPr>
          <p:cNvPr id="208" name="Google Shape;208;g13589118850_1_16"/>
          <p:cNvSpPr txBox="1"/>
          <p:nvPr>
            <p:ph idx="1" type="body"/>
          </p:nvPr>
        </p:nvSpPr>
        <p:spPr>
          <a:xfrm>
            <a:off x="193052" y="1029800"/>
            <a:ext cx="53442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sz="4200">
                <a:solidFill>
                  <a:schemeClr val="lt1"/>
                </a:solidFill>
              </a:rPr>
              <a:t>Comunicación IoT</a:t>
            </a:r>
            <a:endParaRPr sz="42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g13589118850_1_21"/>
          <p:cNvPicPr preferRelativeResize="0"/>
          <p:nvPr/>
        </p:nvPicPr>
        <p:blipFill>
          <a:blip r:embed="rId3">
            <a:alphaModFix/>
          </a:blip>
          <a:stretch>
            <a:fillRect/>
          </a:stretch>
        </p:blipFill>
        <p:spPr>
          <a:xfrm>
            <a:off x="4306975" y="3158333"/>
            <a:ext cx="11002292" cy="7228492"/>
          </a:xfrm>
          <a:prstGeom prst="rect">
            <a:avLst/>
          </a:prstGeom>
          <a:noFill/>
          <a:ln>
            <a:noFill/>
          </a:ln>
        </p:spPr>
      </p:pic>
      <p:sp>
        <p:nvSpPr>
          <p:cNvPr id="214" name="Google Shape;214;g13589118850_1_21"/>
          <p:cNvSpPr/>
          <p:nvPr/>
        </p:nvSpPr>
        <p:spPr>
          <a:xfrm>
            <a:off x="898600" y="2211858"/>
            <a:ext cx="18306600" cy="1564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Clr>
                <a:srgbClr val="000000"/>
              </a:buClr>
              <a:buSzPts val="3200"/>
              <a:buFont typeface="Arial"/>
              <a:buNone/>
            </a:pPr>
            <a:r>
              <a:rPr b="1" lang="es-CL" sz="3200">
                <a:latin typeface="Calibri"/>
                <a:ea typeface="Calibri"/>
                <a:cs typeface="Calibri"/>
                <a:sym typeface="Calibri"/>
              </a:rPr>
              <a:t>Comunicación Dispositivo a GateWay a LAN a Cloud</a:t>
            </a:r>
            <a:endParaRPr b="1" i="0" sz="2800" u="none" cap="none" strike="noStrike">
              <a:solidFill>
                <a:srgbClr val="000000"/>
              </a:solidFill>
              <a:latin typeface="Arial"/>
              <a:ea typeface="Arial"/>
              <a:cs typeface="Arial"/>
              <a:sym typeface="Arial"/>
            </a:endParaRPr>
          </a:p>
        </p:txBody>
      </p:sp>
      <p:sp>
        <p:nvSpPr>
          <p:cNvPr id="215" name="Google Shape;215;g13589118850_1_21"/>
          <p:cNvSpPr txBox="1"/>
          <p:nvPr>
            <p:ph idx="1" type="body"/>
          </p:nvPr>
        </p:nvSpPr>
        <p:spPr>
          <a:xfrm>
            <a:off x="193052" y="1029800"/>
            <a:ext cx="53442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sz="4200">
                <a:solidFill>
                  <a:schemeClr val="lt1"/>
                </a:solidFill>
              </a:rPr>
              <a:t>Comunicación IoT</a:t>
            </a:r>
            <a:endParaRPr sz="42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13547584bed_0_487"/>
          <p:cNvSpPr txBox="1"/>
          <p:nvPr>
            <p:ph type="title"/>
          </p:nvPr>
        </p:nvSpPr>
        <p:spPr>
          <a:xfrm>
            <a:off x="864790" y="7778794"/>
            <a:ext cx="6048300" cy="2604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7300"/>
              <a:buNone/>
            </a:pPr>
            <a:r>
              <a:rPr b="0" lang="es-CL" sz="6400">
                <a:latin typeface="Calibri"/>
                <a:ea typeface="Calibri"/>
                <a:cs typeface="Calibri"/>
                <a:sym typeface="Calibri"/>
              </a:rPr>
              <a:t>Protocolos de comunicación IoT</a:t>
            </a:r>
            <a:endParaRPr b="0" sz="6400"/>
          </a:p>
          <a:p>
            <a:pPr indent="0" lvl="0" marL="0" rtl="0" algn="l">
              <a:lnSpc>
                <a:spcPct val="100000"/>
              </a:lnSpc>
              <a:spcBef>
                <a:spcPts val="0"/>
              </a:spcBef>
              <a:spcAft>
                <a:spcPts val="0"/>
              </a:spcAft>
              <a:buSzPts val="14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133e68395f5_0_46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Protocolos</a:t>
            </a:r>
            <a:endParaRPr>
              <a:solidFill>
                <a:schemeClr val="lt1"/>
              </a:solidFill>
            </a:endParaRPr>
          </a:p>
        </p:txBody>
      </p:sp>
      <p:sp>
        <p:nvSpPr>
          <p:cNvPr id="226" name="Google Shape;226;g133e68395f5_0_466"/>
          <p:cNvSpPr txBox="1"/>
          <p:nvPr/>
        </p:nvSpPr>
        <p:spPr>
          <a:xfrm>
            <a:off x="700100" y="2638850"/>
            <a:ext cx="5250000" cy="6726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lang="es-CL" sz="2500"/>
              <a:t>Los dispositivos IoT suelen ser dispositivos integrados con poca memoria y una disponibilidad de alimentación limitada. Debido a que los dispositivos IoT a menudo se implementan en condiciones deficientes como exteriores, plantas de producción o en el cuerpo humano, es posible que algunos requisitos básicos como la alimentación y la conectividad de red se vean limitados. Estos desafíos obligan a los diseñadores de IoT a trabajar con un conjunto diferente de protocolos creados específicamente para la IoT y sus desafíos particulares.</a:t>
            </a:r>
            <a:endParaRPr b="0" i="0" sz="2500" u="none" cap="none" strike="noStrike">
              <a:solidFill>
                <a:srgbClr val="000000"/>
              </a:solidFill>
              <a:latin typeface="Arial"/>
              <a:ea typeface="Arial"/>
              <a:cs typeface="Arial"/>
              <a:sym typeface="Arial"/>
            </a:endParaRPr>
          </a:p>
        </p:txBody>
      </p:sp>
      <p:pic>
        <p:nvPicPr>
          <p:cNvPr id="227" name="Google Shape;227;g133e68395f5_0_466"/>
          <p:cNvPicPr preferRelativeResize="0"/>
          <p:nvPr/>
        </p:nvPicPr>
        <p:blipFill>
          <a:blip r:embed="rId3">
            <a:alphaModFix/>
          </a:blip>
          <a:stretch>
            <a:fillRect/>
          </a:stretch>
        </p:blipFill>
        <p:spPr>
          <a:xfrm>
            <a:off x="7000638" y="1375251"/>
            <a:ext cx="12412537" cy="82389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13589118850_1_43"/>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Protocolos</a:t>
            </a:r>
            <a:endParaRPr>
              <a:solidFill>
                <a:schemeClr val="lt1"/>
              </a:solidFill>
            </a:endParaRPr>
          </a:p>
        </p:txBody>
      </p:sp>
      <p:sp>
        <p:nvSpPr>
          <p:cNvPr id="233" name="Google Shape;233;g13589118850_1_43"/>
          <p:cNvSpPr txBox="1"/>
          <p:nvPr/>
        </p:nvSpPr>
        <p:spPr>
          <a:xfrm>
            <a:off x="700100" y="2638850"/>
            <a:ext cx="5250000" cy="326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lang="es-CL" sz="2500"/>
              <a:t>Algunos de los protocolos inalámbricos están diseñados para redes de rango corto, algunas para rango medio y otras para rango largo. La siguiente figura muestra un gráfico que clasifica los diferentes protocolos según el rango que admiten.</a:t>
            </a:r>
            <a:endParaRPr b="0" i="0" sz="2500" u="none" cap="none" strike="noStrike">
              <a:solidFill>
                <a:srgbClr val="000000"/>
              </a:solidFill>
              <a:latin typeface="Arial"/>
              <a:ea typeface="Arial"/>
              <a:cs typeface="Arial"/>
              <a:sym typeface="Arial"/>
            </a:endParaRPr>
          </a:p>
        </p:txBody>
      </p:sp>
      <p:pic>
        <p:nvPicPr>
          <p:cNvPr id="234" name="Google Shape;234;g13589118850_1_43"/>
          <p:cNvPicPr preferRelativeResize="0"/>
          <p:nvPr/>
        </p:nvPicPr>
        <p:blipFill>
          <a:blip r:embed="rId3">
            <a:alphaModFix/>
          </a:blip>
          <a:stretch>
            <a:fillRect/>
          </a:stretch>
        </p:blipFill>
        <p:spPr>
          <a:xfrm>
            <a:off x="6480625" y="1535450"/>
            <a:ext cx="12919999" cy="80348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13589118850_1_37"/>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Protocolos</a:t>
            </a:r>
            <a:endParaRPr>
              <a:solidFill>
                <a:schemeClr val="lt1"/>
              </a:solidFill>
            </a:endParaRPr>
          </a:p>
        </p:txBody>
      </p:sp>
      <p:sp>
        <p:nvSpPr>
          <p:cNvPr id="240" name="Google Shape;240;g13589118850_1_37"/>
          <p:cNvSpPr txBox="1"/>
          <p:nvPr/>
        </p:nvSpPr>
        <p:spPr>
          <a:xfrm>
            <a:off x="700100" y="2638850"/>
            <a:ext cx="17955900" cy="210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lang="es-CL" sz="2500"/>
              <a:t>Las redes de baja potencia y área amplia (LPWAN) son una red de comunicaciones inalámbricas diseñada para admitir las comunicaciones de largo alcance para los dispositivos con baja velocidad de bits como sensores, accionadores y controladores. Las LPWAN proporcionan una excelente cobertura en áreas urbanas, rurales y remotas. El área de la señal varía de 5 a 40 km según la abertura de la ubicación geográfica. Las estaciones base tienen una vida útil de la batería de 10 años y admiten miles de dispositivos. Algunos ejemplos de protocolos de LPWAN son LoRaWAN, Weightless-N y RPMA.</a:t>
            </a:r>
            <a:endParaRPr b="0" i="0" sz="2500" u="none" cap="none" strike="noStrike">
              <a:solidFill>
                <a:srgbClr val="000000"/>
              </a:solidFill>
              <a:latin typeface="Arial"/>
              <a:ea typeface="Arial"/>
              <a:cs typeface="Arial"/>
              <a:sym typeface="Arial"/>
            </a:endParaRPr>
          </a:p>
        </p:txBody>
      </p:sp>
      <p:pic>
        <p:nvPicPr>
          <p:cNvPr id="241" name="Google Shape;241;g13589118850_1_37"/>
          <p:cNvPicPr preferRelativeResize="0"/>
          <p:nvPr/>
        </p:nvPicPr>
        <p:blipFill>
          <a:blip r:embed="rId3">
            <a:alphaModFix/>
          </a:blip>
          <a:stretch>
            <a:fillRect/>
          </a:stretch>
        </p:blipFill>
        <p:spPr>
          <a:xfrm>
            <a:off x="3041650" y="4934325"/>
            <a:ext cx="14020800" cy="53911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13589118850_1_55"/>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Zigbee</a:t>
            </a:r>
            <a:endParaRPr>
              <a:solidFill>
                <a:schemeClr val="lt1"/>
              </a:solidFill>
            </a:endParaRPr>
          </a:p>
        </p:txBody>
      </p:sp>
      <p:sp>
        <p:nvSpPr>
          <p:cNvPr id="247" name="Google Shape;247;g13589118850_1_55"/>
          <p:cNvSpPr txBox="1"/>
          <p:nvPr/>
        </p:nvSpPr>
        <p:spPr>
          <a:xfrm>
            <a:off x="700100" y="2638850"/>
            <a:ext cx="17955900" cy="1723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lang="es-CL" sz="2500"/>
              <a:t>Las redes inalámbricas de bajo consumo y bajo costo de ZigBee normalmente se utilizan con dispositivos que cuentan con una prolongada vida útil de la batería que se utilizan en aplicaciones inalámbricas de monitoreo y control. La especificación de ZigBee define una velocidad de transferencia de 250 kbps y es más adecuada para las transmisiones de datos intermitentes.</a:t>
            </a:r>
            <a:endParaRPr b="0" i="0" sz="2500" u="none" cap="none" strike="noStrike">
              <a:solidFill>
                <a:srgbClr val="000000"/>
              </a:solidFill>
              <a:latin typeface="Arial"/>
              <a:ea typeface="Arial"/>
              <a:cs typeface="Arial"/>
              <a:sym typeface="Arial"/>
            </a:endParaRPr>
          </a:p>
        </p:txBody>
      </p:sp>
      <p:pic>
        <p:nvPicPr>
          <p:cNvPr id="248" name="Google Shape;248;g13589118850_1_55"/>
          <p:cNvPicPr preferRelativeResize="0"/>
          <p:nvPr/>
        </p:nvPicPr>
        <p:blipFill>
          <a:blip r:embed="rId3">
            <a:alphaModFix/>
          </a:blip>
          <a:stretch>
            <a:fillRect/>
          </a:stretch>
        </p:blipFill>
        <p:spPr>
          <a:xfrm>
            <a:off x="6253950" y="4572000"/>
            <a:ext cx="7022499" cy="58070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13589118850_1_63"/>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Bluetooth</a:t>
            </a:r>
            <a:endParaRPr>
              <a:solidFill>
                <a:schemeClr val="lt1"/>
              </a:solidFill>
            </a:endParaRPr>
          </a:p>
        </p:txBody>
      </p:sp>
      <p:sp>
        <p:nvSpPr>
          <p:cNvPr id="254" name="Google Shape;254;g13589118850_1_63"/>
          <p:cNvSpPr txBox="1"/>
          <p:nvPr/>
        </p:nvSpPr>
        <p:spPr>
          <a:xfrm>
            <a:off x="700100" y="2638850"/>
            <a:ext cx="17955900" cy="2493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rPr lang="es-CL" sz="2500"/>
              <a:t>Bluetooth es un protocolo inalámbrico que se utiliza para la comunicación en distancias cortas. Ahora la mayoría de los dispositivos móviles y accesorios admiten Bluetooth y constituye el estándar por defecto para el audio entre los dispositivos móviles. La comunicación entre los dispositivos Bluetooth ocurre a través de una red inalámbrica de rango corto denominada red de área personal (PAN).</a:t>
            </a:r>
            <a:endParaRPr sz="2500"/>
          </a:p>
          <a:p>
            <a:pPr indent="0" lvl="0" marL="0" marR="0" rtl="0" algn="ctr">
              <a:lnSpc>
                <a:spcPct val="100000"/>
              </a:lnSpc>
              <a:spcBef>
                <a:spcPts val="1200"/>
              </a:spcBef>
              <a:spcAft>
                <a:spcPts val="0"/>
              </a:spcAft>
              <a:buClr>
                <a:srgbClr val="000000"/>
              </a:buClr>
              <a:buSzPts val="3200"/>
              <a:buFont typeface="Arial"/>
              <a:buNone/>
            </a:pPr>
            <a:r>
              <a:t/>
            </a:r>
            <a:endParaRPr sz="2500"/>
          </a:p>
        </p:txBody>
      </p:sp>
      <p:pic>
        <p:nvPicPr>
          <p:cNvPr id="255" name="Google Shape;255;g13589118850_1_63"/>
          <p:cNvPicPr preferRelativeResize="0"/>
          <p:nvPr/>
        </p:nvPicPr>
        <p:blipFill>
          <a:blip r:embed="rId3">
            <a:alphaModFix/>
          </a:blip>
          <a:stretch>
            <a:fillRect/>
          </a:stretch>
        </p:blipFill>
        <p:spPr>
          <a:xfrm>
            <a:off x="12527375" y="4874660"/>
            <a:ext cx="4765050" cy="4831239"/>
          </a:xfrm>
          <a:prstGeom prst="rect">
            <a:avLst/>
          </a:prstGeom>
          <a:noFill/>
          <a:ln>
            <a:noFill/>
          </a:ln>
        </p:spPr>
      </p:pic>
      <p:sp>
        <p:nvSpPr>
          <p:cNvPr id="256" name="Google Shape;256;g13589118850_1_63"/>
          <p:cNvSpPr txBox="1"/>
          <p:nvPr/>
        </p:nvSpPr>
        <p:spPr>
          <a:xfrm>
            <a:off x="2784375" y="5551550"/>
            <a:ext cx="6109200" cy="4032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2500"/>
              <a:t>Bluetooth funciona en la banda de radiofrecuencias industriales, científicas y médicas (ISM) de rango corto de 2,4 GHz Fue creado por Ericsson en 1994 y se define como un protocolo basado en paquetes. Funciona basado en una estructura maestro/esclavo. La especificación Bluetooth es antigua y ha atravesado varias iteraciones de la versión.</a:t>
            </a:r>
            <a:endParaRPr sz="2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13589118850_1_80"/>
          <p:cNvSpPr txBox="1"/>
          <p:nvPr>
            <p:ph idx="1" type="body"/>
          </p:nvPr>
        </p:nvSpPr>
        <p:spPr>
          <a:xfrm>
            <a:off x="12598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4G/5G</a:t>
            </a:r>
            <a:endParaRPr>
              <a:solidFill>
                <a:schemeClr val="lt1"/>
              </a:solidFill>
            </a:endParaRPr>
          </a:p>
        </p:txBody>
      </p:sp>
      <p:sp>
        <p:nvSpPr>
          <p:cNvPr id="262" name="Google Shape;262;g13589118850_1_80"/>
          <p:cNvSpPr txBox="1"/>
          <p:nvPr/>
        </p:nvSpPr>
        <p:spPr>
          <a:xfrm>
            <a:off x="700100" y="2638850"/>
            <a:ext cx="17955900" cy="4263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rPr lang="es-CL" sz="2500"/>
              <a:t>La cuarta generación (4G) es la actual tecnología basada en telefonía móvil para la transferencia de datos. El estándar de telecomunicaciones móviles internacionales avanzadas (IMT-Avanzadas, International Mobile Telecommunications Advanced) define el ancho de banda de cualquier sistema 4G en 100 Mbps para la comunicación de alta movilidad, como trenes y automóviles, y en 1 Gbps para la comunicación de baja movilidad, como peatones y usuarios fijos. El ancho de banda alto admitido por los sistemas 4G permite que se admitan una gran cantidad de aplicaciones en las plataformas móviles. Proporciona soporte para voz, telefonía IP, acceso a Internet móvil, videollamadas, servicios de videojuegos, computación en la nube, televisión móvil de alta definición y televisión móvil 3D. Long Term Evolution (LTE) y WiMAX (IEEE 802.16e) son dos sistemas 4G populares.</a:t>
            </a:r>
            <a:endParaRPr sz="2500"/>
          </a:p>
          <a:p>
            <a:pPr indent="0" lvl="0" marL="0" marR="0" rtl="0" algn="ctr">
              <a:lnSpc>
                <a:spcPct val="100000"/>
              </a:lnSpc>
              <a:spcBef>
                <a:spcPts val="1200"/>
              </a:spcBef>
              <a:spcAft>
                <a:spcPts val="0"/>
              </a:spcAft>
              <a:buClr>
                <a:srgbClr val="000000"/>
              </a:buClr>
              <a:buSzPts val="3200"/>
              <a:buFont typeface="Arial"/>
              <a:buNone/>
            </a:pPr>
            <a:r>
              <a:t/>
            </a:r>
            <a:endParaRPr sz="2500"/>
          </a:p>
        </p:txBody>
      </p:sp>
      <p:pic>
        <p:nvPicPr>
          <p:cNvPr id="263" name="Google Shape;263;g13589118850_1_80"/>
          <p:cNvPicPr preferRelativeResize="0"/>
          <p:nvPr/>
        </p:nvPicPr>
        <p:blipFill>
          <a:blip r:embed="rId3">
            <a:alphaModFix/>
          </a:blip>
          <a:stretch>
            <a:fillRect/>
          </a:stretch>
        </p:blipFill>
        <p:spPr>
          <a:xfrm>
            <a:off x="3185050" y="6315800"/>
            <a:ext cx="6997650" cy="46896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13589118850_1_96"/>
          <p:cNvSpPr txBox="1"/>
          <p:nvPr>
            <p:ph idx="1" type="body"/>
          </p:nvPr>
        </p:nvSpPr>
        <p:spPr>
          <a:xfrm>
            <a:off x="12598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4G/5G</a:t>
            </a:r>
            <a:endParaRPr>
              <a:solidFill>
                <a:schemeClr val="lt1"/>
              </a:solidFill>
            </a:endParaRPr>
          </a:p>
        </p:txBody>
      </p:sp>
      <p:sp>
        <p:nvSpPr>
          <p:cNvPr id="269" name="Google Shape;269;g13589118850_1_96"/>
          <p:cNvSpPr txBox="1"/>
          <p:nvPr/>
        </p:nvSpPr>
        <p:spPr>
          <a:xfrm>
            <a:off x="700100" y="2638850"/>
            <a:ext cx="17955900" cy="3243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s-CL" sz="2500"/>
              <a:t>El término 5G, abreviatura de 5.ª generación, es el siguiente conjunto de estándares de telecomunicaciones propuesto para reemplazar a los estándares actuales de 4G/IMT-Avanzadas. La investigación y el desarrollo de 5G mejoran las comunicaciones de IoT, al reducir los costos, el consumo de batería y la latencia.</a:t>
            </a:r>
            <a:endParaRPr sz="2500"/>
          </a:p>
          <a:p>
            <a:pPr indent="0" lvl="0" marL="0" rtl="0" algn="just">
              <a:lnSpc>
                <a:spcPct val="115000"/>
              </a:lnSpc>
              <a:spcBef>
                <a:spcPts val="1200"/>
              </a:spcBef>
              <a:spcAft>
                <a:spcPts val="0"/>
              </a:spcAft>
              <a:buClr>
                <a:schemeClr val="dk1"/>
              </a:buClr>
              <a:buSzPts val="1100"/>
              <a:buFont typeface="Arial"/>
              <a:buNone/>
            </a:pPr>
            <a:r>
              <a:rPr lang="es-CL" sz="2500"/>
              <a:t>La alianza de redes móviles de última generación define los siguientes requisitos que debe cumplir un estándar 5G:</a:t>
            </a:r>
            <a:endParaRPr sz="2500"/>
          </a:p>
          <a:p>
            <a:pPr indent="0" lvl="0" marL="0" rtl="0" algn="ctr">
              <a:lnSpc>
                <a:spcPct val="115000"/>
              </a:lnSpc>
              <a:spcBef>
                <a:spcPts val="1200"/>
              </a:spcBef>
              <a:spcAft>
                <a:spcPts val="0"/>
              </a:spcAft>
              <a:buClr>
                <a:schemeClr val="dk1"/>
              </a:buClr>
              <a:buSzPts val="1100"/>
              <a:buFont typeface="Arial"/>
              <a:buNone/>
            </a:pPr>
            <a:r>
              <a:t/>
            </a:r>
            <a:endParaRPr sz="2500"/>
          </a:p>
          <a:p>
            <a:pPr indent="0" lvl="0" marL="0" marR="0" rtl="0" algn="ctr">
              <a:lnSpc>
                <a:spcPct val="100000"/>
              </a:lnSpc>
              <a:spcBef>
                <a:spcPts val="1200"/>
              </a:spcBef>
              <a:spcAft>
                <a:spcPts val="0"/>
              </a:spcAft>
              <a:buClr>
                <a:srgbClr val="000000"/>
              </a:buClr>
              <a:buSzPts val="3200"/>
              <a:buFont typeface="Arial"/>
              <a:buNone/>
            </a:pPr>
            <a:r>
              <a:t/>
            </a:r>
            <a:endParaRPr sz="2500"/>
          </a:p>
        </p:txBody>
      </p:sp>
      <p:sp>
        <p:nvSpPr>
          <p:cNvPr id="270" name="Google Shape;270;g13589118850_1_96"/>
          <p:cNvSpPr txBox="1"/>
          <p:nvPr/>
        </p:nvSpPr>
        <p:spPr>
          <a:xfrm>
            <a:off x="667925" y="5525225"/>
            <a:ext cx="9388500" cy="4378200"/>
          </a:xfrm>
          <a:prstGeom prst="rect">
            <a:avLst/>
          </a:prstGeom>
          <a:noFill/>
          <a:ln>
            <a:noFill/>
          </a:ln>
        </p:spPr>
        <p:txBody>
          <a:bodyPr anchorCtr="0" anchor="t" bIns="91425" lIns="91425" spcFirstLastPara="1" rIns="91425" wrap="square" tIns="91425">
            <a:spAutoFit/>
          </a:bodyPr>
          <a:lstStyle/>
          <a:p>
            <a:pPr indent="-393700" lvl="0" marL="457200" rtl="0" algn="l">
              <a:lnSpc>
                <a:spcPct val="115000"/>
              </a:lnSpc>
              <a:spcBef>
                <a:spcPts val="1200"/>
              </a:spcBef>
              <a:spcAft>
                <a:spcPts val="0"/>
              </a:spcAft>
              <a:buClr>
                <a:schemeClr val="dk1"/>
              </a:buClr>
              <a:buSzPts val="2600"/>
              <a:buChar char="●"/>
            </a:pPr>
            <a:r>
              <a:rPr lang="es-CL" sz="2900"/>
              <a:t>Velocidades de transmisión de datos de decenas de megabits por segundo para decenas de miles de usuarios</a:t>
            </a:r>
            <a:endParaRPr sz="2900"/>
          </a:p>
          <a:p>
            <a:pPr indent="-393700" lvl="0" marL="457200" rtl="0" algn="l">
              <a:lnSpc>
                <a:spcPct val="115000"/>
              </a:lnSpc>
              <a:spcBef>
                <a:spcPts val="0"/>
              </a:spcBef>
              <a:spcAft>
                <a:spcPts val="0"/>
              </a:spcAft>
              <a:buClr>
                <a:schemeClr val="dk1"/>
              </a:buClr>
              <a:buSzPts val="2600"/>
              <a:buChar char="●"/>
            </a:pPr>
            <a:r>
              <a:rPr lang="es-CL" sz="2900"/>
              <a:t>Velocidades de transmisión de datos de 100 megabits por segundo para áreas metropolitanas</a:t>
            </a:r>
            <a:endParaRPr sz="2900"/>
          </a:p>
          <a:p>
            <a:pPr indent="-393700" lvl="0" marL="457200" rtl="0" algn="l">
              <a:lnSpc>
                <a:spcPct val="115000"/>
              </a:lnSpc>
              <a:spcBef>
                <a:spcPts val="0"/>
              </a:spcBef>
              <a:spcAft>
                <a:spcPts val="0"/>
              </a:spcAft>
              <a:buClr>
                <a:schemeClr val="dk1"/>
              </a:buClr>
              <a:buSzPts val="2600"/>
              <a:buChar char="●"/>
            </a:pPr>
            <a:r>
              <a:rPr lang="es-CL" sz="2900"/>
              <a:t>1 Gb por segundo simultáneamente para muchos trabajadores en el mismo piso de oficinas</a:t>
            </a:r>
            <a:endParaRPr sz="2900"/>
          </a:p>
          <a:p>
            <a:pPr indent="0" lvl="0" marL="457200" rtl="0" algn="l">
              <a:lnSpc>
                <a:spcPct val="115000"/>
              </a:lnSpc>
              <a:spcBef>
                <a:spcPts val="1200"/>
              </a:spcBef>
              <a:spcAft>
                <a:spcPts val="1200"/>
              </a:spcAft>
              <a:buNone/>
            </a:pPr>
            <a:r>
              <a:t/>
            </a:r>
            <a:endParaRPr sz="2900"/>
          </a:p>
        </p:txBody>
      </p:sp>
      <p:sp>
        <p:nvSpPr>
          <p:cNvPr id="271" name="Google Shape;271;g13589118850_1_96"/>
          <p:cNvSpPr txBox="1"/>
          <p:nvPr/>
        </p:nvSpPr>
        <p:spPr>
          <a:xfrm>
            <a:off x="10818350" y="5436550"/>
            <a:ext cx="8068800" cy="38328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1200"/>
              </a:spcBef>
              <a:spcAft>
                <a:spcPts val="0"/>
              </a:spcAft>
              <a:buClr>
                <a:schemeClr val="dk1"/>
              </a:buClr>
              <a:buSzPts val="2700"/>
              <a:buChar char="●"/>
            </a:pPr>
            <a:r>
              <a:rPr lang="es-CL" sz="3000">
                <a:solidFill>
                  <a:schemeClr val="dk1"/>
                </a:solidFill>
              </a:rPr>
              <a:t>Varias cientos de miles de conexiones simultáneas para redes masivas de sensores inalámbricos</a:t>
            </a:r>
            <a:endParaRPr sz="3000">
              <a:solidFill>
                <a:schemeClr val="dk1"/>
              </a:solidFill>
            </a:endParaRPr>
          </a:p>
          <a:p>
            <a:pPr indent="-400050" lvl="0" marL="457200" rtl="0" algn="l">
              <a:lnSpc>
                <a:spcPct val="115000"/>
              </a:lnSpc>
              <a:spcBef>
                <a:spcPts val="0"/>
              </a:spcBef>
              <a:spcAft>
                <a:spcPts val="0"/>
              </a:spcAft>
              <a:buClr>
                <a:schemeClr val="dk1"/>
              </a:buClr>
              <a:buSzPts val="2700"/>
              <a:buChar char="●"/>
            </a:pPr>
            <a:r>
              <a:rPr lang="es-CL" sz="3000">
                <a:solidFill>
                  <a:schemeClr val="dk1"/>
                </a:solidFill>
              </a:rPr>
              <a:t>Eficiencia espectral significativamente mejorada en comparación con 4G</a:t>
            </a:r>
            <a:endParaRPr sz="3000">
              <a:solidFill>
                <a:schemeClr val="dk1"/>
              </a:solidFill>
            </a:endParaRPr>
          </a:p>
          <a:p>
            <a:pPr indent="-400050" lvl="0" marL="457200" rtl="0" algn="l">
              <a:lnSpc>
                <a:spcPct val="115000"/>
              </a:lnSpc>
              <a:spcBef>
                <a:spcPts val="0"/>
              </a:spcBef>
              <a:spcAft>
                <a:spcPts val="0"/>
              </a:spcAft>
              <a:buClr>
                <a:schemeClr val="dk1"/>
              </a:buClr>
              <a:buSzPts val="2700"/>
              <a:buChar char="●"/>
            </a:pPr>
            <a:r>
              <a:rPr lang="es-CL" sz="3000">
                <a:solidFill>
                  <a:schemeClr val="dk1"/>
                </a:solidFill>
              </a:rPr>
              <a:t>Mejor cobertura</a:t>
            </a:r>
            <a:endParaRPr sz="3000">
              <a:solidFill>
                <a:schemeClr val="dk1"/>
              </a:solidFill>
            </a:endParaRPr>
          </a:p>
          <a:p>
            <a:pPr indent="-400050" lvl="0" marL="457200" rtl="0" algn="l">
              <a:lnSpc>
                <a:spcPct val="115000"/>
              </a:lnSpc>
              <a:spcBef>
                <a:spcPts val="0"/>
              </a:spcBef>
              <a:spcAft>
                <a:spcPts val="0"/>
              </a:spcAft>
              <a:buClr>
                <a:schemeClr val="dk1"/>
              </a:buClr>
              <a:buSzPts val="2700"/>
              <a:buChar char="●"/>
            </a:pPr>
            <a:r>
              <a:rPr lang="es-CL" sz="3000">
                <a:solidFill>
                  <a:schemeClr val="dk1"/>
                </a:solidFill>
              </a:rPr>
              <a:t>Mayor eficacia de la señal</a:t>
            </a:r>
            <a:endParaRPr sz="23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13589118850_1_108"/>
          <p:cNvSpPr txBox="1"/>
          <p:nvPr>
            <p:ph idx="1" type="body"/>
          </p:nvPr>
        </p:nvSpPr>
        <p:spPr>
          <a:xfrm>
            <a:off x="12598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LoRaWan</a:t>
            </a:r>
            <a:endParaRPr>
              <a:solidFill>
                <a:schemeClr val="lt1"/>
              </a:solidFill>
            </a:endParaRPr>
          </a:p>
        </p:txBody>
      </p:sp>
      <p:sp>
        <p:nvSpPr>
          <p:cNvPr id="277" name="Google Shape;277;g13589118850_1_108"/>
          <p:cNvSpPr txBox="1"/>
          <p:nvPr/>
        </p:nvSpPr>
        <p:spPr>
          <a:xfrm>
            <a:off x="700100" y="2638850"/>
            <a:ext cx="17955900" cy="2647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rPr lang="es-CL" sz="2500"/>
              <a:t>LoRaWAN es una tecnología inalámbrica diseñada para proporcionar conexiones WAN inalámbricas para dispositivos limitados en potencia. Categorizada como una red de área amplia de bajo consumo (LPWAN), LoRaWAN apunta a los requisitos clave de la Internet de las cosas como servicios bidireccionales seguros de comunicación, movilidad y localización.</a:t>
            </a:r>
            <a:endParaRPr sz="2500"/>
          </a:p>
          <a:p>
            <a:pPr indent="0" lvl="0" marL="0" rtl="0" algn="ctr">
              <a:lnSpc>
                <a:spcPct val="115000"/>
              </a:lnSpc>
              <a:spcBef>
                <a:spcPts val="1200"/>
              </a:spcBef>
              <a:spcAft>
                <a:spcPts val="0"/>
              </a:spcAft>
              <a:buClr>
                <a:schemeClr val="dk1"/>
              </a:buClr>
              <a:buSzPts val="1100"/>
              <a:buFont typeface="Arial"/>
              <a:buNone/>
            </a:pPr>
            <a:r>
              <a:t/>
            </a:r>
            <a:endParaRPr sz="2500"/>
          </a:p>
          <a:p>
            <a:pPr indent="0" lvl="0" marL="0" marR="0" rtl="0" algn="ctr">
              <a:lnSpc>
                <a:spcPct val="100000"/>
              </a:lnSpc>
              <a:spcBef>
                <a:spcPts val="1200"/>
              </a:spcBef>
              <a:spcAft>
                <a:spcPts val="0"/>
              </a:spcAft>
              <a:buClr>
                <a:srgbClr val="000000"/>
              </a:buClr>
              <a:buSzPts val="3200"/>
              <a:buFont typeface="Arial"/>
              <a:buNone/>
            </a:pPr>
            <a:r>
              <a:t/>
            </a:r>
            <a:endParaRPr sz="2500"/>
          </a:p>
        </p:txBody>
      </p:sp>
      <p:pic>
        <p:nvPicPr>
          <p:cNvPr id="278" name="Google Shape;278;g13589118850_1_108"/>
          <p:cNvPicPr preferRelativeResize="0"/>
          <p:nvPr/>
        </p:nvPicPr>
        <p:blipFill>
          <a:blip r:embed="rId3">
            <a:alphaModFix/>
          </a:blip>
          <a:stretch>
            <a:fillRect/>
          </a:stretch>
        </p:blipFill>
        <p:spPr>
          <a:xfrm>
            <a:off x="1219200" y="5438750"/>
            <a:ext cx="4972050" cy="3790950"/>
          </a:xfrm>
          <a:prstGeom prst="rect">
            <a:avLst/>
          </a:prstGeom>
          <a:noFill/>
          <a:ln>
            <a:noFill/>
          </a:ln>
        </p:spPr>
      </p:pic>
      <p:pic>
        <p:nvPicPr>
          <p:cNvPr id="279" name="Google Shape;279;g13589118850_1_108"/>
          <p:cNvPicPr preferRelativeResize="0"/>
          <p:nvPr/>
        </p:nvPicPr>
        <p:blipFill>
          <a:blip r:embed="rId4">
            <a:alphaModFix/>
          </a:blip>
          <a:stretch>
            <a:fillRect/>
          </a:stretch>
        </p:blipFill>
        <p:spPr>
          <a:xfrm>
            <a:off x="8020050" y="5438750"/>
            <a:ext cx="4972050" cy="3752850"/>
          </a:xfrm>
          <a:prstGeom prst="rect">
            <a:avLst/>
          </a:prstGeom>
          <a:noFill/>
          <a:ln>
            <a:noFill/>
          </a:ln>
        </p:spPr>
      </p:pic>
      <p:pic>
        <p:nvPicPr>
          <p:cNvPr id="280" name="Google Shape;280;g13589118850_1_108"/>
          <p:cNvPicPr preferRelativeResize="0"/>
          <p:nvPr/>
        </p:nvPicPr>
        <p:blipFill>
          <a:blip r:embed="rId5">
            <a:alphaModFix/>
          </a:blip>
          <a:stretch>
            <a:fillRect/>
          </a:stretch>
        </p:blipFill>
        <p:spPr>
          <a:xfrm>
            <a:off x="14668500" y="4371950"/>
            <a:ext cx="2454575" cy="5718200"/>
          </a:xfrm>
          <a:prstGeom prst="rect">
            <a:avLst/>
          </a:prstGeom>
          <a:noFill/>
          <a:ln>
            <a:noFill/>
          </a:ln>
        </p:spPr>
      </p:pic>
      <p:sp>
        <p:nvSpPr>
          <p:cNvPr id="281" name="Google Shape;281;g13589118850_1_108"/>
          <p:cNvSpPr txBox="1"/>
          <p:nvPr/>
        </p:nvSpPr>
        <p:spPr>
          <a:xfrm>
            <a:off x="2043025" y="9382100"/>
            <a:ext cx="30000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s-CL" sz="2500">
                <a:solidFill>
                  <a:schemeClr val="dk1"/>
                </a:solidFill>
              </a:rPr>
              <a:t>Raspberry Pi</a:t>
            </a:r>
            <a:endParaRPr/>
          </a:p>
        </p:txBody>
      </p:sp>
      <p:sp>
        <p:nvSpPr>
          <p:cNvPr id="282" name="Google Shape;282;g13589118850_1_108"/>
          <p:cNvSpPr txBox="1"/>
          <p:nvPr/>
        </p:nvSpPr>
        <p:spPr>
          <a:xfrm>
            <a:off x="9139150" y="9344000"/>
            <a:ext cx="30000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s-CL" sz="2500">
                <a:solidFill>
                  <a:schemeClr val="dk1"/>
                </a:solidFill>
              </a:rPr>
              <a:t>Puente de conexión</a:t>
            </a:r>
            <a:endParaRPr/>
          </a:p>
        </p:txBody>
      </p:sp>
      <p:sp>
        <p:nvSpPr>
          <p:cNvPr id="283" name="Google Shape;283;g13589118850_1_108"/>
          <p:cNvSpPr txBox="1"/>
          <p:nvPr/>
        </p:nvSpPr>
        <p:spPr>
          <a:xfrm>
            <a:off x="17489975" y="6725100"/>
            <a:ext cx="2059800" cy="1165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es-CL" sz="2500">
                <a:solidFill>
                  <a:schemeClr val="dk1"/>
                </a:solidFill>
              </a:rPr>
              <a:t>LoRa</a:t>
            </a:r>
            <a:endParaRPr sz="2500">
              <a:solidFill>
                <a:schemeClr val="dk1"/>
              </a:solidFill>
            </a:endParaRPr>
          </a:p>
          <a:p>
            <a:pPr indent="0" lvl="0" marL="0" rtl="0" algn="ctr">
              <a:lnSpc>
                <a:spcPct val="115000"/>
              </a:lnSpc>
              <a:spcBef>
                <a:spcPts val="1200"/>
              </a:spcBef>
              <a:spcAft>
                <a:spcPts val="1200"/>
              </a:spcAft>
              <a:buNone/>
            </a:pPr>
            <a:r>
              <a:rPr lang="es-CL" sz="2500">
                <a:solidFill>
                  <a:schemeClr val="dk1"/>
                </a:solidFill>
              </a:rPr>
              <a:t>Radio</a:t>
            </a:r>
            <a:endParaRPr sz="25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13589118850_1_131"/>
          <p:cNvSpPr txBox="1"/>
          <p:nvPr>
            <p:ph idx="1" type="body"/>
          </p:nvPr>
        </p:nvSpPr>
        <p:spPr>
          <a:xfrm>
            <a:off x="12598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LoRaWan</a:t>
            </a:r>
            <a:endParaRPr>
              <a:solidFill>
                <a:schemeClr val="lt1"/>
              </a:solidFill>
            </a:endParaRPr>
          </a:p>
        </p:txBody>
      </p:sp>
      <p:sp>
        <p:nvSpPr>
          <p:cNvPr id="289" name="Google Shape;289;g13589118850_1_131"/>
          <p:cNvSpPr txBox="1"/>
          <p:nvPr/>
        </p:nvSpPr>
        <p:spPr>
          <a:xfrm>
            <a:off x="2178225" y="3687275"/>
            <a:ext cx="9981000" cy="5302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rPr lang="es-CL" sz="2500"/>
              <a:t>La velocidad de transmisión de datos de LoRaWAN va desde 0,3 kbps a 50 kbps. Los servidores de red de LoRaWAN administran la tasa de intercambio de datos en cada dispositivo, mediante una tecnología denominada velocidad de datos adaptativa (ADR, Adaptive Data Rate), para maximizar la vida útil de la batería de los terminales y la capacidad general de la red. La seguridad se incorpora en el estándar LoRaWAN, vía la implementación del esquema de cifrado de varias capas. Se usan claves únicas en las capas Aplicación, Red y Dispositivo.</a:t>
            </a:r>
            <a:endParaRPr sz="2500"/>
          </a:p>
          <a:p>
            <a:pPr indent="0" lvl="0" marL="0" rtl="0" algn="ctr">
              <a:lnSpc>
                <a:spcPct val="115000"/>
              </a:lnSpc>
              <a:spcBef>
                <a:spcPts val="1200"/>
              </a:spcBef>
              <a:spcAft>
                <a:spcPts val="0"/>
              </a:spcAft>
              <a:buClr>
                <a:schemeClr val="dk1"/>
              </a:buClr>
              <a:buSzPts val="1100"/>
              <a:buFont typeface="Arial"/>
              <a:buNone/>
            </a:pPr>
            <a:r>
              <a:t/>
            </a:r>
            <a:endParaRPr sz="2500"/>
          </a:p>
          <a:p>
            <a:pPr indent="0" lvl="0" marL="0" marR="0" rtl="0" algn="ctr">
              <a:lnSpc>
                <a:spcPct val="100000"/>
              </a:lnSpc>
              <a:spcBef>
                <a:spcPts val="1200"/>
              </a:spcBef>
              <a:spcAft>
                <a:spcPts val="0"/>
              </a:spcAft>
              <a:buClr>
                <a:srgbClr val="000000"/>
              </a:buClr>
              <a:buSzPts val="3200"/>
              <a:buFont typeface="Arial"/>
              <a:buNone/>
            </a:pPr>
            <a:r>
              <a:t/>
            </a:r>
            <a:endParaRPr sz="2500"/>
          </a:p>
        </p:txBody>
      </p:sp>
      <p:pic>
        <p:nvPicPr>
          <p:cNvPr id="290" name="Google Shape;290;g13589118850_1_131"/>
          <p:cNvPicPr preferRelativeResize="0"/>
          <p:nvPr/>
        </p:nvPicPr>
        <p:blipFill>
          <a:blip r:embed="rId3">
            <a:alphaModFix/>
          </a:blip>
          <a:stretch>
            <a:fillRect/>
          </a:stretch>
        </p:blipFill>
        <p:spPr>
          <a:xfrm>
            <a:off x="14206913" y="2795575"/>
            <a:ext cx="2454575" cy="5718200"/>
          </a:xfrm>
          <a:prstGeom prst="rect">
            <a:avLst/>
          </a:prstGeom>
          <a:noFill/>
          <a:ln>
            <a:noFill/>
          </a:ln>
        </p:spPr>
      </p:pic>
      <p:sp>
        <p:nvSpPr>
          <p:cNvPr id="291" name="Google Shape;291;g13589118850_1_131"/>
          <p:cNvSpPr txBox="1"/>
          <p:nvPr/>
        </p:nvSpPr>
        <p:spPr>
          <a:xfrm>
            <a:off x="13466425" y="8684450"/>
            <a:ext cx="4208400" cy="1165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lang="es-CL" sz="2500">
                <a:solidFill>
                  <a:schemeClr val="dk1"/>
                </a:solidFill>
              </a:rPr>
              <a:t>LoRa</a:t>
            </a:r>
            <a:endParaRPr sz="2500">
              <a:solidFill>
                <a:schemeClr val="dk1"/>
              </a:solidFill>
            </a:endParaRPr>
          </a:p>
          <a:p>
            <a:pPr indent="0" lvl="0" marL="0" rtl="0" algn="ctr">
              <a:lnSpc>
                <a:spcPct val="115000"/>
              </a:lnSpc>
              <a:spcBef>
                <a:spcPts val="1200"/>
              </a:spcBef>
              <a:spcAft>
                <a:spcPts val="1200"/>
              </a:spcAft>
              <a:buNone/>
            </a:pPr>
            <a:r>
              <a:rPr lang="es-CL" sz="2500">
                <a:solidFill>
                  <a:schemeClr val="dk1"/>
                </a:solidFill>
              </a:rPr>
              <a:t>Radio</a:t>
            </a:r>
            <a:endParaRPr sz="25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13589118850_1_143"/>
          <p:cNvSpPr txBox="1"/>
          <p:nvPr>
            <p:ph idx="1" type="body"/>
          </p:nvPr>
        </p:nvSpPr>
        <p:spPr>
          <a:xfrm>
            <a:off x="12598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LoRaWan</a:t>
            </a:r>
            <a:endParaRPr>
              <a:solidFill>
                <a:schemeClr val="lt1"/>
              </a:solidFill>
            </a:endParaRPr>
          </a:p>
        </p:txBody>
      </p:sp>
      <p:sp>
        <p:nvSpPr>
          <p:cNvPr id="297" name="Google Shape;297;g13589118850_1_143"/>
          <p:cNvSpPr txBox="1"/>
          <p:nvPr/>
        </p:nvSpPr>
        <p:spPr>
          <a:xfrm>
            <a:off x="1949625" y="2696675"/>
            <a:ext cx="17199900" cy="1762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rPr lang="es-CL" sz="2500"/>
              <a:t>Veamos un video que nos muestra la relevancia de la comunicación para dispositivos de bajo consumo: </a:t>
            </a:r>
            <a:endParaRPr sz="2500"/>
          </a:p>
          <a:p>
            <a:pPr indent="0" lvl="0" marL="0" rtl="0" algn="ctr">
              <a:lnSpc>
                <a:spcPct val="115000"/>
              </a:lnSpc>
              <a:spcBef>
                <a:spcPts val="1200"/>
              </a:spcBef>
              <a:spcAft>
                <a:spcPts val="0"/>
              </a:spcAft>
              <a:buClr>
                <a:schemeClr val="dk1"/>
              </a:buClr>
              <a:buSzPts val="1100"/>
              <a:buFont typeface="Arial"/>
              <a:buNone/>
            </a:pPr>
            <a:r>
              <a:t/>
            </a:r>
            <a:endParaRPr sz="2500"/>
          </a:p>
          <a:p>
            <a:pPr indent="0" lvl="0" marL="0" marR="0" rtl="0" algn="ctr">
              <a:lnSpc>
                <a:spcPct val="100000"/>
              </a:lnSpc>
              <a:spcBef>
                <a:spcPts val="1200"/>
              </a:spcBef>
              <a:spcAft>
                <a:spcPts val="0"/>
              </a:spcAft>
              <a:buClr>
                <a:srgbClr val="000000"/>
              </a:buClr>
              <a:buSzPts val="3200"/>
              <a:buFont typeface="Arial"/>
              <a:buNone/>
            </a:pPr>
            <a:r>
              <a:t/>
            </a:r>
            <a:endParaRPr sz="2500"/>
          </a:p>
        </p:txBody>
      </p:sp>
      <p:pic>
        <p:nvPicPr>
          <p:cNvPr descr="A short introduction to the LoRa Alliance and the LoRaWAN protocol" id="298" name="Google Shape;298;g13589118850_1_143" title="LoRa Alliance Introduction">
            <a:hlinkClick r:id="rId3"/>
          </p:cNvPr>
          <p:cNvPicPr preferRelativeResize="0"/>
          <p:nvPr/>
        </p:nvPicPr>
        <p:blipFill>
          <a:blip r:embed="rId4">
            <a:alphaModFix/>
          </a:blip>
          <a:stretch>
            <a:fillRect/>
          </a:stretch>
        </p:blipFill>
        <p:spPr>
          <a:xfrm>
            <a:off x="5908763" y="3355100"/>
            <a:ext cx="9281633" cy="6961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13589118850_1_30"/>
          <p:cNvSpPr txBox="1"/>
          <p:nvPr>
            <p:ph type="title"/>
          </p:nvPr>
        </p:nvSpPr>
        <p:spPr>
          <a:xfrm>
            <a:off x="864790" y="7778794"/>
            <a:ext cx="6048300" cy="1717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7300"/>
              <a:buNone/>
            </a:pPr>
            <a:r>
              <a:rPr b="0" lang="es-CL" sz="6400">
                <a:latin typeface="Calibri"/>
                <a:ea typeface="Calibri"/>
                <a:cs typeface="Calibri"/>
                <a:sym typeface="Calibri"/>
              </a:rPr>
              <a:t>IoT y Cloud</a:t>
            </a:r>
            <a:endParaRPr b="0" sz="6400"/>
          </a:p>
          <a:p>
            <a:pPr indent="0" lvl="0" marL="0" rtl="0" algn="l">
              <a:lnSpc>
                <a:spcPct val="100000"/>
              </a:lnSpc>
              <a:spcBef>
                <a:spcPts val="0"/>
              </a:spcBef>
              <a:spcAft>
                <a:spcPts val="0"/>
              </a:spcAft>
              <a:buSzPts val="14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13589118850_1_155"/>
          <p:cNvSpPr txBox="1"/>
          <p:nvPr>
            <p:ph idx="1" type="body"/>
          </p:nvPr>
        </p:nvSpPr>
        <p:spPr>
          <a:xfrm>
            <a:off x="12598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Cloud</a:t>
            </a:r>
            <a:endParaRPr>
              <a:solidFill>
                <a:schemeClr val="lt1"/>
              </a:solidFill>
            </a:endParaRPr>
          </a:p>
        </p:txBody>
      </p:sp>
      <p:sp>
        <p:nvSpPr>
          <p:cNvPr id="309" name="Google Shape;309;g13589118850_1_155"/>
          <p:cNvSpPr txBox="1"/>
          <p:nvPr/>
        </p:nvSpPr>
        <p:spPr>
          <a:xfrm>
            <a:off x="1949625" y="2696675"/>
            <a:ext cx="7199700" cy="7823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rPr lang="es-CL" sz="2500"/>
              <a:t>La computación en la nube es un servicio que ofrece acceso bajo demanda a un grupo compartido de recursos informáticos configurables. Estos recursos, a menudo implementados fuera de las instalaciones, pueden estar disponibles rápidamente con un mínimo de esfuerzo de la administración.</a:t>
            </a:r>
            <a:endParaRPr sz="2500"/>
          </a:p>
          <a:p>
            <a:pPr indent="0" lvl="0" marL="0" rtl="0" algn="ctr">
              <a:lnSpc>
                <a:spcPct val="115000"/>
              </a:lnSpc>
              <a:spcBef>
                <a:spcPts val="1200"/>
              </a:spcBef>
              <a:spcAft>
                <a:spcPts val="0"/>
              </a:spcAft>
              <a:buClr>
                <a:schemeClr val="dk1"/>
              </a:buClr>
              <a:buSzPts val="1100"/>
              <a:buFont typeface="Arial"/>
              <a:buNone/>
            </a:pPr>
            <a:r>
              <a:rPr lang="es-CL" sz="2500"/>
              <a:t>Los proveedores de servicios en la nube utilizan centros de datos para sus servicios en la nube y sus recursos basados en la nube. Para garantizar la disponibilidad de los servicios de datos y los recursos, los proveedores mantienen a menudo espacio en varios centros de datos remotos.</a:t>
            </a:r>
            <a:endParaRPr sz="2500"/>
          </a:p>
          <a:p>
            <a:pPr indent="0" lvl="0" marL="0" rtl="0" algn="ctr">
              <a:lnSpc>
                <a:spcPct val="115000"/>
              </a:lnSpc>
              <a:spcBef>
                <a:spcPts val="1200"/>
              </a:spcBef>
              <a:spcAft>
                <a:spcPts val="0"/>
              </a:spcAft>
              <a:buClr>
                <a:schemeClr val="dk1"/>
              </a:buClr>
              <a:buSzPts val="1100"/>
              <a:buFont typeface="Arial"/>
              <a:buNone/>
            </a:pPr>
            <a:r>
              <a:t/>
            </a:r>
            <a:endParaRPr sz="2500"/>
          </a:p>
          <a:p>
            <a:pPr indent="0" lvl="0" marL="0" rtl="0" algn="ctr">
              <a:lnSpc>
                <a:spcPct val="115000"/>
              </a:lnSpc>
              <a:spcBef>
                <a:spcPts val="1200"/>
              </a:spcBef>
              <a:spcAft>
                <a:spcPts val="0"/>
              </a:spcAft>
              <a:buClr>
                <a:schemeClr val="dk1"/>
              </a:buClr>
              <a:buSzPts val="1100"/>
              <a:buFont typeface="Arial"/>
              <a:buNone/>
            </a:pPr>
            <a:r>
              <a:t/>
            </a:r>
            <a:endParaRPr sz="2500"/>
          </a:p>
          <a:p>
            <a:pPr indent="0" lvl="0" marL="0" marR="0" rtl="0" algn="ctr">
              <a:lnSpc>
                <a:spcPct val="100000"/>
              </a:lnSpc>
              <a:spcBef>
                <a:spcPts val="1200"/>
              </a:spcBef>
              <a:spcAft>
                <a:spcPts val="0"/>
              </a:spcAft>
              <a:buClr>
                <a:srgbClr val="000000"/>
              </a:buClr>
              <a:buSzPts val="3200"/>
              <a:buFont typeface="Arial"/>
              <a:buNone/>
            </a:pPr>
            <a:r>
              <a:t/>
            </a:r>
            <a:endParaRPr sz="2500"/>
          </a:p>
        </p:txBody>
      </p:sp>
      <p:pic>
        <p:nvPicPr>
          <p:cNvPr id="310" name="Google Shape;310;g13589118850_1_155"/>
          <p:cNvPicPr preferRelativeResize="0"/>
          <p:nvPr/>
        </p:nvPicPr>
        <p:blipFill>
          <a:blip r:embed="rId3">
            <a:alphaModFix/>
          </a:blip>
          <a:stretch>
            <a:fillRect/>
          </a:stretch>
        </p:blipFill>
        <p:spPr>
          <a:xfrm>
            <a:off x="9808400" y="1936800"/>
            <a:ext cx="8521401" cy="8007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13589118850_1_163"/>
          <p:cNvSpPr txBox="1"/>
          <p:nvPr>
            <p:ph idx="1" type="body"/>
          </p:nvPr>
        </p:nvSpPr>
        <p:spPr>
          <a:xfrm>
            <a:off x="12598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Cloud</a:t>
            </a:r>
            <a:endParaRPr>
              <a:solidFill>
                <a:schemeClr val="lt1"/>
              </a:solidFill>
            </a:endParaRPr>
          </a:p>
        </p:txBody>
      </p:sp>
      <p:sp>
        <p:nvSpPr>
          <p:cNvPr id="316" name="Google Shape;316;g13589118850_1_163"/>
          <p:cNvSpPr txBox="1"/>
          <p:nvPr/>
        </p:nvSpPr>
        <p:spPr>
          <a:xfrm>
            <a:off x="2406825" y="2468075"/>
            <a:ext cx="15589800" cy="801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1" lang="es-CL" sz="3500"/>
              <a:t>Desafíos Cloud:</a:t>
            </a:r>
            <a:endParaRPr b="1" i="1" sz="3500"/>
          </a:p>
          <a:p>
            <a:pPr indent="0" lvl="0" marL="0" marR="0" rtl="0" algn="ctr">
              <a:lnSpc>
                <a:spcPct val="100000"/>
              </a:lnSpc>
              <a:spcBef>
                <a:spcPts val="0"/>
              </a:spcBef>
              <a:spcAft>
                <a:spcPts val="0"/>
              </a:spcAft>
              <a:buClr>
                <a:srgbClr val="000000"/>
              </a:buClr>
              <a:buSzPts val="3200"/>
              <a:buFont typeface="Arial"/>
              <a:buNone/>
            </a:pPr>
            <a:r>
              <a:t/>
            </a:r>
            <a:endParaRPr sz="2500"/>
          </a:p>
          <a:p>
            <a:pPr indent="0" lvl="0" marL="0" rtl="0" algn="l">
              <a:lnSpc>
                <a:spcPct val="115000"/>
              </a:lnSpc>
              <a:spcBef>
                <a:spcPts val="1200"/>
              </a:spcBef>
              <a:spcAft>
                <a:spcPts val="0"/>
              </a:spcAft>
              <a:buClr>
                <a:schemeClr val="dk1"/>
              </a:buClr>
              <a:buSzPts val="1100"/>
              <a:buFont typeface="Arial"/>
              <a:buNone/>
            </a:pPr>
            <a:r>
              <a:rPr lang="es-CL" sz="2500"/>
              <a:t>La computación en la nube admite una variedad de problemas de administración de datos:</a:t>
            </a:r>
            <a:endParaRPr sz="2500"/>
          </a:p>
          <a:p>
            <a:pPr indent="0" lvl="0" marL="0" rtl="0" algn="l">
              <a:lnSpc>
                <a:spcPct val="115000"/>
              </a:lnSpc>
              <a:spcBef>
                <a:spcPts val="1200"/>
              </a:spcBef>
              <a:spcAft>
                <a:spcPts val="0"/>
              </a:spcAft>
              <a:buClr>
                <a:schemeClr val="dk1"/>
              </a:buClr>
              <a:buSzPts val="1100"/>
              <a:buFont typeface="Arial"/>
              <a:buNone/>
            </a:pPr>
            <a:r>
              <a:t/>
            </a:r>
            <a:endParaRPr sz="2500"/>
          </a:p>
          <a:p>
            <a:pPr indent="-330200" lvl="0" marL="457200" rtl="0" algn="l">
              <a:lnSpc>
                <a:spcPct val="115000"/>
              </a:lnSpc>
              <a:spcBef>
                <a:spcPts val="1200"/>
              </a:spcBef>
              <a:spcAft>
                <a:spcPts val="0"/>
              </a:spcAft>
              <a:buClr>
                <a:schemeClr val="dk1"/>
              </a:buClr>
              <a:buSzPts val="1600"/>
              <a:buChar char="●"/>
            </a:pPr>
            <a:r>
              <a:rPr lang="es-CL" sz="3000"/>
              <a:t>Permite el acceso a los datos de organización en cualquier momento y lugar.</a:t>
            </a:r>
            <a:endParaRPr sz="3000"/>
          </a:p>
          <a:p>
            <a:pPr indent="-330200" lvl="0" marL="457200" rtl="0" algn="l">
              <a:lnSpc>
                <a:spcPct val="115000"/>
              </a:lnSpc>
              <a:spcBef>
                <a:spcPts val="0"/>
              </a:spcBef>
              <a:spcAft>
                <a:spcPts val="0"/>
              </a:spcAft>
              <a:buClr>
                <a:schemeClr val="dk1"/>
              </a:buClr>
              <a:buSzPts val="1600"/>
              <a:buChar char="●"/>
            </a:pPr>
            <a:r>
              <a:rPr lang="es-CL" sz="3000"/>
              <a:t>Optimiza las operaciones de TI de una organización suscribiéndose únicamente a los servicios necesarios.</a:t>
            </a:r>
            <a:endParaRPr sz="3000"/>
          </a:p>
          <a:p>
            <a:pPr indent="-330200" lvl="0" marL="457200" rtl="0" algn="l">
              <a:lnSpc>
                <a:spcPct val="115000"/>
              </a:lnSpc>
              <a:spcBef>
                <a:spcPts val="0"/>
              </a:spcBef>
              <a:spcAft>
                <a:spcPts val="0"/>
              </a:spcAft>
              <a:buClr>
                <a:schemeClr val="dk1"/>
              </a:buClr>
              <a:buSzPts val="1600"/>
              <a:buChar char="●"/>
            </a:pPr>
            <a:r>
              <a:rPr lang="es-CL" sz="3000"/>
              <a:t>Elimina o reduce la necesidad de equipos, mantenimiento y administración de TI en las instalaciones.</a:t>
            </a:r>
            <a:endParaRPr sz="3000"/>
          </a:p>
          <a:p>
            <a:pPr indent="-330200" lvl="0" marL="457200" rtl="0" algn="l">
              <a:lnSpc>
                <a:spcPct val="115000"/>
              </a:lnSpc>
              <a:spcBef>
                <a:spcPts val="0"/>
              </a:spcBef>
              <a:spcAft>
                <a:spcPts val="0"/>
              </a:spcAft>
              <a:buClr>
                <a:schemeClr val="dk1"/>
              </a:buClr>
              <a:buSzPts val="1600"/>
              <a:buChar char="●"/>
            </a:pPr>
            <a:r>
              <a:rPr lang="es-CL" sz="3000"/>
              <a:t>Reduce el costo de equipos y energía, los requisitos físicos de la planta y las necesidades de capacitación del personal.</a:t>
            </a:r>
            <a:endParaRPr sz="3000"/>
          </a:p>
          <a:p>
            <a:pPr indent="-330200" lvl="0" marL="457200" rtl="0" algn="l">
              <a:lnSpc>
                <a:spcPct val="115000"/>
              </a:lnSpc>
              <a:spcBef>
                <a:spcPts val="0"/>
              </a:spcBef>
              <a:spcAft>
                <a:spcPts val="0"/>
              </a:spcAft>
              <a:buClr>
                <a:schemeClr val="dk1"/>
              </a:buClr>
              <a:buSzPts val="1600"/>
              <a:buChar char="●"/>
            </a:pPr>
            <a:r>
              <a:rPr lang="es-CL" sz="3000"/>
              <a:t>Permite respuestas rápidas a los crecientes requisitos de volumen de datos.</a:t>
            </a:r>
            <a:endParaRPr sz="3000"/>
          </a:p>
          <a:p>
            <a:pPr indent="0" lvl="0" marL="0" marR="0" rtl="0" algn="ctr">
              <a:lnSpc>
                <a:spcPct val="100000"/>
              </a:lnSpc>
              <a:spcBef>
                <a:spcPts val="1200"/>
              </a:spcBef>
              <a:spcAft>
                <a:spcPts val="0"/>
              </a:spcAft>
              <a:buClr>
                <a:srgbClr val="000000"/>
              </a:buClr>
              <a:buSzPts val="3200"/>
              <a:buFont typeface="Arial"/>
              <a:buNone/>
            </a:pPr>
            <a:r>
              <a:t/>
            </a:r>
            <a:endParaRPr sz="2500"/>
          </a:p>
          <a:p>
            <a:pPr indent="0" lvl="0" marL="0" marR="0" rtl="0" algn="ctr">
              <a:lnSpc>
                <a:spcPct val="100000"/>
              </a:lnSpc>
              <a:spcBef>
                <a:spcPts val="0"/>
              </a:spcBef>
              <a:spcAft>
                <a:spcPts val="0"/>
              </a:spcAft>
              <a:buClr>
                <a:srgbClr val="000000"/>
              </a:buClr>
              <a:buSzPts val="3200"/>
              <a:buFont typeface="Arial"/>
              <a:buNone/>
            </a:pPr>
            <a:r>
              <a:t/>
            </a:r>
            <a:endParaRPr sz="2500"/>
          </a:p>
          <a:p>
            <a:pPr indent="0" lvl="0" marL="0" marR="0" rtl="0" algn="ctr">
              <a:lnSpc>
                <a:spcPct val="100000"/>
              </a:lnSpc>
              <a:spcBef>
                <a:spcPts val="0"/>
              </a:spcBef>
              <a:spcAft>
                <a:spcPts val="0"/>
              </a:spcAft>
              <a:buClr>
                <a:srgbClr val="000000"/>
              </a:buClr>
              <a:buSzPts val="3200"/>
              <a:buFont typeface="Arial"/>
              <a:buNone/>
            </a:pPr>
            <a:r>
              <a:t/>
            </a:r>
            <a:endParaRPr sz="2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13589118850_1_151"/>
          <p:cNvSpPr txBox="1"/>
          <p:nvPr>
            <p:ph type="title"/>
          </p:nvPr>
        </p:nvSpPr>
        <p:spPr>
          <a:xfrm>
            <a:off x="864790" y="7778794"/>
            <a:ext cx="6048300" cy="26043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SzPts val="7300"/>
              <a:buNone/>
            </a:pPr>
            <a:r>
              <a:rPr b="0" lang="es-CL" sz="6400">
                <a:latin typeface="Calibri"/>
                <a:ea typeface="Calibri"/>
                <a:cs typeface="Calibri"/>
                <a:sym typeface="Calibri"/>
              </a:rPr>
              <a:t>Seguridad de la comunicación IoT</a:t>
            </a:r>
            <a:endParaRPr b="0" sz="6400"/>
          </a:p>
          <a:p>
            <a:pPr indent="0" lvl="0" marL="0" rtl="0" algn="l">
              <a:lnSpc>
                <a:spcPct val="100000"/>
              </a:lnSpc>
              <a:spcBef>
                <a:spcPts val="0"/>
              </a:spcBef>
              <a:spcAft>
                <a:spcPts val="0"/>
              </a:spcAft>
              <a:buSzPts val="14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13589118850_1_5"/>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Seguridad</a:t>
            </a:r>
            <a:endParaRPr>
              <a:solidFill>
                <a:schemeClr val="lt1"/>
              </a:solidFill>
            </a:endParaRPr>
          </a:p>
        </p:txBody>
      </p:sp>
      <p:sp>
        <p:nvSpPr>
          <p:cNvPr id="327" name="Google Shape;327;g13589118850_1_5"/>
          <p:cNvSpPr/>
          <p:nvPr/>
        </p:nvSpPr>
        <p:spPr>
          <a:xfrm>
            <a:off x="898600" y="2211858"/>
            <a:ext cx="18306600" cy="15642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Clr>
                <a:srgbClr val="000000"/>
              </a:buClr>
              <a:buSzPts val="3200"/>
              <a:buFont typeface="Arial"/>
              <a:buNone/>
            </a:pPr>
            <a:r>
              <a:rPr lang="es-CL" sz="3200">
                <a:latin typeface="Calibri"/>
                <a:ea typeface="Calibri"/>
                <a:cs typeface="Calibri"/>
                <a:sym typeface="Calibri"/>
              </a:rPr>
              <a:t>Los dispositivos IoT son cada vez más comunes en nuestra vida cotidiana. A medida que la IoT se integra cada vez más en las actividades diarias de las personas, los dispositivos manejan más datos confidenciales. La información personal relacionada con la salud, la ubicación, los recursos, las preferencias personales y las conductas pasan por los dispositivos de IoT en grandes volúmenes. Este aumento del volumen eleva la importancia del incremento de la atención brindada a la privacidad y la protección de los datos.  </a:t>
            </a:r>
            <a:endParaRPr i="0" sz="2800" u="none" cap="none" strike="noStrike">
              <a:solidFill>
                <a:srgbClr val="000000"/>
              </a:solidFill>
            </a:endParaRPr>
          </a:p>
        </p:txBody>
      </p:sp>
      <p:pic>
        <p:nvPicPr>
          <p:cNvPr id="328" name="Google Shape;328;g13589118850_1_5"/>
          <p:cNvPicPr preferRelativeResize="0"/>
          <p:nvPr/>
        </p:nvPicPr>
        <p:blipFill>
          <a:blip r:embed="rId3">
            <a:alphaModFix/>
          </a:blip>
          <a:stretch>
            <a:fillRect/>
          </a:stretch>
        </p:blipFill>
        <p:spPr>
          <a:xfrm>
            <a:off x="4157075" y="5245375"/>
            <a:ext cx="7761574" cy="572252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1343706a5ce_0_1667"/>
          <p:cNvSpPr txBox="1"/>
          <p:nvPr>
            <p:ph type="title"/>
          </p:nvPr>
        </p:nvSpPr>
        <p:spPr>
          <a:xfrm>
            <a:off x="1321990" y="82359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¿Qué hemos aprendido hoy?</a:t>
            </a:r>
            <a:endParaRPr/>
          </a:p>
        </p:txBody>
      </p:sp>
      <p:sp>
        <p:nvSpPr>
          <p:cNvPr id="334" name="Google Shape;334;g1343706a5ce_0_1667"/>
          <p:cNvSpPr txBox="1"/>
          <p:nvPr>
            <p:ph idx="1" type="body"/>
          </p:nvPr>
        </p:nvSpPr>
        <p:spPr>
          <a:xfrm>
            <a:off x="8314271" y="8170445"/>
            <a:ext cx="11193600" cy="1723800"/>
          </a:xfrm>
          <a:prstGeom prst="rect">
            <a:avLst/>
          </a:prstGeom>
          <a:noFill/>
          <a:ln>
            <a:noFill/>
          </a:ln>
        </p:spPr>
        <p:txBody>
          <a:bodyPr anchorCtr="0" anchor="t" bIns="0" lIns="0" spcFirstLastPara="1" rIns="0" wrap="square" tIns="0">
            <a:spAutoFit/>
          </a:bodyPr>
          <a:lstStyle/>
          <a:p>
            <a:pPr indent="-406400" lvl="0" marL="457200" rtl="0" algn="l">
              <a:lnSpc>
                <a:spcPct val="100000"/>
              </a:lnSpc>
              <a:spcBef>
                <a:spcPts val="0"/>
              </a:spcBef>
              <a:spcAft>
                <a:spcPts val="0"/>
              </a:spcAft>
              <a:buSzPts val="2800"/>
              <a:buChar char="●"/>
            </a:pPr>
            <a:r>
              <a:rPr lang="es-CL" sz="2800"/>
              <a:t>Como se define una arquitectura IoT</a:t>
            </a:r>
            <a:endParaRPr sz="2800"/>
          </a:p>
          <a:p>
            <a:pPr indent="-406400" lvl="0" marL="457200" rtl="0" algn="l">
              <a:lnSpc>
                <a:spcPct val="100000"/>
              </a:lnSpc>
              <a:spcBef>
                <a:spcPts val="0"/>
              </a:spcBef>
              <a:spcAft>
                <a:spcPts val="0"/>
              </a:spcAft>
              <a:buSzPts val="2800"/>
              <a:buChar char="●"/>
            </a:pPr>
            <a:r>
              <a:rPr lang="es-CL" sz="2800"/>
              <a:t>Componentes de la comunicación IoT</a:t>
            </a:r>
            <a:endParaRPr sz="2800"/>
          </a:p>
          <a:p>
            <a:pPr indent="-406400" lvl="0" marL="457200" rtl="0" algn="l">
              <a:lnSpc>
                <a:spcPct val="100000"/>
              </a:lnSpc>
              <a:spcBef>
                <a:spcPts val="0"/>
              </a:spcBef>
              <a:spcAft>
                <a:spcPts val="0"/>
              </a:spcAft>
              <a:buSzPts val="2800"/>
              <a:buChar char="●"/>
            </a:pPr>
            <a:r>
              <a:rPr lang="es-CL" sz="2800"/>
              <a:t>Protocolos de conexión inalámbricas</a:t>
            </a:r>
            <a:endParaRPr sz="2800"/>
          </a:p>
          <a:p>
            <a:pPr indent="-406400" lvl="0" marL="457200" rtl="0" algn="l">
              <a:lnSpc>
                <a:spcPct val="100000"/>
              </a:lnSpc>
              <a:spcBef>
                <a:spcPts val="0"/>
              </a:spcBef>
              <a:spcAft>
                <a:spcPts val="0"/>
              </a:spcAft>
              <a:buSzPts val="2800"/>
              <a:buChar char="●"/>
            </a:pPr>
            <a:r>
              <a:rPr lang="es-CL" sz="2800"/>
              <a:t>Conceptos de seguridad</a:t>
            </a:r>
            <a:endParaRPr sz="2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133e68395f5_0_513"/>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Bibliografía</a:t>
            </a:r>
            <a:endParaRPr/>
          </a:p>
        </p:txBody>
      </p:sp>
      <p:pic>
        <p:nvPicPr>
          <p:cNvPr id="340" name="Google Shape;340;g133e68395f5_0_513"/>
          <p:cNvPicPr preferRelativeResize="0"/>
          <p:nvPr/>
        </p:nvPicPr>
        <p:blipFill rotWithShape="1">
          <a:blip r:embed="rId3">
            <a:alphaModFix/>
          </a:blip>
          <a:srcRect b="0" l="0" r="0" t="0"/>
          <a:stretch/>
        </p:blipFill>
        <p:spPr>
          <a:xfrm>
            <a:off x="1427520" y="4845981"/>
            <a:ext cx="1031738" cy="562610"/>
          </a:xfrm>
          <a:prstGeom prst="rect">
            <a:avLst/>
          </a:prstGeom>
          <a:noFill/>
          <a:ln>
            <a:noFill/>
          </a:ln>
        </p:spPr>
      </p:pic>
      <p:sp>
        <p:nvSpPr>
          <p:cNvPr id="341" name="Google Shape;341;g133e68395f5_0_513"/>
          <p:cNvSpPr txBox="1"/>
          <p:nvPr/>
        </p:nvSpPr>
        <p:spPr>
          <a:xfrm>
            <a:off x="2984950" y="4273450"/>
            <a:ext cx="16257600" cy="4211700"/>
          </a:xfrm>
          <a:prstGeom prst="rect">
            <a:avLst/>
          </a:prstGeom>
          <a:noFill/>
          <a:ln>
            <a:noFill/>
          </a:ln>
        </p:spPr>
        <p:txBody>
          <a:bodyPr anchorCtr="0" anchor="t" bIns="0" lIns="0" spcFirstLastPara="1" rIns="0" wrap="square" tIns="91425">
            <a:spAutoFit/>
          </a:bodyPr>
          <a:lstStyle/>
          <a:p>
            <a:pPr indent="0" lvl="0" marL="0" marR="0" rtl="0" algn="l">
              <a:lnSpc>
                <a:spcPct val="90000"/>
              </a:lnSpc>
              <a:spcBef>
                <a:spcPts val="0"/>
              </a:spcBef>
              <a:spcAft>
                <a:spcPts val="0"/>
              </a:spcAft>
              <a:buClr>
                <a:schemeClr val="dk1"/>
              </a:buClr>
              <a:buSzPts val="1100"/>
              <a:buFont typeface="Arial"/>
              <a:buNone/>
            </a:pPr>
            <a:r>
              <a:rPr b="1" i="0" lang="es-CL" sz="2250" u="none" cap="none" strike="noStrike">
                <a:solidFill>
                  <a:schemeClr val="dk1"/>
                </a:solidFill>
                <a:latin typeface="Arial"/>
                <a:ea typeface="Arial"/>
                <a:cs typeface="Arial"/>
                <a:sym typeface="Arial"/>
              </a:rPr>
              <a:t>2.2.1 Yáñez, F. (2017). Las 20 tecnologías clave de la industria 4.0: El camino hacia la fábrica del futuro. Leipzig: Amazon distribution.</a:t>
            </a:r>
            <a:endParaRPr b="1" i="0" sz="225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100"/>
              <a:buFont typeface="Arial"/>
              <a:buNone/>
            </a:pPr>
            <a:r>
              <a:t/>
            </a:r>
            <a:endParaRPr b="1" i="0" sz="225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100"/>
              <a:buFont typeface="Arial"/>
              <a:buNone/>
            </a:pPr>
            <a:r>
              <a:rPr b="1" i="0" lang="es-CL" sz="2250" u="none" cap="none" strike="noStrike">
                <a:solidFill>
                  <a:schemeClr val="dk1"/>
                </a:solidFill>
                <a:latin typeface="Arial"/>
                <a:ea typeface="Arial"/>
                <a:cs typeface="Arial"/>
                <a:sym typeface="Arial"/>
              </a:rPr>
              <a:t>R. Weinstein, "RFID: a technical overview and its application to the enterprise," in IT Professional, vol. 7, no. 3, pp. 27-33, May-June 2005, doi: 10.1109/MITP.2005.69.</a:t>
            </a:r>
            <a:endParaRPr b="0" i="0" sz="115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100"/>
              <a:buFont typeface="Arial"/>
              <a:buNone/>
            </a:pPr>
            <a:r>
              <a:t/>
            </a:r>
            <a:endParaRPr b="1" i="0" sz="225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3600"/>
              <a:buFont typeface="Arial"/>
              <a:buNone/>
            </a:pPr>
            <a:r>
              <a:t/>
            </a:r>
            <a:endParaRPr b="1" i="0" sz="225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3600"/>
              <a:buFont typeface="Arial"/>
              <a:buNone/>
            </a:pPr>
            <a:r>
              <a:t/>
            </a:r>
            <a:endParaRPr b="1" i="0" sz="2250" u="sng"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3600"/>
              <a:buFont typeface="Arial"/>
              <a:buNone/>
            </a:pPr>
            <a:r>
              <a:t/>
            </a:r>
            <a:endParaRPr b="0" i="0" sz="22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4900"/>
              <a:buFont typeface="Arial"/>
              <a:buNone/>
            </a:pPr>
            <a:r>
              <a:t/>
            </a:r>
            <a:endParaRPr b="1" i="0" sz="4900" u="none" cap="none" strike="noStrike">
              <a:solidFill>
                <a:srgbClr val="9EA4A8"/>
              </a:solidFill>
              <a:latin typeface="Arial"/>
              <a:ea typeface="Arial"/>
              <a:cs typeface="Arial"/>
              <a:sym typeface="Arial"/>
            </a:endParaRPr>
          </a:p>
          <a:p>
            <a:pPr indent="0" lvl="0" marL="46355" marR="5080" rtl="0" algn="l">
              <a:lnSpc>
                <a:spcPct val="101499"/>
              </a:lnSpc>
              <a:spcBef>
                <a:spcPts val="345"/>
              </a:spcBef>
              <a:spcAft>
                <a:spcPts val="0"/>
              </a:spcAft>
              <a:buClr>
                <a:srgbClr val="000000"/>
              </a:buClr>
              <a:buSzPts val="3350"/>
              <a:buFont typeface="Arial"/>
              <a:buNone/>
            </a:pPr>
            <a:r>
              <a:t/>
            </a:r>
            <a:endParaRPr b="1" i="0" sz="33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2021-04-02T01:36:00Z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2021-03-30T00:00:00Z</vt:filetime>
  </property>
  <property fmtid="{D5CDD505-2E9C-101B-9397-08002B2CF9AE}" pid="3" name="Creator">
    <vt:lpwstr>Adobe Illustrator 25.2 (Macintosh)</vt:lpwstr>
  </property>
  <property fmtid="{D5CDD505-2E9C-101B-9397-08002B2CF9AE}" pid="4" name="LastSaved">
    <vt:filetime>2021-04-02T00:00:00Z</vt:filetime>
  </property>
  <property fmtid="{D5CDD505-2E9C-101B-9397-08002B2CF9AE}" pid="5" name="ContentTypeId">
    <vt:lpwstr>0x010100359B225CE7CAA348A8B4C04C4EBDCC19</vt:lpwstr>
  </property>
</Properties>
</file>
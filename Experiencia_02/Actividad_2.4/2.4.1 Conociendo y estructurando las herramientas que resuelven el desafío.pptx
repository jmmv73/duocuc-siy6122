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6" r:id="rId5"/>
    <p:sldMasterId id="2147483669" r:id="rId6"/>
    <p:sldMasterId id="214748368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0" r:id="rId43"/>
    <p:sldId id="291" r:id="rId44"/>
    <p:sldId id="292" r:id="rId45"/>
    <p:sldId id="293" r:id="rId46"/>
    <p:sldId id="294" r:id="rId47"/>
    <p:sldId id="295" r:id="rId48"/>
  </p:sldIdLst>
  <p:sldSz cy="11309350" cx="20104100"/>
  <p:notesSz cx="20104100" cy="11309350"/>
  <p:embeddedFontLst>
    <p:embeddedFont>
      <p:font typeface="Roboto Mono"/>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A4A3A4"/>
          </p15:clr>
        </p15:guide>
        <p15:guide id="2" pos="2160">
          <p15:clr>
            <a:srgbClr val="A4A3A4"/>
          </p15:clr>
        </p15:guide>
      </p15:sldGuideLst>
    </p:ext>
    <p:ext uri="http://customooxmlschemas.google.com/">
      <go:slidesCustomData xmlns:go="http://customooxmlschemas.google.com/" r:id="rId53" roundtripDataSignature="AMtx7miAOf1OU1LqQdn9g9SLbnSq2z8x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2.xml"/><Relationship Id="rId42" Type="http://schemas.openxmlformats.org/officeDocument/2006/relationships/slide" Target="slides/slide34.xml"/><Relationship Id="rId41" Type="http://schemas.openxmlformats.org/officeDocument/2006/relationships/slide" Target="slides/slide33.xml"/><Relationship Id="rId44" Type="http://schemas.openxmlformats.org/officeDocument/2006/relationships/slide" Target="slides/slide36.xml"/><Relationship Id="rId43" Type="http://schemas.openxmlformats.org/officeDocument/2006/relationships/slide" Target="slides/slide35.xml"/><Relationship Id="rId46" Type="http://schemas.openxmlformats.org/officeDocument/2006/relationships/slide" Target="slides/slide38.xml"/><Relationship Id="rId45" Type="http://schemas.openxmlformats.org/officeDocument/2006/relationships/slide" Target="slides/slide37.xml"/><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48" Type="http://schemas.openxmlformats.org/officeDocument/2006/relationships/slide" Target="slides/slide40.xml"/><Relationship Id="rId47" Type="http://schemas.openxmlformats.org/officeDocument/2006/relationships/slide" Target="slides/slide39.xml"/><Relationship Id="rId49" Type="http://schemas.openxmlformats.org/officeDocument/2006/relationships/font" Target="fonts/RobotoMono-regular.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31" Type="http://schemas.openxmlformats.org/officeDocument/2006/relationships/slide" Target="slides/slide23.xml"/><Relationship Id="rId30" Type="http://schemas.openxmlformats.org/officeDocument/2006/relationships/slide" Target="slides/slide22.xml"/><Relationship Id="rId33" Type="http://schemas.openxmlformats.org/officeDocument/2006/relationships/slide" Target="slides/slide25.xml"/><Relationship Id="rId32" Type="http://schemas.openxmlformats.org/officeDocument/2006/relationships/slide" Target="slides/slide24.xml"/><Relationship Id="rId35" Type="http://schemas.openxmlformats.org/officeDocument/2006/relationships/slide" Target="slides/slide27.xml"/><Relationship Id="rId34" Type="http://schemas.openxmlformats.org/officeDocument/2006/relationships/slide" Target="slides/slide26.xml"/><Relationship Id="rId37" Type="http://schemas.openxmlformats.org/officeDocument/2006/relationships/slide" Target="slides/slide29.xml"/><Relationship Id="rId36" Type="http://schemas.openxmlformats.org/officeDocument/2006/relationships/slide" Target="slides/slide28.xml"/><Relationship Id="rId39" Type="http://schemas.openxmlformats.org/officeDocument/2006/relationships/slide" Target="slides/slide31.xml"/><Relationship Id="rId38" Type="http://schemas.openxmlformats.org/officeDocument/2006/relationships/slide" Target="slides/slide30.xml"/><Relationship Id="rId20" Type="http://schemas.openxmlformats.org/officeDocument/2006/relationships/slide" Target="slides/slide12.xml"/><Relationship Id="rId22" Type="http://schemas.openxmlformats.org/officeDocument/2006/relationships/slide" Target="slides/slide14.xml"/><Relationship Id="rId21" Type="http://schemas.openxmlformats.org/officeDocument/2006/relationships/slide" Target="slides/slide13.xml"/><Relationship Id="rId24" Type="http://schemas.openxmlformats.org/officeDocument/2006/relationships/slide" Target="slides/slide16.xml"/><Relationship Id="rId23" Type="http://schemas.openxmlformats.org/officeDocument/2006/relationships/slide" Target="slides/slide15.xml"/><Relationship Id="rId26" Type="http://schemas.openxmlformats.org/officeDocument/2006/relationships/slide" Target="slides/slide18.xml"/><Relationship Id="rId25" Type="http://schemas.openxmlformats.org/officeDocument/2006/relationships/slide" Target="slides/slide17.xml"/><Relationship Id="rId28" Type="http://schemas.openxmlformats.org/officeDocument/2006/relationships/slide" Target="slides/slide20.xml"/><Relationship Id="rId27" Type="http://schemas.openxmlformats.org/officeDocument/2006/relationships/slide" Target="slides/slide19.xml"/><Relationship Id="rId29" Type="http://schemas.openxmlformats.org/officeDocument/2006/relationships/slide" Target="slides/slide21.xml"/><Relationship Id="rId51" Type="http://schemas.openxmlformats.org/officeDocument/2006/relationships/font" Target="fonts/RobotoMono-italic.fntdata"/><Relationship Id="rId50" Type="http://schemas.openxmlformats.org/officeDocument/2006/relationships/font" Target="fonts/RobotoMono-bold.fntdata"/><Relationship Id="rId53" Type="http://customschemas.google.com/relationships/presentationmetadata" Target="metadata"/><Relationship Id="rId52" Type="http://schemas.openxmlformats.org/officeDocument/2006/relationships/font" Target="fonts/RobotoMono-boldItalic.fntdata"/><Relationship Id="rId11" Type="http://schemas.openxmlformats.org/officeDocument/2006/relationships/slide" Target="slides/slide3.xml"/><Relationship Id="rId10" Type="http://schemas.openxmlformats.org/officeDocument/2006/relationships/slide" Target="slides/slide2.xml"/><Relationship Id="rId13" Type="http://schemas.openxmlformats.org/officeDocument/2006/relationships/slide" Target="slides/slide5.xml"/><Relationship Id="rId12" Type="http://schemas.openxmlformats.org/officeDocument/2006/relationships/slide" Target="slides/slide4.xml"/><Relationship Id="rId15" Type="http://schemas.openxmlformats.org/officeDocument/2006/relationships/slide" Target="slides/slide7.xml"/><Relationship Id="rId14" Type="http://schemas.openxmlformats.org/officeDocument/2006/relationships/slide" Target="slides/slide6.xml"/><Relationship Id="rId17" Type="http://schemas.openxmlformats.org/officeDocument/2006/relationships/slide" Target="slides/slide9.xml"/><Relationship Id="rId16" Type="http://schemas.openxmlformats.org/officeDocument/2006/relationships/slide" Target="slides/slide8.xml"/><Relationship Id="rId19" Type="http://schemas.openxmlformats.org/officeDocument/2006/relationships/slide" Target="slides/slide11.xml"/><Relationship Id="rId18"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1: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2" name="Google Shape;272;p1: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g133e68395f5_0_46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9" name="Google Shape;279;g133e68395f5_0_46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13471021aad_1_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87" name="Google Shape;287;g13471021aad_1_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7:notes"/>
          <p:cNvSpPr txBox="1"/>
          <p:nvPr>
            <p:ph idx="1" type="body"/>
          </p:nvPr>
        </p:nvSpPr>
        <p:spPr>
          <a:xfrm>
            <a:off x="2010400" y="5371925"/>
            <a:ext cx="16083275"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5" name="Google Shape;295;p7:notes"/>
          <p:cNvSpPr/>
          <p:nvPr>
            <p:ph idx="2" type="sldImg"/>
          </p:nvPr>
        </p:nvSpPr>
        <p:spPr>
          <a:xfrm>
            <a:off x="3351350" y="848200"/>
            <a:ext cx="13403400" cy="4241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3471021aad_1_1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0" name="Google Shape;300;g13471021aad_1_1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471021aad_1_29: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0" name="Google Shape;310;g13471021aad_1_2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3471021aad_1_39: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17" name="Google Shape;317;g13471021aad_1_3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3471021aad_1_74: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5" name="Google Shape;325;g13471021aad_1_7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3471021aad_1_4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3" name="Google Shape;333;g13471021aad_1_4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3471021aad_1_5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1" name="Google Shape;341;g13471021aad_1_5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7" name="Shape 347"/>
        <p:cNvGrpSpPr/>
        <p:nvPr/>
      </p:nvGrpSpPr>
      <p:grpSpPr>
        <a:xfrm>
          <a:off x="0" y="0"/>
          <a:ext cx="0" cy="0"/>
          <a:chOff x="0" y="0"/>
          <a:chExt cx="0" cy="0"/>
        </a:xfrm>
      </p:grpSpPr>
      <p:sp>
        <p:nvSpPr>
          <p:cNvPr id="348" name="Google Shape;348;g13471021aad_1_6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49" name="Google Shape;349;g13471021aad_1_6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13471021aad_1_6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7" name="Google Shape;357;g13471021aad_1_6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135a4ae4e1b_0_6: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5" name="Google Shape;365;g135a4ae4e1b_0_6: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135a4ae4e1b_0_10: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0" name="Google Shape;370;g135a4ae4e1b_0_10: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35a4ae4e1b_0_19: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8" name="Google Shape;378;g135a4ae4e1b_0_1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135a4ae4e1b_0_2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5" name="Google Shape;385;g135a4ae4e1b_0_2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135a4ae4e1b_0_34: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2" name="Google Shape;392;g135a4ae4e1b_0_3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135a4ae4e1b_0_4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9" name="Google Shape;399;g135a4ae4e1b_0_4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135a4ae4e1b_0_4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6" name="Google Shape;406;g135a4ae4e1b_0_4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135a4ae4e1b_0_51: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1" name="Google Shape;411;g135a4ae4e1b_0_51: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35a4ae4e1b_0_58: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8" name="Google Shape;418;g135a4ae4e1b_0_58: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3" name="Shape 423"/>
        <p:cNvGrpSpPr/>
        <p:nvPr/>
      </p:nvGrpSpPr>
      <p:grpSpPr>
        <a:xfrm>
          <a:off x="0" y="0"/>
          <a:ext cx="0" cy="0"/>
          <a:chOff x="0" y="0"/>
          <a:chExt cx="0" cy="0"/>
        </a:xfrm>
      </p:grpSpPr>
      <p:sp>
        <p:nvSpPr>
          <p:cNvPr id="424" name="Google Shape;424;g135a4ae4e1b_0_65: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25" name="Google Shape;425;g135a4ae4e1b_0_65: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135a4ae4e1b_0_75: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2" name="Google Shape;432;g135a4ae4e1b_0_75: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35a4ae4e1b_0_82: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39" name="Google Shape;439;g135a4ae4e1b_0_82: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135a4ae4e1b_0_89: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47" name="Google Shape;447;g135a4ae4e1b_0_89: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13471021aad_0_382: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52" name="Google Shape;452;g13471021aad_0_382: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3471021aad_0_388: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59" name="Google Shape;459;g13471021aad_0_388: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g13471021aad_0_394: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66" name="Google Shape;466;g13471021aad_0_394: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13547584bed_0_303: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72" name="Google Shape;472;g13547584bed_0_303: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13471021aad_0_399: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80" name="Google Shape;480;g13471021aad_0_399: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13471021aad_0_407: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88" name="Google Shape;488;g13471021aad_0_407: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13471021aad_0_414: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496" name="Google Shape;496;g13471021aad_0_414: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3471021aad_0_421: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04" name="Google Shape;504;g13471021aad_0_421: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3471021aad_0_428: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12" name="Google Shape;512;g13471021aad_0_428: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35a4ae4e1b_0_94: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0" name="Google Shape;520;g135a4ae4e1b_0_94: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13471021aad_0_439: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25" name="Google Shape;525;g13471021aad_0_439: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13471021aad_0_447: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32" name="Google Shape;532;g13471021aad_0_447: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7" name="Shape 537"/>
        <p:cNvGrpSpPr/>
        <p:nvPr/>
      </p:nvGrpSpPr>
      <p:grpSpPr>
        <a:xfrm>
          <a:off x="0" y="0"/>
          <a:ext cx="0" cy="0"/>
          <a:chOff x="0" y="0"/>
          <a:chExt cx="0" cy="0"/>
        </a:xfrm>
      </p:grpSpPr>
      <p:sp>
        <p:nvSpPr>
          <p:cNvPr id="538" name="Google Shape;538;g13471021aad_0_453:notes"/>
          <p:cNvSpPr txBox="1"/>
          <p:nvPr>
            <p:ph idx="1" type="body"/>
          </p:nvPr>
        </p:nvSpPr>
        <p:spPr>
          <a:xfrm>
            <a:off x="2010410" y="5371941"/>
            <a:ext cx="16083300" cy="5089200"/>
          </a:xfrm>
          <a:prstGeom prst="rect">
            <a:avLst/>
          </a:prstGeom>
          <a:noFill/>
          <a:ln>
            <a:noFill/>
          </a:ln>
        </p:spPr>
        <p:txBody>
          <a:bodyPr anchorCtr="0" anchor="t" bIns="216375" lIns="216375" spcFirstLastPara="1" rIns="216375" wrap="square" tIns="216375">
            <a:noAutofit/>
          </a:bodyPr>
          <a:lstStyle/>
          <a:p>
            <a:pPr indent="0" lvl="0" marL="0" rtl="0" algn="l">
              <a:lnSpc>
                <a:spcPct val="100000"/>
              </a:lnSpc>
              <a:spcBef>
                <a:spcPts val="0"/>
              </a:spcBef>
              <a:spcAft>
                <a:spcPts val="0"/>
              </a:spcAft>
              <a:buSzPts val="2600"/>
              <a:buNone/>
            </a:pPr>
            <a:r>
              <a:t/>
            </a:r>
            <a:endParaRPr/>
          </a:p>
        </p:txBody>
      </p:sp>
      <p:sp>
        <p:nvSpPr>
          <p:cNvPr id="539" name="Google Shape;539;g13471021aad_0_453:notes"/>
          <p:cNvSpPr/>
          <p:nvPr>
            <p:ph idx="2" type="sldImg"/>
          </p:nvPr>
        </p:nvSpPr>
        <p:spPr>
          <a:xfrm>
            <a:off x="1117522" y="848201"/>
            <a:ext cx="178692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343706a5ce_0_1667: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46" name="Google Shape;546;g1343706a5ce_0_1667: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0" name="Shape 550"/>
        <p:cNvGrpSpPr/>
        <p:nvPr/>
      </p:nvGrpSpPr>
      <p:grpSpPr>
        <a:xfrm>
          <a:off x="0" y="0"/>
          <a:ext cx="0" cy="0"/>
          <a:chOff x="0" y="0"/>
          <a:chExt cx="0" cy="0"/>
        </a:xfrm>
      </p:grpSpPr>
      <p:sp>
        <p:nvSpPr>
          <p:cNvPr id="551" name="Google Shape;551;g133e68395f5_0_513:notes"/>
          <p:cNvSpPr txBox="1"/>
          <p:nvPr>
            <p:ph idx="1" type="body"/>
          </p:nvPr>
        </p:nvSpPr>
        <p:spPr>
          <a:xfrm>
            <a:off x="2010400" y="5371925"/>
            <a:ext cx="16083300" cy="5089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52" name="Google Shape;552;g133e68395f5_0_513:notes"/>
          <p:cNvSpPr/>
          <p:nvPr>
            <p:ph idx="2" type="sldImg"/>
          </p:nvPr>
        </p:nvSpPr>
        <p:spPr>
          <a:xfrm>
            <a:off x="3351350" y="848200"/>
            <a:ext cx="13403400" cy="4241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2.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9.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 Id="rId3" Type="http://schemas.openxmlformats.org/officeDocument/2006/relationships/image" Target="../media/image10.png"/><Relationship Id="rId4" Type="http://schemas.openxmlformats.org/officeDocument/2006/relationships/image" Target="../media/image1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1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 Id="rId3" Type="http://schemas.openxmlformats.org/officeDocument/2006/relationships/image" Target="../media/image12.png"/><Relationship Id="rId4" Type="http://schemas.openxmlformats.org/officeDocument/2006/relationships/image" Target="../media/image1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 Id="rId3" Type="http://schemas.openxmlformats.org/officeDocument/2006/relationships/image" Target="../media/image12.png"/><Relationship Id="rId4" Type="http://schemas.openxmlformats.org/officeDocument/2006/relationships/image" Target="../media/image1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1" name="Shape 11"/>
        <p:cNvGrpSpPr/>
        <p:nvPr/>
      </p:nvGrpSpPr>
      <p:grpSpPr>
        <a:xfrm>
          <a:off x="0" y="0"/>
          <a:ext cx="0" cy="0"/>
          <a:chOff x="0" y="0"/>
          <a:chExt cx="0" cy="0"/>
        </a:xfrm>
      </p:grpSpPr>
      <p:pic>
        <p:nvPicPr>
          <p:cNvPr id="12" name="Google Shape;12;p9"/>
          <p:cNvPicPr preferRelativeResize="0"/>
          <p:nvPr/>
        </p:nvPicPr>
        <p:blipFill rotWithShape="1">
          <a:blip r:embed="rId2">
            <a:alphaModFix/>
          </a:blip>
          <a:srcRect b="0" l="0" r="0" t="0"/>
          <a:stretch/>
        </p:blipFill>
        <p:spPr>
          <a:xfrm>
            <a:off x="0" y="8255"/>
            <a:ext cx="20104100" cy="11308556"/>
          </a:xfrm>
          <a:prstGeom prst="rect">
            <a:avLst/>
          </a:prstGeom>
          <a:noFill/>
          <a:ln>
            <a:noFill/>
          </a:ln>
        </p:spPr>
      </p:pic>
      <p:sp>
        <p:nvSpPr>
          <p:cNvPr id="13" name="Google Shape;13;p9"/>
          <p:cNvSpPr/>
          <p:nvPr/>
        </p:nvSpPr>
        <p:spPr>
          <a:xfrm>
            <a:off x="5092767" y="7368222"/>
            <a:ext cx="10694670" cy="53340"/>
          </a:xfrm>
          <a:custGeom>
            <a:rect b="b" l="l" r="r" t="t"/>
            <a:pathLst>
              <a:path extrusionOk="0" h="53340" w="10694669">
                <a:moveTo>
                  <a:pt x="10667601" y="0"/>
                </a:moveTo>
                <a:lnTo>
                  <a:pt x="26606" y="0"/>
                </a:lnTo>
                <a:lnTo>
                  <a:pt x="16264" y="2097"/>
                </a:lnTo>
                <a:lnTo>
                  <a:pt x="7806" y="7809"/>
                </a:lnTo>
                <a:lnTo>
                  <a:pt x="2095" y="16269"/>
                </a:lnTo>
                <a:lnTo>
                  <a:pt x="0" y="26606"/>
                </a:lnTo>
                <a:lnTo>
                  <a:pt x="2095" y="36942"/>
                </a:lnTo>
                <a:lnTo>
                  <a:pt x="7806" y="45397"/>
                </a:lnTo>
                <a:lnTo>
                  <a:pt x="16264" y="51106"/>
                </a:lnTo>
                <a:lnTo>
                  <a:pt x="26606" y="53202"/>
                </a:lnTo>
                <a:lnTo>
                  <a:pt x="10667601" y="53202"/>
                </a:lnTo>
                <a:lnTo>
                  <a:pt x="10677937" y="51106"/>
                </a:lnTo>
                <a:lnTo>
                  <a:pt x="10686393" y="45397"/>
                </a:lnTo>
                <a:lnTo>
                  <a:pt x="10692102" y="36942"/>
                </a:lnTo>
                <a:lnTo>
                  <a:pt x="10694197" y="26606"/>
                </a:lnTo>
                <a:lnTo>
                  <a:pt x="10692102" y="16269"/>
                </a:lnTo>
                <a:lnTo>
                  <a:pt x="10686393" y="7809"/>
                </a:lnTo>
                <a:lnTo>
                  <a:pt x="10677937" y="2097"/>
                </a:lnTo>
                <a:lnTo>
                  <a:pt x="10667601" y="0"/>
                </a:lnTo>
                <a:close/>
              </a:path>
            </a:pathLst>
          </a:custGeom>
          <a:solidFill>
            <a:srgbClr val="FFFFFF"/>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4" name="Google Shape;14;p9"/>
          <p:cNvSpPr/>
          <p:nvPr/>
        </p:nvSpPr>
        <p:spPr>
          <a:xfrm>
            <a:off x="5092767" y="6322551"/>
            <a:ext cx="10694670" cy="1045671"/>
          </a:xfrm>
          <a:custGeom>
            <a:rect b="b" l="l" r="r" t="t"/>
            <a:pathLst>
              <a:path extrusionOk="0" h="1025525" w="10694669">
                <a:moveTo>
                  <a:pt x="10694197" y="0"/>
                </a:moveTo>
                <a:lnTo>
                  <a:pt x="0" y="0"/>
                </a:lnTo>
                <a:lnTo>
                  <a:pt x="0" y="1025330"/>
                </a:lnTo>
                <a:lnTo>
                  <a:pt x="10694197" y="1025330"/>
                </a:lnTo>
                <a:lnTo>
                  <a:pt x="10694197"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 name="Google Shape;15;p9"/>
          <p:cNvSpPr txBox="1"/>
          <p:nvPr>
            <p:ph idx="1" type="body"/>
          </p:nvPr>
        </p:nvSpPr>
        <p:spPr>
          <a:xfrm>
            <a:off x="5138402" y="6401309"/>
            <a:ext cx="10649035" cy="830997"/>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54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6" name="Google Shape;16;p9"/>
          <p:cNvSpPr txBox="1"/>
          <p:nvPr>
            <p:ph idx="2" type="body"/>
          </p:nvPr>
        </p:nvSpPr>
        <p:spPr>
          <a:xfrm>
            <a:off x="4718050" y="5246439"/>
            <a:ext cx="11429999" cy="923330"/>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6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17" name="Google Shape;17;p9"/>
          <p:cNvSpPr txBox="1"/>
          <p:nvPr>
            <p:ph idx="3" type="body"/>
          </p:nvPr>
        </p:nvSpPr>
        <p:spPr>
          <a:xfrm>
            <a:off x="5092767" y="7676832"/>
            <a:ext cx="10694988" cy="492443"/>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sz="32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pic>
        <p:nvPicPr>
          <p:cNvPr id="18" name="Google Shape;18;p9"/>
          <p:cNvPicPr preferRelativeResize="0"/>
          <p:nvPr/>
        </p:nvPicPr>
        <p:blipFill rotWithShape="1">
          <a:blip r:embed="rId3">
            <a:alphaModFix/>
          </a:blip>
          <a:srcRect b="0" l="0" r="0" t="0"/>
          <a:stretch/>
        </p:blipFill>
        <p:spPr>
          <a:xfrm>
            <a:off x="7489667" y="8484983"/>
            <a:ext cx="6220794" cy="2046492"/>
          </a:xfrm>
          <a:prstGeom prst="rect">
            <a:avLst/>
          </a:prstGeom>
          <a:noFill/>
          <a:ln>
            <a:noFill/>
          </a:ln>
        </p:spPr>
      </p:pic>
      <p:pic>
        <p:nvPicPr>
          <p:cNvPr id="19" name="Google Shape;19;p9"/>
          <p:cNvPicPr preferRelativeResize="0"/>
          <p:nvPr/>
        </p:nvPicPr>
        <p:blipFill rotWithShape="1">
          <a:blip r:embed="rId4">
            <a:alphaModFix/>
          </a:blip>
          <a:srcRect b="0" l="0" r="0" t="0"/>
          <a:stretch/>
        </p:blipFill>
        <p:spPr>
          <a:xfrm>
            <a:off x="8210952" y="10282677"/>
            <a:ext cx="4224383" cy="83351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20" name="Shape 20"/>
        <p:cNvGrpSpPr/>
        <p:nvPr/>
      </p:nvGrpSpPr>
      <p:grpSpPr>
        <a:xfrm>
          <a:off x="0" y="0"/>
          <a:ext cx="0" cy="0"/>
          <a:chOff x="0" y="0"/>
          <a:chExt cx="0" cy="0"/>
        </a:xfrm>
      </p:grpSpPr>
      <p:pic>
        <p:nvPicPr>
          <p:cNvPr id="21" name="Google Shape;21;p13"/>
          <p:cNvPicPr preferRelativeResize="0"/>
          <p:nvPr/>
        </p:nvPicPr>
        <p:blipFill rotWithShape="1">
          <a:blip r:embed="rId2">
            <a:alphaModFix/>
          </a:blip>
          <a:srcRect b="0" l="0" r="0" t="0"/>
          <a:stretch/>
        </p:blipFill>
        <p:spPr>
          <a:xfrm>
            <a:off x="-1" y="0"/>
            <a:ext cx="20104101" cy="7407276"/>
          </a:xfrm>
          <a:prstGeom prst="rect">
            <a:avLst/>
          </a:prstGeom>
          <a:noFill/>
          <a:ln>
            <a:noFill/>
          </a:ln>
        </p:spPr>
      </p:pic>
      <p:sp>
        <p:nvSpPr>
          <p:cNvPr id="22" name="Google Shape;22;p13"/>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 name="Google Shape;23;p13"/>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24" name="Google Shape;24;p13"/>
          <p:cNvGrpSpPr/>
          <p:nvPr/>
        </p:nvGrpSpPr>
        <p:grpSpPr>
          <a:xfrm>
            <a:off x="19131280" y="10355374"/>
            <a:ext cx="445703" cy="598161"/>
            <a:chOff x="18406074" y="10234089"/>
            <a:chExt cx="445703" cy="598161"/>
          </a:xfrm>
        </p:grpSpPr>
        <p:sp>
          <p:nvSpPr>
            <p:cNvPr id="25" name="Google Shape;25;p13"/>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26" name="Google Shape;26;p13"/>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27" name="Google Shape;27;p13"/>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28" name="Google Shape;28;p13"/>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29" name="Google Shape;29;p13"/>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30" name="Google Shape;30;p13"/>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showMasterSp="0">
  <p:cSld name="Title and Content">
    <p:bg>
      <p:bgPr>
        <a:solidFill>
          <a:schemeClr val="lt1"/>
        </a:solidFill>
      </p:bgPr>
    </p:bg>
    <p:spTree>
      <p:nvGrpSpPr>
        <p:cNvPr id="31" name="Shape 31"/>
        <p:cNvGrpSpPr/>
        <p:nvPr/>
      </p:nvGrpSpPr>
      <p:grpSpPr>
        <a:xfrm>
          <a:off x="0" y="0"/>
          <a:ext cx="0" cy="0"/>
          <a:chOff x="0" y="0"/>
          <a:chExt cx="0" cy="0"/>
        </a:xfrm>
      </p:grpSpPr>
      <p:sp>
        <p:nvSpPr>
          <p:cNvPr id="32" name="Google Shape;32;p11"/>
          <p:cNvSpPr/>
          <p:nvPr/>
        </p:nvSpPr>
        <p:spPr>
          <a:xfrm>
            <a:off x="1" y="828729"/>
            <a:ext cx="4946650" cy="1168346"/>
          </a:xfrm>
          <a:prstGeom prst="rect">
            <a:avLst/>
          </a:prstGeom>
          <a:solidFill>
            <a:srgbClr val="317DE2"/>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33" name="Google Shape;33;p11"/>
          <p:cNvSpPr/>
          <p:nvPr/>
        </p:nvSpPr>
        <p:spPr>
          <a:xfrm>
            <a:off x="4998572" y="828729"/>
            <a:ext cx="152400" cy="1168346"/>
          </a:xfrm>
          <a:custGeom>
            <a:rect b="b" l="l" r="r" t="t"/>
            <a:pathLst>
              <a:path extrusionOk="0" h="6827520" w="53339">
                <a:moveTo>
                  <a:pt x="26606" y="0"/>
                </a:moveTo>
                <a:lnTo>
                  <a:pt x="16269" y="2095"/>
                </a:lnTo>
                <a:lnTo>
                  <a:pt x="7809" y="7806"/>
                </a:lnTo>
                <a:lnTo>
                  <a:pt x="2097" y="16264"/>
                </a:lnTo>
                <a:lnTo>
                  <a:pt x="0" y="26606"/>
                </a:lnTo>
                <a:lnTo>
                  <a:pt x="0" y="6800368"/>
                </a:lnTo>
                <a:lnTo>
                  <a:pt x="2097" y="6810704"/>
                </a:lnTo>
                <a:lnTo>
                  <a:pt x="7809" y="6819160"/>
                </a:lnTo>
                <a:lnTo>
                  <a:pt x="16269" y="6824869"/>
                </a:lnTo>
                <a:lnTo>
                  <a:pt x="26606" y="6826964"/>
                </a:lnTo>
                <a:lnTo>
                  <a:pt x="36943" y="6824869"/>
                </a:lnTo>
                <a:lnTo>
                  <a:pt x="45403" y="6819160"/>
                </a:lnTo>
                <a:lnTo>
                  <a:pt x="51115" y="6810704"/>
                </a:lnTo>
                <a:lnTo>
                  <a:pt x="53213" y="6800368"/>
                </a:lnTo>
                <a:lnTo>
                  <a:pt x="53213" y="26606"/>
                </a:lnTo>
                <a:lnTo>
                  <a:pt x="51115" y="16264"/>
                </a:lnTo>
                <a:lnTo>
                  <a:pt x="45403" y="7806"/>
                </a:lnTo>
                <a:lnTo>
                  <a:pt x="36943" y="2095"/>
                </a:lnTo>
                <a:lnTo>
                  <a:pt x="26606" y="0"/>
                </a:lnTo>
                <a:close/>
              </a:path>
            </a:pathLst>
          </a:custGeom>
          <a:solidFill>
            <a:srgbClr val="1A1A1A"/>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 name="Google Shape;34;p11"/>
          <p:cNvSpPr txBox="1"/>
          <p:nvPr>
            <p:ph idx="1" type="body"/>
          </p:nvPr>
        </p:nvSpPr>
        <p:spPr>
          <a:xfrm>
            <a:off x="574040" y="1258411"/>
            <a:ext cx="4343400" cy="1477328"/>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b="1" sz="4800">
                <a:solidFill>
                  <a:schemeClr val="dk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5" name="Google Shape;35;p11"/>
          <p:cNvSpPr txBox="1"/>
          <p:nvPr>
            <p:ph idx="2" type="body"/>
          </p:nvPr>
        </p:nvSpPr>
        <p:spPr>
          <a:xfrm>
            <a:off x="574675" y="2911475"/>
            <a:ext cx="4343400" cy="1231106"/>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sz="2000">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6" name="Google Shape;36;p11"/>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 name="Google Shape;37;p11"/>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38" name="Google Shape;38;p11"/>
          <p:cNvGrpSpPr/>
          <p:nvPr/>
        </p:nvGrpSpPr>
        <p:grpSpPr>
          <a:xfrm>
            <a:off x="19131280" y="10355374"/>
            <a:ext cx="445703" cy="598161"/>
            <a:chOff x="18406074" y="10234089"/>
            <a:chExt cx="445703" cy="598161"/>
          </a:xfrm>
        </p:grpSpPr>
        <p:sp>
          <p:nvSpPr>
            <p:cNvPr id="39" name="Google Shape;39;p11"/>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0" name="Google Shape;40;p11"/>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41" name="Google Shape;41;p11"/>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42" name="Shape 42"/>
        <p:cNvGrpSpPr/>
        <p:nvPr/>
      </p:nvGrpSpPr>
      <p:grpSpPr>
        <a:xfrm>
          <a:off x="0" y="0"/>
          <a:ext cx="0" cy="0"/>
          <a:chOff x="0" y="0"/>
          <a:chExt cx="0" cy="0"/>
        </a:xfrm>
      </p:grpSpPr>
      <p:pic>
        <p:nvPicPr>
          <p:cNvPr id="43" name="Google Shape;43;p12"/>
          <p:cNvPicPr preferRelativeResize="0"/>
          <p:nvPr/>
        </p:nvPicPr>
        <p:blipFill rotWithShape="1">
          <a:blip r:embed="rId2">
            <a:alphaModFix/>
          </a:blip>
          <a:srcRect b="0" l="0" r="0" t="0"/>
          <a:stretch/>
        </p:blipFill>
        <p:spPr>
          <a:xfrm>
            <a:off x="0" y="0"/>
            <a:ext cx="20104100" cy="7378258"/>
          </a:xfrm>
          <a:prstGeom prst="rect">
            <a:avLst/>
          </a:prstGeom>
          <a:noFill/>
          <a:ln>
            <a:noFill/>
          </a:ln>
        </p:spPr>
      </p:pic>
      <p:sp>
        <p:nvSpPr>
          <p:cNvPr id="44" name="Google Shape;44;p12"/>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5" name="Google Shape;45;p12"/>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46" name="Google Shape;46;p12"/>
          <p:cNvGrpSpPr/>
          <p:nvPr/>
        </p:nvGrpSpPr>
        <p:grpSpPr>
          <a:xfrm>
            <a:off x="19131280" y="10355374"/>
            <a:ext cx="445703" cy="598161"/>
            <a:chOff x="18406074" y="10234089"/>
            <a:chExt cx="445703" cy="598161"/>
          </a:xfrm>
        </p:grpSpPr>
        <p:sp>
          <p:nvSpPr>
            <p:cNvPr id="47" name="Google Shape;47;p12"/>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48" name="Google Shape;48;p12"/>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49" name="Google Shape;49;p12"/>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50" name="Google Shape;50;p12"/>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51" name="Google Shape;51;p12"/>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52" name="Google Shape;52;p12"/>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seño personalizado">
  <p:cSld name="Diseño personalizado">
    <p:spTree>
      <p:nvGrpSpPr>
        <p:cNvPr id="53" name="Shape 53"/>
        <p:cNvGrpSpPr/>
        <p:nvPr/>
      </p:nvGrpSpPr>
      <p:grpSpPr>
        <a:xfrm>
          <a:off x="0" y="0"/>
          <a:ext cx="0" cy="0"/>
          <a:chOff x="0" y="0"/>
          <a:chExt cx="0" cy="0"/>
        </a:xfrm>
      </p:grpSpPr>
      <p:sp>
        <p:nvSpPr>
          <p:cNvPr id="54" name="Google Shape;54;p10"/>
          <p:cNvSpPr/>
          <p:nvPr/>
        </p:nvSpPr>
        <p:spPr>
          <a:xfrm>
            <a:off x="14603006" y="1768475"/>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 name="Google Shape;55;p10"/>
          <p:cNvSpPr/>
          <p:nvPr/>
        </p:nvSpPr>
        <p:spPr>
          <a:xfrm>
            <a:off x="10415337" y="1768476"/>
            <a:ext cx="3392804" cy="7616568"/>
          </a:xfrm>
          <a:custGeom>
            <a:rect b="b" l="l" r="r" t="t"/>
            <a:pathLst>
              <a:path extrusionOk="0" h="7564755" w="3392805">
                <a:moveTo>
                  <a:pt x="3392671" y="0"/>
                </a:moveTo>
                <a:lnTo>
                  <a:pt x="0" y="0"/>
                </a:lnTo>
                <a:lnTo>
                  <a:pt x="0" y="7564701"/>
                </a:lnTo>
                <a:lnTo>
                  <a:pt x="3392671" y="7564701"/>
                </a:lnTo>
                <a:lnTo>
                  <a:pt x="339267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 name="Google Shape;56;p10"/>
          <p:cNvSpPr/>
          <p:nvPr/>
        </p:nvSpPr>
        <p:spPr>
          <a:xfrm>
            <a:off x="6347214" y="1813303"/>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 name="Google Shape;57;p10"/>
          <p:cNvSpPr/>
          <p:nvPr/>
        </p:nvSpPr>
        <p:spPr>
          <a:xfrm>
            <a:off x="2235659" y="1820288"/>
            <a:ext cx="3392804" cy="7564755"/>
          </a:xfrm>
          <a:custGeom>
            <a:rect b="b" l="l" r="r" t="t"/>
            <a:pathLst>
              <a:path extrusionOk="0" h="7564755" w="3392805">
                <a:moveTo>
                  <a:pt x="3392671" y="0"/>
                </a:moveTo>
                <a:lnTo>
                  <a:pt x="0" y="0"/>
                </a:lnTo>
                <a:lnTo>
                  <a:pt x="0" y="7564701"/>
                </a:lnTo>
                <a:lnTo>
                  <a:pt x="3392671" y="7564701"/>
                </a:lnTo>
                <a:lnTo>
                  <a:pt x="3392671" y="0"/>
                </a:lnTo>
                <a:close/>
              </a:path>
            </a:pathLst>
          </a:custGeom>
          <a:solidFill>
            <a:srgbClr val="317DE2"/>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 name="Google Shape;58;p10"/>
          <p:cNvSpPr txBox="1"/>
          <p:nvPr>
            <p:ph idx="1" type="body"/>
          </p:nvPr>
        </p:nvSpPr>
        <p:spPr>
          <a:xfrm>
            <a:off x="243205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59" name="Google Shape;59;p10"/>
          <p:cNvSpPr txBox="1"/>
          <p:nvPr>
            <p:ph idx="2" type="body"/>
          </p:nvPr>
        </p:nvSpPr>
        <p:spPr>
          <a:xfrm>
            <a:off x="243205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0" name="Google Shape;60;p10"/>
          <p:cNvSpPr txBox="1"/>
          <p:nvPr>
            <p:ph idx="3" type="body"/>
          </p:nvPr>
        </p:nvSpPr>
        <p:spPr>
          <a:xfrm>
            <a:off x="252090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1" name="Google Shape;61;p10"/>
          <p:cNvSpPr txBox="1"/>
          <p:nvPr>
            <p:ph idx="4" type="body"/>
          </p:nvPr>
        </p:nvSpPr>
        <p:spPr>
          <a:xfrm>
            <a:off x="6569873"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2" name="Google Shape;62;p10"/>
          <p:cNvSpPr txBox="1"/>
          <p:nvPr>
            <p:ph idx="5" type="body"/>
          </p:nvPr>
        </p:nvSpPr>
        <p:spPr>
          <a:xfrm>
            <a:off x="6569873"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3" name="Google Shape;63;p10"/>
          <p:cNvSpPr txBox="1"/>
          <p:nvPr>
            <p:ph idx="6" type="body"/>
          </p:nvPr>
        </p:nvSpPr>
        <p:spPr>
          <a:xfrm>
            <a:off x="6658730"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4" name="Google Shape;64;p10"/>
          <p:cNvSpPr txBox="1"/>
          <p:nvPr>
            <p:ph idx="7" type="body"/>
          </p:nvPr>
        </p:nvSpPr>
        <p:spPr>
          <a:xfrm>
            <a:off x="10642730"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5" name="Google Shape;65;p10"/>
          <p:cNvSpPr txBox="1"/>
          <p:nvPr>
            <p:ph idx="8" type="body"/>
          </p:nvPr>
        </p:nvSpPr>
        <p:spPr>
          <a:xfrm>
            <a:off x="10642730"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6" name="Google Shape;66;p10"/>
          <p:cNvSpPr txBox="1"/>
          <p:nvPr>
            <p:ph idx="9" type="body"/>
          </p:nvPr>
        </p:nvSpPr>
        <p:spPr>
          <a:xfrm>
            <a:off x="10731587"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7" name="Google Shape;67;p10"/>
          <p:cNvSpPr txBox="1"/>
          <p:nvPr>
            <p:ph idx="13" type="body"/>
          </p:nvPr>
        </p:nvSpPr>
        <p:spPr>
          <a:xfrm>
            <a:off x="14844104" y="4968875"/>
            <a:ext cx="3005299"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36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8" name="Google Shape;68;p10"/>
          <p:cNvSpPr txBox="1"/>
          <p:nvPr>
            <p:ph idx="14" type="body"/>
          </p:nvPr>
        </p:nvSpPr>
        <p:spPr>
          <a:xfrm>
            <a:off x="14844104" y="2200396"/>
            <a:ext cx="2955170" cy="2308324"/>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b="1" sz="15000">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69" name="Google Shape;69;p10"/>
          <p:cNvSpPr txBox="1"/>
          <p:nvPr>
            <p:ph idx="15" type="body"/>
          </p:nvPr>
        </p:nvSpPr>
        <p:spPr>
          <a:xfrm>
            <a:off x="14932961" y="5908547"/>
            <a:ext cx="2916442" cy="553998"/>
          </a:xfrm>
          <a:prstGeom prst="rect">
            <a:avLst/>
          </a:prstGeom>
          <a:noFill/>
          <a:ln>
            <a:noFill/>
          </a:ln>
        </p:spPr>
        <p:txBody>
          <a:bodyPr anchorCtr="0" anchor="t" bIns="0" lIns="0" spcFirstLastPara="1" rIns="0" wrap="square" tIns="0">
            <a:spAutoFit/>
          </a:bodyPr>
          <a:lstStyle>
            <a:lvl1pPr indent="-228600" lvl="0" marL="457200" algn="ctr">
              <a:lnSpc>
                <a:spcPct val="100000"/>
              </a:lnSpc>
              <a:spcBef>
                <a:spcPts val="0"/>
              </a:spcBef>
              <a:spcAft>
                <a:spcPts val="0"/>
              </a:spcAft>
              <a:buSzPts val="1400"/>
              <a:buNone/>
              <a:defRPr>
                <a:solidFill>
                  <a:schemeClr val="lt1"/>
                </a:solidFill>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70" name="Google Shape;70;p10"/>
          <p:cNvSpPr/>
          <p:nvPr/>
        </p:nvSpPr>
        <p:spPr>
          <a:xfrm>
            <a:off x="3579241"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1" name="Google Shape;71;p10"/>
          <p:cNvSpPr/>
          <p:nvPr/>
        </p:nvSpPr>
        <p:spPr>
          <a:xfrm>
            <a:off x="7667696"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 name="Google Shape;72;p10"/>
          <p:cNvSpPr/>
          <p:nvPr/>
        </p:nvSpPr>
        <p:spPr>
          <a:xfrm>
            <a:off x="15995650" y="573087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dk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 name="Google Shape;73;p10"/>
          <p:cNvSpPr/>
          <p:nvPr/>
        </p:nvSpPr>
        <p:spPr>
          <a:xfrm>
            <a:off x="11728450" y="5719885"/>
            <a:ext cx="751840" cy="60325"/>
          </a:xfrm>
          <a:custGeom>
            <a:rect b="b" l="l" r="r" t="t"/>
            <a:pathLst>
              <a:path extrusionOk="0" h="60325" w="751839">
                <a:moveTo>
                  <a:pt x="751281" y="0"/>
                </a:moveTo>
                <a:lnTo>
                  <a:pt x="0" y="0"/>
                </a:lnTo>
                <a:lnTo>
                  <a:pt x="0" y="23914"/>
                </a:lnTo>
                <a:lnTo>
                  <a:pt x="0" y="36068"/>
                </a:lnTo>
                <a:lnTo>
                  <a:pt x="0" y="60096"/>
                </a:lnTo>
                <a:lnTo>
                  <a:pt x="751281" y="60096"/>
                </a:lnTo>
                <a:lnTo>
                  <a:pt x="751281" y="36068"/>
                </a:lnTo>
                <a:lnTo>
                  <a:pt x="751281" y="23914"/>
                </a:lnTo>
                <a:lnTo>
                  <a:pt x="751281" y="0"/>
                </a:lnTo>
                <a:close/>
              </a:path>
            </a:pathLst>
          </a:custGeom>
          <a:solidFill>
            <a:schemeClr val="lt1"/>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 name="Google Shape;74;p10"/>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 name="Google Shape;75;p10"/>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76" name="Google Shape;76;p10"/>
          <p:cNvGrpSpPr/>
          <p:nvPr/>
        </p:nvGrpSpPr>
        <p:grpSpPr>
          <a:xfrm>
            <a:off x="19131280" y="10355374"/>
            <a:ext cx="445703" cy="598161"/>
            <a:chOff x="18406074" y="10234089"/>
            <a:chExt cx="445703" cy="598161"/>
          </a:xfrm>
        </p:grpSpPr>
        <p:sp>
          <p:nvSpPr>
            <p:cNvPr id="77" name="Google Shape;77;p10"/>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78" name="Google Shape;78;p10"/>
            <p:cNvPicPr preferRelativeResize="0"/>
            <p:nvPr/>
          </p:nvPicPr>
          <p:blipFill rotWithShape="1">
            <a:blip r:embed="rId2">
              <a:alphaModFix/>
            </a:blip>
            <a:srcRect b="0" l="0" r="0" t="0"/>
            <a:stretch/>
          </p:blipFill>
          <p:spPr>
            <a:xfrm>
              <a:off x="18739823" y="10234089"/>
              <a:ext cx="111954" cy="111944"/>
            </a:xfrm>
            <a:prstGeom prst="rect">
              <a:avLst/>
            </a:prstGeom>
            <a:noFill/>
            <a:ln>
              <a:noFill/>
            </a:ln>
          </p:spPr>
        </p:pic>
      </p:grpSp>
      <p:pic>
        <p:nvPicPr>
          <p:cNvPr id="79" name="Google Shape;79;p10"/>
          <p:cNvPicPr preferRelativeResize="0"/>
          <p:nvPr/>
        </p:nvPicPr>
        <p:blipFill rotWithShape="1">
          <a:blip r:embed="rId3">
            <a:alphaModFix/>
          </a:blip>
          <a:srcRect b="0" l="0" r="0" t="0"/>
          <a:stretch/>
        </p:blipFill>
        <p:spPr>
          <a:xfrm>
            <a:off x="12325995" y="10351817"/>
            <a:ext cx="4224383" cy="83351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80" name="Shape 80"/>
        <p:cNvGrpSpPr/>
        <p:nvPr/>
      </p:nvGrpSpPr>
      <p:grpSpPr>
        <a:xfrm>
          <a:off x="0" y="0"/>
          <a:ext cx="0" cy="0"/>
          <a:chOff x="0" y="0"/>
          <a:chExt cx="0" cy="0"/>
        </a:xfrm>
      </p:grpSpPr>
      <p:pic>
        <p:nvPicPr>
          <p:cNvPr id="81" name="Google Shape;81;p14"/>
          <p:cNvPicPr preferRelativeResize="0"/>
          <p:nvPr/>
        </p:nvPicPr>
        <p:blipFill rotWithShape="1">
          <a:blip r:embed="rId2">
            <a:alphaModFix/>
          </a:blip>
          <a:srcRect b="0" l="0" r="0" t="0"/>
          <a:stretch/>
        </p:blipFill>
        <p:spPr>
          <a:xfrm>
            <a:off x="0" y="-52196"/>
            <a:ext cx="20104100" cy="7520510"/>
          </a:xfrm>
          <a:prstGeom prst="rect">
            <a:avLst/>
          </a:prstGeom>
          <a:noFill/>
          <a:ln>
            <a:noFill/>
          </a:ln>
        </p:spPr>
      </p:pic>
      <p:sp>
        <p:nvSpPr>
          <p:cNvPr id="82" name="Google Shape;82;p14"/>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 name="Google Shape;83;p14"/>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84" name="Google Shape;84;p14"/>
          <p:cNvGrpSpPr/>
          <p:nvPr/>
        </p:nvGrpSpPr>
        <p:grpSpPr>
          <a:xfrm>
            <a:off x="19131280" y="10355374"/>
            <a:ext cx="445703" cy="598161"/>
            <a:chOff x="18406074" y="10234089"/>
            <a:chExt cx="445703" cy="598161"/>
          </a:xfrm>
        </p:grpSpPr>
        <p:sp>
          <p:nvSpPr>
            <p:cNvPr id="85" name="Google Shape;85;p14"/>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86" name="Google Shape;86;p14"/>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87" name="Google Shape;87;p14"/>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88" name="Google Shape;88;p14"/>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89" name="Google Shape;89;p14"/>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90" name="Google Shape;90;p14"/>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Diseño personalizado">
  <p:cSld name="1_Diseño personalizado">
    <p:spTree>
      <p:nvGrpSpPr>
        <p:cNvPr id="91" name="Shape 91"/>
        <p:cNvGrpSpPr/>
        <p:nvPr/>
      </p:nvGrpSpPr>
      <p:grpSpPr>
        <a:xfrm>
          <a:off x="0" y="0"/>
          <a:ext cx="0" cy="0"/>
          <a:chOff x="0" y="0"/>
          <a:chExt cx="0" cy="0"/>
        </a:xfrm>
      </p:grpSpPr>
      <p:pic>
        <p:nvPicPr>
          <p:cNvPr id="92" name="Google Shape;92;p15"/>
          <p:cNvPicPr preferRelativeResize="0"/>
          <p:nvPr/>
        </p:nvPicPr>
        <p:blipFill rotWithShape="1">
          <a:blip r:embed="rId2">
            <a:alphaModFix/>
          </a:blip>
          <a:srcRect b="0" l="0" r="0" t="0"/>
          <a:stretch/>
        </p:blipFill>
        <p:spPr>
          <a:xfrm>
            <a:off x="-1" y="-22225"/>
            <a:ext cx="20112123" cy="7534688"/>
          </a:xfrm>
          <a:prstGeom prst="rect">
            <a:avLst/>
          </a:prstGeom>
          <a:noFill/>
          <a:ln>
            <a:noFill/>
          </a:ln>
        </p:spPr>
      </p:pic>
      <p:sp>
        <p:nvSpPr>
          <p:cNvPr id="93" name="Google Shape;93;p15"/>
          <p:cNvSpPr/>
          <p:nvPr/>
        </p:nvSpPr>
        <p:spPr>
          <a:xfrm>
            <a:off x="16958625" y="10426287"/>
            <a:ext cx="1618615" cy="525145"/>
          </a:xfrm>
          <a:custGeom>
            <a:rect b="b" l="l" r="r" t="t"/>
            <a:pathLst>
              <a:path extrusionOk="0" h="525145" w="1618615">
                <a:moveTo>
                  <a:pt x="453097" y="247865"/>
                </a:moveTo>
                <a:lnTo>
                  <a:pt x="449186" y="196367"/>
                </a:lnTo>
                <a:lnTo>
                  <a:pt x="437921" y="151307"/>
                </a:lnTo>
                <a:lnTo>
                  <a:pt x="419925" y="112522"/>
                </a:lnTo>
                <a:lnTo>
                  <a:pt x="395884" y="79870"/>
                </a:lnTo>
                <a:lnTo>
                  <a:pt x="366445" y="53213"/>
                </a:lnTo>
                <a:lnTo>
                  <a:pt x="330708" y="31546"/>
                </a:lnTo>
                <a:lnTo>
                  <a:pt x="330708" y="251650"/>
                </a:lnTo>
                <a:lnTo>
                  <a:pt x="325094" y="307492"/>
                </a:lnTo>
                <a:lnTo>
                  <a:pt x="308851" y="352729"/>
                </a:lnTo>
                <a:lnTo>
                  <a:pt x="282892" y="387540"/>
                </a:lnTo>
                <a:lnTo>
                  <a:pt x="248132" y="412089"/>
                </a:lnTo>
                <a:lnTo>
                  <a:pt x="205486" y="426542"/>
                </a:lnTo>
                <a:lnTo>
                  <a:pt x="155841" y="431076"/>
                </a:lnTo>
                <a:lnTo>
                  <a:pt x="145161" y="431038"/>
                </a:lnTo>
                <a:lnTo>
                  <a:pt x="134264" y="430784"/>
                </a:lnTo>
                <a:lnTo>
                  <a:pt x="124079" y="430098"/>
                </a:lnTo>
                <a:lnTo>
                  <a:pt x="115519" y="428764"/>
                </a:lnTo>
                <a:lnTo>
                  <a:pt x="115519" y="93497"/>
                </a:lnTo>
                <a:lnTo>
                  <a:pt x="124383" y="91821"/>
                </a:lnTo>
                <a:lnTo>
                  <a:pt x="136080" y="90347"/>
                </a:lnTo>
                <a:lnTo>
                  <a:pt x="150622" y="89319"/>
                </a:lnTo>
                <a:lnTo>
                  <a:pt x="168008" y="88925"/>
                </a:lnTo>
                <a:lnTo>
                  <a:pt x="214909" y="93319"/>
                </a:lnTo>
                <a:lnTo>
                  <a:pt x="254800" y="106616"/>
                </a:lnTo>
                <a:lnTo>
                  <a:pt x="286994" y="128943"/>
                </a:lnTo>
                <a:lnTo>
                  <a:pt x="310832" y="160464"/>
                </a:lnTo>
                <a:lnTo>
                  <a:pt x="325628" y="201320"/>
                </a:lnTo>
                <a:lnTo>
                  <a:pt x="330708" y="251650"/>
                </a:lnTo>
                <a:lnTo>
                  <a:pt x="330708" y="31546"/>
                </a:lnTo>
                <a:lnTo>
                  <a:pt x="326796" y="29171"/>
                </a:lnTo>
                <a:lnTo>
                  <a:pt x="279666" y="12636"/>
                </a:lnTo>
                <a:lnTo>
                  <a:pt x="223278" y="3073"/>
                </a:lnTo>
                <a:lnTo>
                  <a:pt x="155841" y="0"/>
                </a:lnTo>
                <a:lnTo>
                  <a:pt x="113093" y="711"/>
                </a:lnTo>
                <a:lnTo>
                  <a:pt x="72212" y="2857"/>
                </a:lnTo>
                <a:lnTo>
                  <a:pt x="34175" y="6413"/>
                </a:lnTo>
                <a:lnTo>
                  <a:pt x="0" y="11417"/>
                </a:lnTo>
                <a:lnTo>
                  <a:pt x="0" y="513930"/>
                </a:lnTo>
                <a:lnTo>
                  <a:pt x="23964" y="516724"/>
                </a:lnTo>
                <a:lnTo>
                  <a:pt x="53784" y="519150"/>
                </a:lnTo>
                <a:lnTo>
                  <a:pt x="89585" y="520877"/>
                </a:lnTo>
                <a:lnTo>
                  <a:pt x="131495" y="521525"/>
                </a:lnTo>
                <a:lnTo>
                  <a:pt x="189534" y="518960"/>
                </a:lnTo>
                <a:lnTo>
                  <a:pt x="242811" y="511162"/>
                </a:lnTo>
                <a:lnTo>
                  <a:pt x="290804" y="498043"/>
                </a:lnTo>
                <a:lnTo>
                  <a:pt x="332955" y="479501"/>
                </a:lnTo>
                <a:lnTo>
                  <a:pt x="368719" y="455409"/>
                </a:lnTo>
                <a:lnTo>
                  <a:pt x="396163" y="427177"/>
                </a:lnTo>
                <a:lnTo>
                  <a:pt x="419430" y="392518"/>
                </a:lnTo>
                <a:lnTo>
                  <a:pt x="437400" y="351231"/>
                </a:lnTo>
                <a:lnTo>
                  <a:pt x="448983" y="303085"/>
                </a:lnTo>
                <a:lnTo>
                  <a:pt x="453097" y="247865"/>
                </a:lnTo>
                <a:close/>
              </a:path>
              <a:path extrusionOk="0" h="525145" w="1618615">
                <a:moveTo>
                  <a:pt x="849947" y="516191"/>
                </a:moveTo>
                <a:lnTo>
                  <a:pt x="848817" y="491236"/>
                </a:lnTo>
                <a:lnTo>
                  <a:pt x="847839" y="463080"/>
                </a:lnTo>
                <a:lnTo>
                  <a:pt x="847140" y="431634"/>
                </a:lnTo>
                <a:lnTo>
                  <a:pt x="846874" y="396836"/>
                </a:lnTo>
                <a:lnTo>
                  <a:pt x="846874" y="144449"/>
                </a:lnTo>
                <a:lnTo>
                  <a:pt x="731316" y="144449"/>
                </a:lnTo>
                <a:lnTo>
                  <a:pt x="731316" y="365671"/>
                </a:lnTo>
                <a:lnTo>
                  <a:pt x="731037" y="372808"/>
                </a:lnTo>
                <a:lnTo>
                  <a:pt x="707301" y="417766"/>
                </a:lnTo>
                <a:lnTo>
                  <a:pt x="668985" y="431076"/>
                </a:lnTo>
                <a:lnTo>
                  <a:pt x="642531" y="425119"/>
                </a:lnTo>
                <a:lnTo>
                  <a:pt x="624332" y="407974"/>
                </a:lnTo>
                <a:lnTo>
                  <a:pt x="613841" y="380707"/>
                </a:lnTo>
                <a:lnTo>
                  <a:pt x="610463" y="344398"/>
                </a:lnTo>
                <a:lnTo>
                  <a:pt x="610463" y="144449"/>
                </a:lnTo>
                <a:lnTo>
                  <a:pt x="494906" y="144449"/>
                </a:lnTo>
                <a:lnTo>
                  <a:pt x="494906" y="362623"/>
                </a:lnTo>
                <a:lnTo>
                  <a:pt x="501205" y="423557"/>
                </a:lnTo>
                <a:lnTo>
                  <a:pt x="519036" y="469226"/>
                </a:lnTo>
                <a:lnTo>
                  <a:pt x="546785" y="500634"/>
                </a:lnTo>
                <a:lnTo>
                  <a:pt x="582866" y="518756"/>
                </a:lnTo>
                <a:lnTo>
                  <a:pt x="625652" y="524573"/>
                </a:lnTo>
                <a:lnTo>
                  <a:pt x="670026" y="518274"/>
                </a:lnTo>
                <a:lnTo>
                  <a:pt x="703491" y="502716"/>
                </a:lnTo>
                <a:lnTo>
                  <a:pt x="727113" y="482879"/>
                </a:lnTo>
                <a:lnTo>
                  <a:pt x="741972" y="463753"/>
                </a:lnTo>
                <a:lnTo>
                  <a:pt x="744245" y="463753"/>
                </a:lnTo>
                <a:lnTo>
                  <a:pt x="749592" y="516191"/>
                </a:lnTo>
                <a:lnTo>
                  <a:pt x="849947" y="516191"/>
                </a:lnTo>
                <a:close/>
              </a:path>
              <a:path extrusionOk="0" h="525145" w="1618615">
                <a:moveTo>
                  <a:pt x="1277759" y="326885"/>
                </a:moveTo>
                <a:lnTo>
                  <a:pt x="1273225" y="280898"/>
                </a:lnTo>
                <a:lnTo>
                  <a:pt x="1260055" y="239864"/>
                </a:lnTo>
                <a:lnTo>
                  <a:pt x="1247533" y="218948"/>
                </a:lnTo>
                <a:lnTo>
                  <a:pt x="1238923" y="204558"/>
                </a:lnTo>
                <a:lnTo>
                  <a:pt x="1210513" y="175742"/>
                </a:lnTo>
                <a:lnTo>
                  <a:pt x="1175537" y="154216"/>
                </a:lnTo>
                <a:lnTo>
                  <a:pt x="1157643" y="148323"/>
                </a:lnTo>
                <a:lnTo>
                  <a:pt x="1157643" y="329958"/>
                </a:lnTo>
                <a:lnTo>
                  <a:pt x="1152537" y="375627"/>
                </a:lnTo>
                <a:lnTo>
                  <a:pt x="1137881" y="410908"/>
                </a:lnTo>
                <a:lnTo>
                  <a:pt x="1114679" y="433641"/>
                </a:lnTo>
                <a:lnTo>
                  <a:pt x="1083906" y="441693"/>
                </a:lnTo>
                <a:lnTo>
                  <a:pt x="1083157" y="441693"/>
                </a:lnTo>
                <a:lnTo>
                  <a:pt x="1050861" y="433222"/>
                </a:lnTo>
                <a:lnTo>
                  <a:pt x="1027264" y="409867"/>
                </a:lnTo>
                <a:lnTo>
                  <a:pt x="1012799" y="374675"/>
                </a:lnTo>
                <a:lnTo>
                  <a:pt x="1007884" y="330708"/>
                </a:lnTo>
                <a:lnTo>
                  <a:pt x="1012063" y="289839"/>
                </a:lnTo>
                <a:lnTo>
                  <a:pt x="1025372" y="254025"/>
                </a:lnTo>
                <a:lnTo>
                  <a:pt x="1048931" y="228612"/>
                </a:lnTo>
                <a:lnTo>
                  <a:pt x="1083906" y="218948"/>
                </a:lnTo>
                <a:lnTo>
                  <a:pt x="1117574" y="228612"/>
                </a:lnTo>
                <a:lnTo>
                  <a:pt x="1140447" y="253936"/>
                </a:lnTo>
                <a:lnTo>
                  <a:pt x="1153502" y="289521"/>
                </a:lnTo>
                <a:lnTo>
                  <a:pt x="1157643" y="329958"/>
                </a:lnTo>
                <a:lnTo>
                  <a:pt x="1157643" y="148323"/>
                </a:lnTo>
                <a:lnTo>
                  <a:pt x="1134618" y="140728"/>
                </a:lnTo>
                <a:lnTo>
                  <a:pt x="1088466" y="136067"/>
                </a:lnTo>
                <a:lnTo>
                  <a:pt x="1039609" y="140665"/>
                </a:lnTo>
                <a:lnTo>
                  <a:pt x="996442" y="154089"/>
                </a:lnTo>
                <a:lnTo>
                  <a:pt x="959637" y="175755"/>
                </a:lnTo>
                <a:lnTo>
                  <a:pt x="929855" y="205041"/>
                </a:lnTo>
                <a:lnTo>
                  <a:pt x="907770" y="241401"/>
                </a:lnTo>
                <a:lnTo>
                  <a:pt x="894016" y="284226"/>
                </a:lnTo>
                <a:lnTo>
                  <a:pt x="889292" y="332955"/>
                </a:lnTo>
                <a:lnTo>
                  <a:pt x="894245" y="381393"/>
                </a:lnTo>
                <a:lnTo>
                  <a:pt x="908405" y="423481"/>
                </a:lnTo>
                <a:lnTo>
                  <a:pt x="930757" y="458812"/>
                </a:lnTo>
                <a:lnTo>
                  <a:pt x="960272" y="486994"/>
                </a:lnTo>
                <a:lnTo>
                  <a:pt x="995946" y="507606"/>
                </a:lnTo>
                <a:lnTo>
                  <a:pt x="1036726" y="520268"/>
                </a:lnTo>
                <a:lnTo>
                  <a:pt x="1081608" y="524573"/>
                </a:lnTo>
                <a:lnTo>
                  <a:pt x="1082382" y="524573"/>
                </a:lnTo>
                <a:lnTo>
                  <a:pt x="1124318" y="520725"/>
                </a:lnTo>
                <a:lnTo>
                  <a:pt x="1164336" y="509054"/>
                </a:lnTo>
                <a:lnTo>
                  <a:pt x="1200772" y="489381"/>
                </a:lnTo>
                <a:lnTo>
                  <a:pt x="1231976" y="461518"/>
                </a:lnTo>
                <a:lnTo>
                  <a:pt x="1245285" y="441693"/>
                </a:lnTo>
                <a:lnTo>
                  <a:pt x="1256322" y="425259"/>
                </a:lnTo>
                <a:lnTo>
                  <a:pt x="1272120" y="380453"/>
                </a:lnTo>
                <a:lnTo>
                  <a:pt x="1277759" y="326885"/>
                </a:lnTo>
                <a:close/>
              </a:path>
              <a:path extrusionOk="0" h="525145" w="1618615">
                <a:moveTo>
                  <a:pt x="1618411" y="150533"/>
                </a:moveTo>
                <a:lnTo>
                  <a:pt x="1598650" y="144424"/>
                </a:lnTo>
                <a:lnTo>
                  <a:pt x="1576603" y="139865"/>
                </a:lnTo>
                <a:lnTo>
                  <a:pt x="1553413" y="137033"/>
                </a:lnTo>
                <a:lnTo>
                  <a:pt x="1530223" y="136055"/>
                </a:lnTo>
                <a:lnTo>
                  <a:pt x="1474876" y="141300"/>
                </a:lnTo>
                <a:lnTo>
                  <a:pt x="1427530" y="156235"/>
                </a:lnTo>
                <a:lnTo>
                  <a:pt x="1388376" y="179628"/>
                </a:lnTo>
                <a:lnTo>
                  <a:pt x="1357591" y="210299"/>
                </a:lnTo>
                <a:lnTo>
                  <a:pt x="1335366" y="247015"/>
                </a:lnTo>
                <a:lnTo>
                  <a:pt x="1321904" y="288569"/>
                </a:lnTo>
                <a:lnTo>
                  <a:pt x="1317371" y="333743"/>
                </a:lnTo>
                <a:lnTo>
                  <a:pt x="1321968" y="381190"/>
                </a:lnTo>
                <a:lnTo>
                  <a:pt x="1335392" y="422783"/>
                </a:lnTo>
                <a:lnTo>
                  <a:pt x="1357045" y="458012"/>
                </a:lnTo>
                <a:lnTo>
                  <a:pt x="1386344" y="486346"/>
                </a:lnTo>
                <a:lnTo>
                  <a:pt x="1422704" y="507225"/>
                </a:lnTo>
                <a:lnTo>
                  <a:pt x="1465541" y="520153"/>
                </a:lnTo>
                <a:lnTo>
                  <a:pt x="1514259" y="524573"/>
                </a:lnTo>
                <a:lnTo>
                  <a:pt x="1546148" y="523240"/>
                </a:lnTo>
                <a:lnTo>
                  <a:pt x="1599057" y="514007"/>
                </a:lnTo>
                <a:lnTo>
                  <a:pt x="1603971" y="421932"/>
                </a:lnTo>
                <a:lnTo>
                  <a:pt x="1590116" y="427050"/>
                </a:lnTo>
                <a:lnTo>
                  <a:pt x="1574609" y="430872"/>
                </a:lnTo>
                <a:lnTo>
                  <a:pt x="1557248" y="433273"/>
                </a:lnTo>
                <a:lnTo>
                  <a:pt x="1537817" y="434098"/>
                </a:lnTo>
                <a:lnTo>
                  <a:pt x="1498168" y="427329"/>
                </a:lnTo>
                <a:lnTo>
                  <a:pt x="1465795" y="407301"/>
                </a:lnTo>
                <a:lnTo>
                  <a:pt x="1443951" y="374446"/>
                </a:lnTo>
                <a:lnTo>
                  <a:pt x="1435938" y="329196"/>
                </a:lnTo>
                <a:lnTo>
                  <a:pt x="1442631" y="287261"/>
                </a:lnTo>
                <a:lnTo>
                  <a:pt x="1462659" y="254304"/>
                </a:lnTo>
                <a:lnTo>
                  <a:pt x="1494218" y="232752"/>
                </a:lnTo>
                <a:lnTo>
                  <a:pt x="1535557" y="225031"/>
                </a:lnTo>
                <a:lnTo>
                  <a:pt x="1556562" y="225958"/>
                </a:lnTo>
                <a:lnTo>
                  <a:pt x="1574152" y="228447"/>
                </a:lnTo>
                <a:lnTo>
                  <a:pt x="1588592" y="232092"/>
                </a:lnTo>
                <a:lnTo>
                  <a:pt x="1600174" y="236435"/>
                </a:lnTo>
                <a:lnTo>
                  <a:pt x="1618411" y="150533"/>
                </a:lnTo>
                <a:close/>
              </a:path>
            </a:pathLst>
          </a:custGeom>
          <a:solidFill>
            <a:srgbClr val="FEB62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5"/>
          <p:cNvSpPr/>
          <p:nvPr/>
        </p:nvSpPr>
        <p:spPr>
          <a:xfrm>
            <a:off x="18689266" y="10470436"/>
            <a:ext cx="388620" cy="482600"/>
          </a:xfrm>
          <a:custGeom>
            <a:rect b="b" l="l" r="r" t="t"/>
            <a:pathLst>
              <a:path extrusionOk="0" h="482600" w="388619">
                <a:moveTo>
                  <a:pt x="388176" y="0"/>
                </a:moveTo>
                <a:lnTo>
                  <a:pt x="281090" y="0"/>
                </a:lnTo>
                <a:lnTo>
                  <a:pt x="281090" y="273331"/>
                </a:lnTo>
                <a:lnTo>
                  <a:pt x="275370" y="327965"/>
                </a:lnTo>
                <a:lnTo>
                  <a:pt x="258558" y="366414"/>
                </a:lnTo>
                <a:lnTo>
                  <a:pt x="231178" y="389143"/>
                </a:lnTo>
                <a:lnTo>
                  <a:pt x="193753" y="396616"/>
                </a:lnTo>
                <a:lnTo>
                  <a:pt x="157139" y="388845"/>
                </a:lnTo>
                <a:lnTo>
                  <a:pt x="130175" y="365621"/>
                </a:lnTo>
                <a:lnTo>
                  <a:pt x="113516" y="327072"/>
                </a:lnTo>
                <a:lnTo>
                  <a:pt x="107818" y="273331"/>
                </a:lnTo>
                <a:lnTo>
                  <a:pt x="107818" y="0"/>
                </a:lnTo>
                <a:lnTo>
                  <a:pt x="0" y="0"/>
                </a:lnTo>
                <a:lnTo>
                  <a:pt x="0" y="264892"/>
                </a:lnTo>
                <a:lnTo>
                  <a:pt x="4253" y="324651"/>
                </a:lnTo>
                <a:lnTo>
                  <a:pt x="16765" y="374300"/>
                </a:lnTo>
                <a:lnTo>
                  <a:pt x="37165" y="414172"/>
                </a:lnTo>
                <a:lnTo>
                  <a:pt x="65082" y="444602"/>
                </a:lnTo>
                <a:lnTo>
                  <a:pt x="100145" y="465925"/>
                </a:lnTo>
                <a:lnTo>
                  <a:pt x="141983" y="478473"/>
                </a:lnTo>
                <a:lnTo>
                  <a:pt x="190224" y="482582"/>
                </a:lnTo>
                <a:lnTo>
                  <a:pt x="240229" y="478290"/>
                </a:lnTo>
                <a:lnTo>
                  <a:pt x="283689" y="465335"/>
                </a:lnTo>
                <a:lnTo>
                  <a:pt x="320188" y="443592"/>
                </a:lnTo>
                <a:lnTo>
                  <a:pt x="349304" y="412939"/>
                </a:lnTo>
                <a:lnTo>
                  <a:pt x="370620" y="373254"/>
                </a:lnTo>
                <a:lnTo>
                  <a:pt x="383717" y="324414"/>
                </a:lnTo>
                <a:lnTo>
                  <a:pt x="388176" y="266295"/>
                </a:lnTo>
                <a:lnTo>
                  <a:pt x="388176"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nvGrpSpPr>
          <p:cNvPr id="95" name="Google Shape;95;p15"/>
          <p:cNvGrpSpPr/>
          <p:nvPr/>
        </p:nvGrpSpPr>
        <p:grpSpPr>
          <a:xfrm>
            <a:off x="19131280" y="10355374"/>
            <a:ext cx="445703" cy="598161"/>
            <a:chOff x="18406074" y="10234089"/>
            <a:chExt cx="445703" cy="598161"/>
          </a:xfrm>
        </p:grpSpPr>
        <p:sp>
          <p:nvSpPr>
            <p:cNvPr id="96" name="Google Shape;96;p15"/>
            <p:cNvSpPr/>
            <p:nvPr/>
          </p:nvSpPr>
          <p:spPr>
            <a:xfrm>
              <a:off x="18406074" y="10341395"/>
              <a:ext cx="376555" cy="490855"/>
            </a:xfrm>
            <a:custGeom>
              <a:rect b="b" l="l" r="r" t="t"/>
              <a:pathLst>
                <a:path extrusionOk="0" h="490854" w="376555">
                  <a:moveTo>
                    <a:pt x="259248" y="0"/>
                  </a:moveTo>
                  <a:lnTo>
                    <a:pt x="212510" y="3315"/>
                  </a:lnTo>
                  <a:lnTo>
                    <a:pt x="168577" y="13160"/>
                  </a:lnTo>
                  <a:lnTo>
                    <a:pt x="128168" y="29385"/>
                  </a:lnTo>
                  <a:lnTo>
                    <a:pt x="92002" y="51838"/>
                  </a:lnTo>
                  <a:lnTo>
                    <a:pt x="60799" y="80367"/>
                  </a:lnTo>
                  <a:lnTo>
                    <a:pt x="35278" y="114822"/>
                  </a:lnTo>
                  <a:lnTo>
                    <a:pt x="16158" y="155053"/>
                  </a:lnTo>
                  <a:lnTo>
                    <a:pt x="4159" y="200906"/>
                  </a:lnTo>
                  <a:lnTo>
                    <a:pt x="0" y="252233"/>
                  </a:lnTo>
                  <a:lnTo>
                    <a:pt x="3124" y="296015"/>
                  </a:lnTo>
                  <a:lnTo>
                    <a:pt x="12470" y="336820"/>
                  </a:lnTo>
                  <a:lnTo>
                    <a:pt x="27997" y="374067"/>
                  </a:lnTo>
                  <a:lnTo>
                    <a:pt x="49665" y="407177"/>
                  </a:lnTo>
                  <a:lnTo>
                    <a:pt x="77432" y="435568"/>
                  </a:lnTo>
                  <a:lnTo>
                    <a:pt x="111258" y="458660"/>
                  </a:lnTo>
                  <a:lnTo>
                    <a:pt x="151102" y="475874"/>
                  </a:lnTo>
                  <a:lnTo>
                    <a:pt x="196924" y="486627"/>
                  </a:lnTo>
                  <a:lnTo>
                    <a:pt x="248683" y="490341"/>
                  </a:lnTo>
                  <a:lnTo>
                    <a:pt x="289323" y="488424"/>
                  </a:lnTo>
                  <a:lnTo>
                    <a:pt x="323888" y="483469"/>
                  </a:lnTo>
                  <a:lnTo>
                    <a:pt x="351317" y="476664"/>
                  </a:lnTo>
                  <a:lnTo>
                    <a:pt x="370554" y="469200"/>
                  </a:lnTo>
                  <a:lnTo>
                    <a:pt x="354355" y="385380"/>
                  </a:lnTo>
                  <a:lnTo>
                    <a:pt x="336022" y="391357"/>
                  </a:lnTo>
                  <a:lnTo>
                    <a:pt x="313851" y="396278"/>
                  </a:lnTo>
                  <a:lnTo>
                    <a:pt x="289564" y="399616"/>
                  </a:lnTo>
                  <a:lnTo>
                    <a:pt x="264881" y="400846"/>
                  </a:lnTo>
                  <a:lnTo>
                    <a:pt x="212272" y="393858"/>
                  </a:lnTo>
                  <a:lnTo>
                    <a:pt x="169943" y="373685"/>
                  </a:lnTo>
                  <a:lnTo>
                    <a:pt x="138704" y="341508"/>
                  </a:lnTo>
                  <a:lnTo>
                    <a:pt x="119366" y="298511"/>
                  </a:lnTo>
                  <a:lnTo>
                    <a:pt x="112740" y="245877"/>
                  </a:lnTo>
                  <a:lnTo>
                    <a:pt x="120306" y="188964"/>
                  </a:lnTo>
                  <a:lnTo>
                    <a:pt x="141498" y="144930"/>
                  </a:lnTo>
                  <a:lnTo>
                    <a:pt x="174052" y="113642"/>
                  </a:lnTo>
                  <a:lnTo>
                    <a:pt x="215707" y="94967"/>
                  </a:lnTo>
                  <a:lnTo>
                    <a:pt x="264201" y="88772"/>
                  </a:lnTo>
                  <a:lnTo>
                    <a:pt x="291260" y="90238"/>
                  </a:lnTo>
                  <a:lnTo>
                    <a:pt x="315349" y="94150"/>
                  </a:lnTo>
                  <a:lnTo>
                    <a:pt x="336402" y="99775"/>
                  </a:lnTo>
                  <a:lnTo>
                    <a:pt x="354355" y="106384"/>
                  </a:lnTo>
                  <a:lnTo>
                    <a:pt x="376208" y="21161"/>
                  </a:lnTo>
                  <a:lnTo>
                    <a:pt x="357739" y="13689"/>
                  </a:lnTo>
                  <a:lnTo>
                    <a:pt x="331471" y="6878"/>
                  </a:lnTo>
                  <a:lnTo>
                    <a:pt x="298332" y="1917"/>
                  </a:lnTo>
                  <a:lnTo>
                    <a:pt x="259248" y="0"/>
                  </a:lnTo>
                  <a:close/>
                </a:path>
              </a:pathLst>
            </a:custGeom>
            <a:solidFill>
              <a:srgbClr val="000000"/>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97" name="Google Shape;97;p15"/>
            <p:cNvPicPr preferRelativeResize="0"/>
            <p:nvPr/>
          </p:nvPicPr>
          <p:blipFill rotWithShape="1">
            <a:blip r:embed="rId3">
              <a:alphaModFix/>
            </a:blip>
            <a:srcRect b="0" l="0" r="0" t="0"/>
            <a:stretch/>
          </p:blipFill>
          <p:spPr>
            <a:xfrm>
              <a:off x="18739823" y="10234089"/>
              <a:ext cx="111954" cy="111944"/>
            </a:xfrm>
            <a:prstGeom prst="rect">
              <a:avLst/>
            </a:prstGeom>
            <a:noFill/>
            <a:ln>
              <a:noFill/>
            </a:ln>
          </p:spPr>
        </p:pic>
      </p:grpSp>
      <p:pic>
        <p:nvPicPr>
          <p:cNvPr id="98" name="Google Shape;98;p15"/>
          <p:cNvPicPr preferRelativeResize="0"/>
          <p:nvPr/>
        </p:nvPicPr>
        <p:blipFill rotWithShape="1">
          <a:blip r:embed="rId4">
            <a:alphaModFix/>
          </a:blip>
          <a:srcRect b="0" l="0" r="0" t="0"/>
          <a:stretch/>
        </p:blipFill>
        <p:spPr>
          <a:xfrm>
            <a:off x="12325995" y="10351817"/>
            <a:ext cx="4224383" cy="833510"/>
          </a:xfrm>
          <a:prstGeom prst="rect">
            <a:avLst/>
          </a:prstGeom>
          <a:noFill/>
          <a:ln>
            <a:noFill/>
          </a:ln>
        </p:spPr>
      </p:pic>
      <p:sp>
        <p:nvSpPr>
          <p:cNvPr id="99" name="Google Shape;99;p15"/>
          <p:cNvSpPr txBox="1"/>
          <p:nvPr>
            <p:ph type="title"/>
          </p:nvPr>
        </p:nvSpPr>
        <p:spPr>
          <a:xfrm>
            <a:off x="1321990" y="8235994"/>
            <a:ext cx="6048240" cy="2324921"/>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sz="5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cxnSp>
        <p:nvCxnSpPr>
          <p:cNvPr id="100" name="Google Shape;100;p15"/>
          <p:cNvCxnSpPr/>
          <p:nvPr/>
        </p:nvCxnSpPr>
        <p:spPr>
          <a:xfrm>
            <a:off x="7842250" y="7864475"/>
            <a:ext cx="0" cy="2696441"/>
          </a:xfrm>
          <a:prstGeom prst="straightConnector1">
            <a:avLst/>
          </a:prstGeom>
          <a:noFill/>
          <a:ln cap="flat" cmpd="sng" w="76200">
            <a:solidFill>
              <a:schemeClr val="dk1"/>
            </a:solidFill>
            <a:prstDash val="solid"/>
            <a:round/>
            <a:headEnd len="sm" w="sm" type="none"/>
            <a:tailEnd len="sm" w="sm" type="none"/>
          </a:ln>
        </p:spPr>
      </p:cxnSp>
      <p:sp>
        <p:nvSpPr>
          <p:cNvPr id="101" name="Google Shape;101;p15"/>
          <p:cNvSpPr txBox="1"/>
          <p:nvPr>
            <p:ph idx="1" type="body"/>
          </p:nvPr>
        </p:nvSpPr>
        <p:spPr>
          <a:xfrm>
            <a:off x="8314271" y="8170445"/>
            <a:ext cx="11193563" cy="190383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atin typeface="Arial"/>
                <a:ea typeface="Arial"/>
                <a:cs typeface="Arial"/>
                <a:sym typeface="Arial"/>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10" name="Shape 110"/>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11" name="Shape 111"/>
        <p:cNvGrpSpPr/>
        <p:nvPr/>
      </p:nvGrpSpPr>
      <p:grpSpPr>
        <a:xfrm>
          <a:off x="0" y="0"/>
          <a:ext cx="0" cy="0"/>
          <a:chOff x="0" y="0"/>
          <a:chExt cx="0" cy="0"/>
        </a:xfrm>
      </p:grpSpPr>
      <p:sp>
        <p:nvSpPr>
          <p:cNvPr id="112" name="Google Shape;112;g13547584bed_0_431"/>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3" name="Google Shape;113;g13547584bed_0_431"/>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14" name="Shape 114"/>
        <p:cNvGrpSpPr/>
        <p:nvPr/>
      </p:nvGrpSpPr>
      <p:grpSpPr>
        <a:xfrm>
          <a:off x="0" y="0"/>
          <a:ext cx="0" cy="0"/>
          <a:chOff x="0" y="0"/>
          <a:chExt cx="0" cy="0"/>
        </a:xfrm>
      </p:grpSpPr>
      <p:sp>
        <p:nvSpPr>
          <p:cNvPr id="115" name="Google Shape;115;g13547584bed_0_434"/>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6" name="Google Shape;116;g13547584bed_0_434"/>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17" name="Shape 117"/>
        <p:cNvGrpSpPr/>
        <p:nvPr/>
      </p:nvGrpSpPr>
      <p:grpSpPr>
        <a:xfrm>
          <a:off x="0" y="0"/>
          <a:ext cx="0" cy="0"/>
          <a:chOff x="0" y="0"/>
          <a:chExt cx="0" cy="0"/>
        </a:xfrm>
      </p:grpSpPr>
      <p:sp>
        <p:nvSpPr>
          <p:cNvPr id="118" name="Google Shape;118;g13547584bed_0_437"/>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9" name="Google Shape;119;g13547584bed_0_437"/>
          <p:cNvSpPr txBox="1"/>
          <p:nvPr>
            <p:ph idx="1" type="body"/>
          </p:nvPr>
        </p:nvSpPr>
        <p:spPr>
          <a:xfrm>
            <a:off x="646655"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20" name="Google Shape;120;g13547584bed_0_437"/>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1" name="Shape 121"/>
        <p:cNvGrpSpPr/>
        <p:nvPr/>
      </p:nvGrpSpPr>
      <p:grpSpPr>
        <a:xfrm>
          <a:off x="0" y="0"/>
          <a:ext cx="0" cy="0"/>
          <a:chOff x="0" y="0"/>
          <a:chExt cx="0" cy="0"/>
        </a:xfrm>
      </p:grpSpPr>
      <p:sp>
        <p:nvSpPr>
          <p:cNvPr id="122" name="Google Shape;122;g13547584bed_0_441"/>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23" name="Shape 123"/>
        <p:cNvGrpSpPr/>
        <p:nvPr/>
      </p:nvGrpSpPr>
      <p:grpSpPr>
        <a:xfrm>
          <a:off x="0" y="0"/>
          <a:ext cx="0" cy="0"/>
          <a:chOff x="0" y="0"/>
          <a:chExt cx="0" cy="0"/>
        </a:xfrm>
      </p:grpSpPr>
      <p:sp>
        <p:nvSpPr>
          <p:cNvPr id="124" name="Google Shape;124;g13547584bed_0_443"/>
          <p:cNvSpPr txBox="1"/>
          <p:nvPr>
            <p:ph idx="1" type="subTitle"/>
          </p:nvPr>
        </p:nvSpPr>
        <p:spPr>
          <a:xfrm>
            <a:off x="3877559" y="350857"/>
            <a:ext cx="9427500" cy="62133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25" name="Shape 125"/>
        <p:cNvGrpSpPr/>
        <p:nvPr/>
      </p:nvGrpSpPr>
      <p:grpSpPr>
        <a:xfrm>
          <a:off x="0" y="0"/>
          <a:ext cx="0" cy="0"/>
          <a:chOff x="0" y="0"/>
          <a:chExt cx="0" cy="0"/>
        </a:xfrm>
      </p:grpSpPr>
      <p:sp>
        <p:nvSpPr>
          <p:cNvPr id="126" name="Google Shape;126;g13547584bed_0_445"/>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27" name="Google Shape;127;g13547584bed_0_445"/>
          <p:cNvSpPr txBox="1"/>
          <p:nvPr>
            <p:ph idx="1" type="body"/>
          </p:nvPr>
        </p:nvSpPr>
        <p:spPr>
          <a:xfrm>
            <a:off x="646655"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28" name="Google Shape;128;g13547584bed_0_445"/>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29" name="Google Shape;129;g13547584bed_0_445"/>
          <p:cNvSpPr txBox="1"/>
          <p:nvPr>
            <p:ph idx="3" type="body"/>
          </p:nvPr>
        </p:nvSpPr>
        <p:spPr>
          <a:xfrm>
            <a:off x="646655"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30" name="Shape 130"/>
        <p:cNvGrpSpPr/>
        <p:nvPr/>
      </p:nvGrpSpPr>
      <p:grpSpPr>
        <a:xfrm>
          <a:off x="0" y="0"/>
          <a:ext cx="0" cy="0"/>
          <a:chOff x="0" y="0"/>
          <a:chExt cx="0" cy="0"/>
        </a:xfrm>
      </p:grpSpPr>
      <p:sp>
        <p:nvSpPr>
          <p:cNvPr id="131" name="Google Shape;131;g13547584bed_0_450"/>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2" name="Google Shape;132;g13547584bed_0_450"/>
          <p:cNvSpPr txBox="1"/>
          <p:nvPr>
            <p:ph idx="1" type="body"/>
          </p:nvPr>
        </p:nvSpPr>
        <p:spPr>
          <a:xfrm>
            <a:off x="646655" y="2009562"/>
            <a:ext cx="9178800" cy="8472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33" name="Google Shape;133;g13547584bed_0_450"/>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34" name="Google Shape;134;g13547584bed_0_450"/>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35" name="Shape 135"/>
        <p:cNvGrpSpPr/>
        <p:nvPr/>
      </p:nvGrpSpPr>
      <p:grpSpPr>
        <a:xfrm>
          <a:off x="0" y="0"/>
          <a:ext cx="0" cy="0"/>
          <a:chOff x="0" y="0"/>
          <a:chExt cx="0" cy="0"/>
        </a:xfrm>
      </p:grpSpPr>
      <p:sp>
        <p:nvSpPr>
          <p:cNvPr id="136" name="Google Shape;136;g13547584bed_0_455"/>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37" name="Google Shape;137;g13547584bed_0_455"/>
          <p:cNvSpPr txBox="1"/>
          <p:nvPr>
            <p:ph idx="1" type="body"/>
          </p:nvPr>
        </p:nvSpPr>
        <p:spPr>
          <a:xfrm>
            <a:off x="646655"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38" name="Google Shape;138;g13547584bed_0_455"/>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39" name="Google Shape;139;g13547584bed_0_455"/>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40" name="Shape 140"/>
        <p:cNvGrpSpPr/>
        <p:nvPr/>
      </p:nvGrpSpPr>
      <p:grpSpPr>
        <a:xfrm>
          <a:off x="0" y="0"/>
          <a:ext cx="0" cy="0"/>
          <a:chOff x="0" y="0"/>
          <a:chExt cx="0" cy="0"/>
        </a:xfrm>
      </p:grpSpPr>
      <p:sp>
        <p:nvSpPr>
          <p:cNvPr id="141" name="Google Shape;141;g13547584bed_0_460"/>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2" name="Google Shape;142;g13547584bed_0_460"/>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43" name="Google Shape;143;g13547584bed_0_460"/>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144" name="Shape 144"/>
        <p:cNvGrpSpPr/>
        <p:nvPr/>
      </p:nvGrpSpPr>
      <p:grpSpPr>
        <a:xfrm>
          <a:off x="0" y="0"/>
          <a:ext cx="0" cy="0"/>
          <a:chOff x="0" y="0"/>
          <a:chExt cx="0" cy="0"/>
        </a:xfrm>
      </p:grpSpPr>
      <p:sp>
        <p:nvSpPr>
          <p:cNvPr id="145" name="Google Shape;145;g13547584bed_0_464"/>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46" name="Google Shape;146;g13547584bed_0_464"/>
          <p:cNvSpPr txBox="1"/>
          <p:nvPr>
            <p:ph idx="1" type="body"/>
          </p:nvPr>
        </p:nvSpPr>
        <p:spPr>
          <a:xfrm>
            <a:off x="646655"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47" name="Google Shape;147;g13547584bed_0_464"/>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48" name="Google Shape;148;g13547584bed_0_464"/>
          <p:cNvSpPr txBox="1"/>
          <p:nvPr>
            <p:ph idx="3" type="body"/>
          </p:nvPr>
        </p:nvSpPr>
        <p:spPr>
          <a:xfrm>
            <a:off x="646655"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49" name="Google Shape;149;g13547584bed_0_464"/>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150" name="Shape 150"/>
        <p:cNvGrpSpPr/>
        <p:nvPr/>
      </p:nvGrpSpPr>
      <p:grpSpPr>
        <a:xfrm>
          <a:off x="0" y="0"/>
          <a:ext cx="0" cy="0"/>
          <a:chOff x="0" y="0"/>
          <a:chExt cx="0" cy="0"/>
        </a:xfrm>
      </p:grpSpPr>
      <p:sp>
        <p:nvSpPr>
          <p:cNvPr id="151" name="Google Shape;151;g13547584bed_0_470"/>
          <p:cNvSpPr txBox="1"/>
          <p:nvPr>
            <p:ph type="title"/>
          </p:nvPr>
        </p:nvSpPr>
        <p:spPr>
          <a:xfrm>
            <a:off x="3877559" y="350857"/>
            <a:ext cx="9427500" cy="1339800"/>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2" name="Google Shape;152;g13547584bed_0_470"/>
          <p:cNvSpPr txBox="1"/>
          <p:nvPr>
            <p:ph idx="1" type="body"/>
          </p:nvPr>
        </p:nvSpPr>
        <p:spPr>
          <a:xfrm>
            <a:off x="646655"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53" name="Google Shape;153;g13547584bed_0_470"/>
          <p:cNvSpPr txBox="1"/>
          <p:nvPr>
            <p:ph idx="2" type="body"/>
          </p:nvPr>
        </p:nvSpPr>
        <p:spPr>
          <a:xfrm>
            <a:off x="7007150"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54" name="Google Shape;154;g13547584bed_0_470"/>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55" name="Google Shape;155;g13547584bed_0_470"/>
          <p:cNvSpPr txBox="1"/>
          <p:nvPr>
            <p:ph idx="4" type="body"/>
          </p:nvPr>
        </p:nvSpPr>
        <p:spPr>
          <a:xfrm>
            <a:off x="646655"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56" name="Google Shape;156;g13547584bed_0_470"/>
          <p:cNvSpPr txBox="1"/>
          <p:nvPr>
            <p:ph idx="5" type="body"/>
          </p:nvPr>
        </p:nvSpPr>
        <p:spPr>
          <a:xfrm>
            <a:off x="7007150"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
        <p:nvSpPr>
          <p:cNvPr id="157" name="Google Shape;157;g13547584bed_0_470"/>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algn="l">
              <a:lnSpc>
                <a:spcPct val="100000"/>
              </a:lnSpc>
              <a:spcBef>
                <a:spcPts val="0"/>
              </a:spcBef>
              <a:spcAft>
                <a:spcPts val="0"/>
              </a:spcAft>
              <a:buSzPts val="2800"/>
              <a:buNone/>
              <a:defRPr/>
            </a:lvl1pPr>
            <a:lvl2pPr indent="-228600" lvl="1" marL="914400" algn="l">
              <a:lnSpc>
                <a:spcPct val="100000"/>
              </a:lnSpc>
              <a:spcBef>
                <a:spcPts val="0"/>
              </a:spcBef>
              <a:spcAft>
                <a:spcPts val="0"/>
              </a:spcAft>
              <a:buSzPts val="2800"/>
              <a:buNone/>
              <a:defRPr/>
            </a:lvl2pPr>
            <a:lvl3pPr indent="-228600" lvl="2" marL="1371600" algn="l">
              <a:lnSpc>
                <a:spcPct val="100000"/>
              </a:lnSpc>
              <a:spcBef>
                <a:spcPts val="0"/>
              </a:spcBef>
              <a:spcAft>
                <a:spcPts val="0"/>
              </a:spcAft>
              <a:buSzPts val="2800"/>
              <a:buNone/>
              <a:defRPr/>
            </a:lvl3pPr>
            <a:lvl4pPr indent="-228600" lvl="3" marL="1828800" algn="l">
              <a:lnSpc>
                <a:spcPct val="100000"/>
              </a:lnSpc>
              <a:spcBef>
                <a:spcPts val="0"/>
              </a:spcBef>
              <a:spcAft>
                <a:spcPts val="0"/>
              </a:spcAft>
              <a:buSzPts val="2800"/>
              <a:buNone/>
              <a:defRPr/>
            </a:lvl4pPr>
            <a:lvl5pPr indent="-228600" lvl="4" marL="2286000" algn="l">
              <a:lnSpc>
                <a:spcPct val="100000"/>
              </a:lnSpc>
              <a:spcBef>
                <a:spcPts val="0"/>
              </a:spcBef>
              <a:spcAft>
                <a:spcPts val="0"/>
              </a:spcAft>
              <a:buSzPts val="2800"/>
              <a:buNone/>
              <a:defRPr/>
            </a:lvl5pPr>
            <a:lvl6pPr indent="-228600" lvl="5" marL="2743200" algn="l">
              <a:lnSpc>
                <a:spcPct val="100000"/>
              </a:lnSpc>
              <a:spcBef>
                <a:spcPts val="0"/>
              </a:spcBef>
              <a:spcAft>
                <a:spcPts val="0"/>
              </a:spcAft>
              <a:buSzPts val="2800"/>
              <a:buNone/>
              <a:defRPr/>
            </a:lvl6pPr>
            <a:lvl7pPr indent="-228600" lvl="6" marL="3200400" algn="l">
              <a:lnSpc>
                <a:spcPct val="100000"/>
              </a:lnSpc>
              <a:spcBef>
                <a:spcPts val="0"/>
              </a:spcBef>
              <a:spcAft>
                <a:spcPts val="0"/>
              </a:spcAft>
              <a:buSzPts val="2800"/>
              <a:buNone/>
              <a:defRPr/>
            </a:lvl7pPr>
            <a:lvl8pPr indent="-228600" lvl="7" marL="3657600" algn="l">
              <a:lnSpc>
                <a:spcPct val="100000"/>
              </a:lnSpc>
              <a:spcBef>
                <a:spcPts val="0"/>
              </a:spcBef>
              <a:spcAft>
                <a:spcPts val="0"/>
              </a:spcAft>
              <a:buSzPts val="2800"/>
              <a:buNone/>
              <a:defRPr/>
            </a:lvl8pPr>
            <a:lvl9pPr indent="-228600" lvl="8" marL="4114800" algn="l">
              <a:lnSpc>
                <a:spcPct val="100000"/>
              </a:lnSpc>
              <a:spcBef>
                <a:spcPts val="0"/>
              </a:spcBef>
              <a:spcAft>
                <a:spcPts val="0"/>
              </a:spcAft>
              <a:buSzPts val="28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66" name="Shape 166"/>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167" name="Shape 167"/>
        <p:cNvGrpSpPr/>
        <p:nvPr/>
      </p:nvGrpSpPr>
      <p:grpSpPr>
        <a:xfrm>
          <a:off x="0" y="0"/>
          <a:ext cx="0" cy="0"/>
          <a:chOff x="0" y="0"/>
          <a:chExt cx="0" cy="0"/>
        </a:xfrm>
      </p:grpSpPr>
      <p:sp>
        <p:nvSpPr>
          <p:cNvPr id="168" name="Google Shape;168;g13471021aad_0_53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69" name="Google Shape;169;g13471021aad_0_537"/>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70" name="Shape 170"/>
        <p:cNvGrpSpPr/>
        <p:nvPr/>
      </p:nvGrpSpPr>
      <p:grpSpPr>
        <a:xfrm>
          <a:off x="0" y="0"/>
          <a:ext cx="0" cy="0"/>
          <a:chOff x="0" y="0"/>
          <a:chExt cx="0" cy="0"/>
        </a:xfrm>
      </p:grpSpPr>
      <p:sp>
        <p:nvSpPr>
          <p:cNvPr id="171" name="Google Shape;171;g13471021aad_0_54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2" name="Google Shape;172;g13471021aad_0_540"/>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173" name="Shape 173"/>
        <p:cNvGrpSpPr/>
        <p:nvPr/>
      </p:nvGrpSpPr>
      <p:grpSpPr>
        <a:xfrm>
          <a:off x="0" y="0"/>
          <a:ext cx="0" cy="0"/>
          <a:chOff x="0" y="0"/>
          <a:chExt cx="0" cy="0"/>
        </a:xfrm>
      </p:grpSpPr>
      <p:sp>
        <p:nvSpPr>
          <p:cNvPr id="174" name="Google Shape;174;g13471021aad_0_54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5" name="Google Shape;175;g13471021aad_0_543"/>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76" name="Google Shape;176;g13471021aad_0_543"/>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7" name="Shape 177"/>
        <p:cNvGrpSpPr/>
        <p:nvPr/>
      </p:nvGrpSpPr>
      <p:grpSpPr>
        <a:xfrm>
          <a:off x="0" y="0"/>
          <a:ext cx="0" cy="0"/>
          <a:chOff x="0" y="0"/>
          <a:chExt cx="0" cy="0"/>
        </a:xfrm>
      </p:grpSpPr>
      <p:sp>
        <p:nvSpPr>
          <p:cNvPr id="178" name="Google Shape;178;g13471021aad_0_54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179" name="Shape 179"/>
        <p:cNvGrpSpPr/>
        <p:nvPr/>
      </p:nvGrpSpPr>
      <p:grpSpPr>
        <a:xfrm>
          <a:off x="0" y="0"/>
          <a:ext cx="0" cy="0"/>
          <a:chOff x="0" y="0"/>
          <a:chExt cx="0" cy="0"/>
        </a:xfrm>
      </p:grpSpPr>
      <p:sp>
        <p:nvSpPr>
          <p:cNvPr id="180" name="Google Shape;180;g13471021aad_0_549"/>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181" name="Shape 181"/>
        <p:cNvGrpSpPr/>
        <p:nvPr/>
      </p:nvGrpSpPr>
      <p:grpSpPr>
        <a:xfrm>
          <a:off x="0" y="0"/>
          <a:ext cx="0" cy="0"/>
          <a:chOff x="0" y="0"/>
          <a:chExt cx="0" cy="0"/>
        </a:xfrm>
      </p:grpSpPr>
      <p:sp>
        <p:nvSpPr>
          <p:cNvPr id="182" name="Google Shape;182;g13471021aad_0_55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83" name="Google Shape;183;g13471021aad_0_551"/>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4" name="Google Shape;184;g13471021aad_0_551"/>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5" name="Google Shape;185;g13471021aad_0_551"/>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186" name="Shape 186"/>
        <p:cNvGrpSpPr/>
        <p:nvPr/>
      </p:nvGrpSpPr>
      <p:grpSpPr>
        <a:xfrm>
          <a:off x="0" y="0"/>
          <a:ext cx="0" cy="0"/>
          <a:chOff x="0" y="0"/>
          <a:chExt cx="0" cy="0"/>
        </a:xfrm>
      </p:grpSpPr>
      <p:sp>
        <p:nvSpPr>
          <p:cNvPr id="187" name="Google Shape;187;g13471021aad_0_55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88" name="Google Shape;188;g13471021aad_0_556"/>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89" name="Google Shape;189;g13471021aad_0_556"/>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0" name="Google Shape;190;g13471021aad_0_556"/>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191" name="Shape 191"/>
        <p:cNvGrpSpPr/>
        <p:nvPr/>
      </p:nvGrpSpPr>
      <p:grpSpPr>
        <a:xfrm>
          <a:off x="0" y="0"/>
          <a:ext cx="0" cy="0"/>
          <a:chOff x="0" y="0"/>
          <a:chExt cx="0" cy="0"/>
        </a:xfrm>
      </p:grpSpPr>
      <p:sp>
        <p:nvSpPr>
          <p:cNvPr id="192" name="Google Shape;192;g13471021aad_0_56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93" name="Google Shape;193;g13471021aad_0_561"/>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4" name="Google Shape;194;g13471021aad_0_561"/>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5" name="Google Shape;195;g13471021aad_0_561"/>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196" name="Shape 196"/>
        <p:cNvGrpSpPr/>
        <p:nvPr/>
      </p:nvGrpSpPr>
      <p:grpSpPr>
        <a:xfrm>
          <a:off x="0" y="0"/>
          <a:ext cx="0" cy="0"/>
          <a:chOff x="0" y="0"/>
          <a:chExt cx="0" cy="0"/>
        </a:xfrm>
      </p:grpSpPr>
      <p:sp>
        <p:nvSpPr>
          <p:cNvPr id="197" name="Google Shape;197;g13471021aad_0_56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98" name="Google Shape;198;g13471021aad_0_566"/>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199" name="Google Shape;199;g13471021aad_0_566"/>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00" name="Shape 200"/>
        <p:cNvGrpSpPr/>
        <p:nvPr/>
      </p:nvGrpSpPr>
      <p:grpSpPr>
        <a:xfrm>
          <a:off x="0" y="0"/>
          <a:ext cx="0" cy="0"/>
          <a:chOff x="0" y="0"/>
          <a:chExt cx="0" cy="0"/>
        </a:xfrm>
      </p:grpSpPr>
      <p:sp>
        <p:nvSpPr>
          <p:cNvPr id="201" name="Google Shape;201;g13471021aad_0_57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02" name="Google Shape;202;g13471021aad_0_570"/>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3" name="Google Shape;203;g13471021aad_0_570"/>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4" name="Google Shape;204;g13471021aad_0_570"/>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5" name="Google Shape;205;g13471021aad_0_570"/>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06" name="Shape 206"/>
        <p:cNvGrpSpPr/>
        <p:nvPr/>
      </p:nvGrpSpPr>
      <p:grpSpPr>
        <a:xfrm>
          <a:off x="0" y="0"/>
          <a:ext cx="0" cy="0"/>
          <a:chOff x="0" y="0"/>
          <a:chExt cx="0" cy="0"/>
        </a:xfrm>
      </p:grpSpPr>
      <p:sp>
        <p:nvSpPr>
          <p:cNvPr id="207" name="Google Shape;207;g13471021aad_0_57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08" name="Google Shape;208;g13471021aad_0_576"/>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09" name="Google Shape;209;g13471021aad_0_576"/>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0" name="Google Shape;210;g13471021aad_0_576"/>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1" name="Google Shape;211;g13471021aad_0_576"/>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2" name="Google Shape;212;g13471021aad_0_576"/>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13" name="Google Shape;213;g13471021aad_0_576"/>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222" name="Shape 222"/>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x">
  <p:cSld name="TITLE_AND_BODY">
    <p:spTree>
      <p:nvGrpSpPr>
        <p:cNvPr id="223" name="Shape 223"/>
        <p:cNvGrpSpPr/>
        <p:nvPr/>
      </p:nvGrpSpPr>
      <p:grpSpPr>
        <a:xfrm>
          <a:off x="0" y="0"/>
          <a:ext cx="0" cy="0"/>
          <a:chOff x="0" y="0"/>
          <a:chExt cx="0" cy="0"/>
        </a:xfrm>
      </p:grpSpPr>
      <p:sp>
        <p:nvSpPr>
          <p:cNvPr id="224" name="Google Shape;224;g13471021aad_0_64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5" name="Google Shape;225;g13471021aad_0_647"/>
          <p:cNvSpPr txBox="1"/>
          <p:nvPr>
            <p:ph idx="1" type="subTitle"/>
          </p:nvPr>
        </p:nvSpPr>
        <p:spPr>
          <a:xfrm>
            <a:off x="646655" y="2009562"/>
            <a:ext cx="18810000" cy="84720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226" name="Shape 226"/>
        <p:cNvGrpSpPr/>
        <p:nvPr/>
      </p:nvGrpSpPr>
      <p:grpSpPr>
        <a:xfrm>
          <a:off x="0" y="0"/>
          <a:ext cx="0" cy="0"/>
          <a:chOff x="0" y="0"/>
          <a:chExt cx="0" cy="0"/>
        </a:xfrm>
      </p:grpSpPr>
      <p:sp>
        <p:nvSpPr>
          <p:cNvPr id="227" name="Google Shape;227;g13471021aad_0_65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28" name="Google Shape;228;g13471021aad_0_650"/>
          <p:cNvSpPr txBox="1"/>
          <p:nvPr>
            <p:ph idx="1" type="body"/>
          </p:nvPr>
        </p:nvSpPr>
        <p:spPr>
          <a:xfrm>
            <a:off x="646655" y="2009562"/>
            <a:ext cx="188100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type="twoObj">
  <p:cSld name="TWO_OBJECTS">
    <p:spTree>
      <p:nvGrpSpPr>
        <p:cNvPr id="229" name="Shape 229"/>
        <p:cNvGrpSpPr/>
        <p:nvPr/>
      </p:nvGrpSpPr>
      <p:grpSpPr>
        <a:xfrm>
          <a:off x="0" y="0"/>
          <a:ext cx="0" cy="0"/>
          <a:chOff x="0" y="0"/>
          <a:chExt cx="0" cy="0"/>
        </a:xfrm>
      </p:grpSpPr>
      <p:sp>
        <p:nvSpPr>
          <p:cNvPr id="230" name="Google Shape;230;g13471021aad_0_653"/>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31" name="Google Shape;231;g13471021aad_0_653"/>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32" name="Google Shape;232;g13471021aad_0_653"/>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3" name="Shape 233"/>
        <p:cNvGrpSpPr/>
        <p:nvPr/>
      </p:nvGrpSpPr>
      <p:grpSpPr>
        <a:xfrm>
          <a:off x="0" y="0"/>
          <a:ext cx="0" cy="0"/>
          <a:chOff x="0" y="0"/>
          <a:chExt cx="0" cy="0"/>
        </a:xfrm>
      </p:grpSpPr>
      <p:sp>
        <p:nvSpPr>
          <p:cNvPr id="234" name="Google Shape;234;g13471021aad_0_657"/>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entered Text" type="objOnly">
  <p:cSld name="OBJECT_ONLY">
    <p:spTree>
      <p:nvGrpSpPr>
        <p:cNvPr id="235" name="Shape 235"/>
        <p:cNvGrpSpPr/>
        <p:nvPr/>
      </p:nvGrpSpPr>
      <p:grpSpPr>
        <a:xfrm>
          <a:off x="0" y="0"/>
          <a:ext cx="0" cy="0"/>
          <a:chOff x="0" y="0"/>
          <a:chExt cx="0" cy="0"/>
        </a:xfrm>
      </p:grpSpPr>
      <p:sp>
        <p:nvSpPr>
          <p:cNvPr id="236" name="Google Shape;236;g13471021aad_0_659"/>
          <p:cNvSpPr txBox="1"/>
          <p:nvPr>
            <p:ph idx="1" type="subTitle"/>
          </p:nvPr>
        </p:nvSpPr>
        <p:spPr>
          <a:xfrm>
            <a:off x="3877558" y="350857"/>
            <a:ext cx="9427500" cy="62133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and Content" type="twoObjAndObj">
  <p:cSld name="TWO_OBJECTS_AND_OBJECT">
    <p:spTree>
      <p:nvGrpSpPr>
        <p:cNvPr id="237" name="Shape 237"/>
        <p:cNvGrpSpPr/>
        <p:nvPr/>
      </p:nvGrpSpPr>
      <p:grpSpPr>
        <a:xfrm>
          <a:off x="0" y="0"/>
          <a:ext cx="0" cy="0"/>
          <a:chOff x="0" y="0"/>
          <a:chExt cx="0" cy="0"/>
        </a:xfrm>
      </p:grpSpPr>
      <p:sp>
        <p:nvSpPr>
          <p:cNvPr id="238" name="Google Shape;238;g13471021aad_0_66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39" name="Google Shape;239;g13471021aad_0_661"/>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0" name="Google Shape;240;g13471021aad_0_661"/>
          <p:cNvSpPr txBox="1"/>
          <p:nvPr>
            <p:ph idx="2" type="body"/>
          </p:nvPr>
        </p:nvSpPr>
        <p:spPr>
          <a:xfrm>
            <a:off x="10285542"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1" name="Google Shape;241;g13471021aad_0_661"/>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2 Content" type="objAndTwoObj">
  <p:cSld name="OBJECT_AND_TWO_OBJECTS">
    <p:spTree>
      <p:nvGrpSpPr>
        <p:cNvPr id="242" name="Shape 242"/>
        <p:cNvGrpSpPr/>
        <p:nvPr/>
      </p:nvGrpSpPr>
      <p:grpSpPr>
        <a:xfrm>
          <a:off x="0" y="0"/>
          <a:ext cx="0" cy="0"/>
          <a:chOff x="0" y="0"/>
          <a:chExt cx="0" cy="0"/>
        </a:xfrm>
      </p:grpSpPr>
      <p:sp>
        <p:nvSpPr>
          <p:cNvPr id="243" name="Google Shape;243;g13471021aad_0_66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44" name="Google Shape;244;g13471021aad_0_666"/>
          <p:cNvSpPr txBox="1"/>
          <p:nvPr>
            <p:ph idx="1" type="body"/>
          </p:nvPr>
        </p:nvSpPr>
        <p:spPr>
          <a:xfrm>
            <a:off x="646656" y="2009562"/>
            <a:ext cx="9178800" cy="8472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5" name="Google Shape;245;g13471021aad_0_666"/>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46" name="Google Shape;246;g13471021aad_0_666"/>
          <p:cNvSpPr txBox="1"/>
          <p:nvPr>
            <p:ph idx="3"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2 Content over Content" type="twoObjOverTx">
  <p:cSld name="TWO_OBJECTS_OVER_TEXT">
    <p:spTree>
      <p:nvGrpSpPr>
        <p:cNvPr id="247" name="Shape 247"/>
        <p:cNvGrpSpPr/>
        <p:nvPr/>
      </p:nvGrpSpPr>
      <p:grpSpPr>
        <a:xfrm>
          <a:off x="0" y="0"/>
          <a:ext cx="0" cy="0"/>
          <a:chOff x="0" y="0"/>
          <a:chExt cx="0" cy="0"/>
        </a:xfrm>
      </p:grpSpPr>
      <p:sp>
        <p:nvSpPr>
          <p:cNvPr id="248" name="Google Shape;248;g13471021aad_0_671"/>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49" name="Google Shape;249;g13471021aad_0_671"/>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0" name="Google Shape;250;g13471021aad_0_671"/>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1" name="Google Shape;251;g13471021aad_0_671"/>
          <p:cNvSpPr txBox="1"/>
          <p:nvPr>
            <p:ph idx="3"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over Content" type="objOverTx">
  <p:cSld name="OBJECT_OVER_TEXT">
    <p:spTree>
      <p:nvGrpSpPr>
        <p:cNvPr id="252" name="Shape 252"/>
        <p:cNvGrpSpPr/>
        <p:nvPr/>
      </p:nvGrpSpPr>
      <p:grpSpPr>
        <a:xfrm>
          <a:off x="0" y="0"/>
          <a:ext cx="0" cy="0"/>
          <a:chOff x="0" y="0"/>
          <a:chExt cx="0" cy="0"/>
        </a:xfrm>
      </p:grpSpPr>
      <p:sp>
        <p:nvSpPr>
          <p:cNvPr id="253" name="Google Shape;253;g13471021aad_0_67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54" name="Google Shape;254;g13471021aad_0_676"/>
          <p:cNvSpPr txBox="1"/>
          <p:nvPr>
            <p:ph idx="1" type="body"/>
          </p:nvPr>
        </p:nvSpPr>
        <p:spPr>
          <a:xfrm>
            <a:off x="646655" y="2009562"/>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5" name="Google Shape;255;g13471021aad_0_676"/>
          <p:cNvSpPr txBox="1"/>
          <p:nvPr>
            <p:ph idx="2" type="body"/>
          </p:nvPr>
        </p:nvSpPr>
        <p:spPr>
          <a:xfrm>
            <a:off x="646655" y="6435347"/>
            <a:ext cx="188100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4 Content" type="fourObj">
  <p:cSld name="FOUR_OBJECTS">
    <p:spTree>
      <p:nvGrpSpPr>
        <p:cNvPr id="256" name="Shape 256"/>
        <p:cNvGrpSpPr/>
        <p:nvPr/>
      </p:nvGrpSpPr>
      <p:grpSpPr>
        <a:xfrm>
          <a:off x="0" y="0"/>
          <a:ext cx="0" cy="0"/>
          <a:chOff x="0" y="0"/>
          <a:chExt cx="0" cy="0"/>
        </a:xfrm>
      </p:grpSpPr>
      <p:sp>
        <p:nvSpPr>
          <p:cNvPr id="257" name="Google Shape;257;g13471021aad_0_680"/>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58" name="Google Shape;258;g13471021aad_0_680"/>
          <p:cNvSpPr txBox="1"/>
          <p:nvPr>
            <p:ph idx="1" type="body"/>
          </p:nvPr>
        </p:nvSpPr>
        <p:spPr>
          <a:xfrm>
            <a:off x="646656"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59" name="Google Shape;259;g13471021aad_0_680"/>
          <p:cNvSpPr txBox="1"/>
          <p:nvPr>
            <p:ph idx="2" type="body"/>
          </p:nvPr>
        </p:nvSpPr>
        <p:spPr>
          <a:xfrm>
            <a:off x="10285542" y="2009562"/>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0" name="Google Shape;260;g13471021aad_0_680"/>
          <p:cNvSpPr txBox="1"/>
          <p:nvPr>
            <p:ph idx="3" type="body"/>
          </p:nvPr>
        </p:nvSpPr>
        <p:spPr>
          <a:xfrm>
            <a:off x="646656"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1" name="Google Shape;261;g13471021aad_0_680"/>
          <p:cNvSpPr txBox="1"/>
          <p:nvPr>
            <p:ph idx="4" type="body"/>
          </p:nvPr>
        </p:nvSpPr>
        <p:spPr>
          <a:xfrm>
            <a:off x="10285542" y="6435347"/>
            <a:ext cx="91788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6 Content">
  <p:cSld name="Title, 6 Content">
    <p:spTree>
      <p:nvGrpSpPr>
        <p:cNvPr id="262" name="Shape 262"/>
        <p:cNvGrpSpPr/>
        <p:nvPr/>
      </p:nvGrpSpPr>
      <p:grpSpPr>
        <a:xfrm>
          <a:off x="0" y="0"/>
          <a:ext cx="0" cy="0"/>
          <a:chOff x="0" y="0"/>
          <a:chExt cx="0" cy="0"/>
        </a:xfrm>
      </p:grpSpPr>
      <p:sp>
        <p:nvSpPr>
          <p:cNvPr id="263" name="Google Shape;263;g13471021aad_0_686"/>
          <p:cNvSpPr txBox="1"/>
          <p:nvPr>
            <p:ph type="title"/>
          </p:nvPr>
        </p:nvSpPr>
        <p:spPr>
          <a:xfrm>
            <a:off x="3877558" y="350857"/>
            <a:ext cx="9427500" cy="1339800"/>
          </a:xfrm>
          <a:prstGeom prst="rect">
            <a:avLst/>
          </a:prstGeom>
          <a:noFill/>
          <a:ln>
            <a:noFill/>
          </a:ln>
        </p:spPr>
        <p:txBody>
          <a:bodyPr anchorCtr="0" anchor="ctr" bIns="0" lIns="0" spcFirstLastPara="1" rIns="0" wrap="square" tIns="0">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264" name="Google Shape;264;g13471021aad_0_686"/>
          <p:cNvSpPr txBox="1"/>
          <p:nvPr>
            <p:ph idx="1" type="body"/>
          </p:nvPr>
        </p:nvSpPr>
        <p:spPr>
          <a:xfrm>
            <a:off x="646656"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5" name="Google Shape;265;g13471021aad_0_686"/>
          <p:cNvSpPr txBox="1"/>
          <p:nvPr>
            <p:ph idx="2" type="body"/>
          </p:nvPr>
        </p:nvSpPr>
        <p:spPr>
          <a:xfrm>
            <a:off x="7007149"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6" name="Google Shape;266;g13471021aad_0_686"/>
          <p:cNvSpPr txBox="1"/>
          <p:nvPr>
            <p:ph idx="3" type="body"/>
          </p:nvPr>
        </p:nvSpPr>
        <p:spPr>
          <a:xfrm>
            <a:off x="13366852" y="2009562"/>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7" name="Google Shape;267;g13471021aad_0_686"/>
          <p:cNvSpPr txBox="1"/>
          <p:nvPr>
            <p:ph idx="4" type="body"/>
          </p:nvPr>
        </p:nvSpPr>
        <p:spPr>
          <a:xfrm>
            <a:off x="646656"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8" name="Google Shape;268;g13471021aad_0_686"/>
          <p:cNvSpPr txBox="1"/>
          <p:nvPr>
            <p:ph idx="5" type="body"/>
          </p:nvPr>
        </p:nvSpPr>
        <p:spPr>
          <a:xfrm>
            <a:off x="7007149"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
        <p:nvSpPr>
          <p:cNvPr id="269" name="Google Shape;269;g13471021aad_0_686"/>
          <p:cNvSpPr txBox="1"/>
          <p:nvPr>
            <p:ph idx="6" type="body"/>
          </p:nvPr>
        </p:nvSpPr>
        <p:spPr>
          <a:xfrm>
            <a:off x="13366852" y="6435347"/>
            <a:ext cx="6056400" cy="4041000"/>
          </a:xfrm>
          <a:prstGeom prst="rect">
            <a:avLst/>
          </a:prstGeom>
          <a:noFill/>
          <a:ln>
            <a:noFill/>
          </a:ln>
        </p:spPr>
        <p:txBody>
          <a:bodyPr anchorCtr="0" anchor="t" bIns="0" lIns="0" spcFirstLastPara="1" rIns="0" wrap="square" tIns="0">
            <a:normAutofit/>
          </a:bodyPr>
          <a:lstStyle>
            <a:lvl1pPr indent="-228600" lvl="0" marL="457200" rtl="0" algn="l">
              <a:lnSpc>
                <a:spcPct val="100000"/>
              </a:lnSpc>
              <a:spcBef>
                <a:spcPts val="0"/>
              </a:spcBef>
              <a:spcAft>
                <a:spcPts val="0"/>
              </a:spcAft>
              <a:buSzPts val="2800"/>
              <a:buNone/>
              <a:defRPr/>
            </a:lvl1pPr>
            <a:lvl2pPr indent="-228600" lvl="1" marL="914400" rtl="0" algn="l">
              <a:lnSpc>
                <a:spcPct val="100000"/>
              </a:lnSpc>
              <a:spcBef>
                <a:spcPts val="0"/>
              </a:spcBef>
              <a:spcAft>
                <a:spcPts val="0"/>
              </a:spcAft>
              <a:buSzPts val="2800"/>
              <a:buNone/>
              <a:defRPr/>
            </a:lvl2pPr>
            <a:lvl3pPr indent="-228600" lvl="2" marL="1371600" rtl="0" algn="l">
              <a:lnSpc>
                <a:spcPct val="100000"/>
              </a:lnSpc>
              <a:spcBef>
                <a:spcPts val="0"/>
              </a:spcBef>
              <a:spcAft>
                <a:spcPts val="0"/>
              </a:spcAft>
              <a:buSzPts val="2800"/>
              <a:buNone/>
              <a:defRPr/>
            </a:lvl3pPr>
            <a:lvl4pPr indent="-228600" lvl="3" marL="1828800" rtl="0" algn="l">
              <a:lnSpc>
                <a:spcPct val="100000"/>
              </a:lnSpc>
              <a:spcBef>
                <a:spcPts val="0"/>
              </a:spcBef>
              <a:spcAft>
                <a:spcPts val="0"/>
              </a:spcAft>
              <a:buSzPts val="2800"/>
              <a:buNone/>
              <a:defRPr/>
            </a:lvl4pPr>
            <a:lvl5pPr indent="-228600" lvl="4" marL="2286000" rtl="0" algn="l">
              <a:lnSpc>
                <a:spcPct val="100000"/>
              </a:lnSpc>
              <a:spcBef>
                <a:spcPts val="0"/>
              </a:spcBef>
              <a:spcAft>
                <a:spcPts val="0"/>
              </a:spcAft>
              <a:buSzPts val="2800"/>
              <a:buNone/>
              <a:defRPr/>
            </a:lvl5pPr>
            <a:lvl6pPr indent="-228600" lvl="5" marL="2743200" rtl="0" algn="l">
              <a:lnSpc>
                <a:spcPct val="100000"/>
              </a:lnSpc>
              <a:spcBef>
                <a:spcPts val="0"/>
              </a:spcBef>
              <a:spcAft>
                <a:spcPts val="0"/>
              </a:spcAft>
              <a:buSzPts val="2800"/>
              <a:buNone/>
              <a:defRPr/>
            </a:lvl6pPr>
            <a:lvl7pPr indent="-228600" lvl="6" marL="3200400" rtl="0" algn="l">
              <a:lnSpc>
                <a:spcPct val="100000"/>
              </a:lnSpc>
              <a:spcBef>
                <a:spcPts val="0"/>
              </a:spcBef>
              <a:spcAft>
                <a:spcPts val="0"/>
              </a:spcAft>
              <a:buSzPts val="2800"/>
              <a:buNone/>
              <a:defRPr/>
            </a:lvl7pPr>
            <a:lvl8pPr indent="-228600" lvl="7" marL="3657600" rtl="0" algn="l">
              <a:lnSpc>
                <a:spcPct val="100000"/>
              </a:lnSpc>
              <a:spcBef>
                <a:spcPts val="0"/>
              </a:spcBef>
              <a:spcAft>
                <a:spcPts val="0"/>
              </a:spcAft>
              <a:buSzPts val="2800"/>
              <a:buNone/>
              <a:defRPr/>
            </a:lvl8pPr>
            <a:lvl9pPr indent="-228600" lvl="8" marL="4114800" rtl="0" algn="l">
              <a:lnSpc>
                <a:spcPct val="100000"/>
              </a:lnSpc>
              <a:spcBef>
                <a:spcPts val="0"/>
              </a:spcBef>
              <a:spcAft>
                <a:spcPts val="0"/>
              </a:spcAft>
              <a:buSzPts val="28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7.xml"/><Relationship Id="rId10" Type="http://schemas.openxmlformats.org/officeDocument/2006/relationships/slideLayout" Target="../slideLayouts/slideLayout16.xml"/><Relationship Id="rId13" Type="http://schemas.openxmlformats.org/officeDocument/2006/relationships/slideLayout" Target="../slideLayouts/slideLayout19.xml"/><Relationship Id="rId12" Type="http://schemas.openxmlformats.org/officeDocument/2006/relationships/slideLayout" Target="../slideLayouts/slideLayout18.xml"/><Relationship Id="rId1" Type="http://schemas.openxmlformats.org/officeDocument/2006/relationships/image" Target="../media/image18.jpg"/><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theme" Target="../theme/theme1.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slideLayout" Target="../slideLayouts/slideLayout13.xml"/><Relationship Id="rId8"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29.xml"/><Relationship Id="rId10" Type="http://schemas.openxmlformats.org/officeDocument/2006/relationships/slideLayout" Target="../slideLayouts/slideLayout28.xml"/><Relationship Id="rId13" Type="http://schemas.openxmlformats.org/officeDocument/2006/relationships/slideLayout" Target="../slideLayouts/slideLayout31.xml"/><Relationship Id="rId12" Type="http://schemas.openxmlformats.org/officeDocument/2006/relationships/slideLayout" Target="../slideLayouts/slideLayout30.xml"/><Relationship Id="rId1" Type="http://schemas.openxmlformats.org/officeDocument/2006/relationships/image" Target="../media/image20.jpg"/><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theme" Target="../theme/theme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41.xml"/><Relationship Id="rId10" Type="http://schemas.openxmlformats.org/officeDocument/2006/relationships/slideLayout" Target="../slideLayouts/slideLayout40.xml"/><Relationship Id="rId13" Type="http://schemas.openxmlformats.org/officeDocument/2006/relationships/slideLayout" Target="../slideLayouts/slideLayout43.xml"/><Relationship Id="rId12" Type="http://schemas.openxmlformats.org/officeDocument/2006/relationships/slideLayout" Target="../slideLayouts/slideLayout42.xml"/><Relationship Id="rId1" Type="http://schemas.openxmlformats.org/officeDocument/2006/relationships/image" Target="../media/image19.jpg"/><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heme" Target="../theme/theme3.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880393" y="2411901"/>
            <a:ext cx="3956050" cy="133159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855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8"/>
          <p:cNvSpPr txBox="1"/>
          <p:nvPr>
            <p:ph idx="1" type="body"/>
          </p:nvPr>
        </p:nvSpPr>
        <p:spPr>
          <a:xfrm>
            <a:off x="1005205" y="2601150"/>
            <a:ext cx="18093690" cy="7464171"/>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8" name="Google Shape;8;p8"/>
          <p:cNvSpPr txBox="1"/>
          <p:nvPr>
            <p:ph idx="11" type="ftr"/>
          </p:nvPr>
        </p:nvSpPr>
        <p:spPr>
          <a:xfrm>
            <a:off x="6835394" y="10517696"/>
            <a:ext cx="6433312" cy="565467"/>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8"/>
          <p:cNvSpPr txBox="1"/>
          <p:nvPr>
            <p:ph idx="10" type="dt"/>
          </p:nvPr>
        </p:nvSpPr>
        <p:spPr>
          <a:xfrm>
            <a:off x="1005205" y="10517696"/>
            <a:ext cx="4623943" cy="565467"/>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8"/>
          <p:cNvSpPr txBox="1"/>
          <p:nvPr>
            <p:ph idx="12" type="sldNum"/>
          </p:nvPr>
        </p:nvSpPr>
        <p:spPr>
          <a:xfrm>
            <a:off x="14474953" y="10517696"/>
            <a:ext cx="4623943" cy="565467"/>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CL"/>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2" name="Shape 102"/>
        <p:cNvGrpSpPr/>
        <p:nvPr/>
      </p:nvGrpSpPr>
      <p:grpSpPr>
        <a:xfrm>
          <a:off x="0" y="0"/>
          <a:ext cx="0" cy="0"/>
          <a:chOff x="0" y="0"/>
          <a:chExt cx="0" cy="0"/>
        </a:xfrm>
      </p:grpSpPr>
      <p:sp>
        <p:nvSpPr>
          <p:cNvPr id="103" name="Google Shape;103;g13547584bed_0_422"/>
          <p:cNvSpPr/>
          <p:nvPr/>
        </p:nvSpPr>
        <p:spPr>
          <a:xfrm>
            <a:off x="1694602" y="350857"/>
            <a:ext cx="1986000" cy="1339800"/>
          </a:xfrm>
          <a:prstGeom prst="parallelogram">
            <a:avLst>
              <a:gd fmla="val 45310" name="adj"/>
            </a:avLst>
          </a:prstGeom>
          <a:solidFill>
            <a:srgbClr val="BED60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4" name="Google Shape;104;g13547584bed_0_422"/>
          <p:cNvSpPr/>
          <p:nvPr/>
        </p:nvSpPr>
        <p:spPr>
          <a:xfrm>
            <a:off x="322140" y="350857"/>
            <a:ext cx="1986000" cy="1339800"/>
          </a:xfrm>
          <a:prstGeom prst="parallelogram">
            <a:avLst>
              <a:gd fmla="val 45310" name="adj"/>
            </a:avLst>
          </a:prstGeom>
          <a:gradFill>
            <a:gsLst>
              <a:gs pos="0">
                <a:srgbClr val="BDD503"/>
              </a:gs>
              <a:gs pos="35000">
                <a:srgbClr val="BDD503"/>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05" name="Google Shape;105;g13547584bed_0_422"/>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106" name="Google Shape;106;g13547584bed_0_422"/>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07" name="Google Shape;107;g13547584bed_0_422"/>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08" name="Google Shape;108;g13547584bed_0_422"/>
          <p:cNvSpPr txBox="1"/>
          <p:nvPr>
            <p:ph type="title"/>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09" name="Google Shape;109;g13547584bed_0_422"/>
          <p:cNvSpPr/>
          <p:nvPr/>
        </p:nvSpPr>
        <p:spPr>
          <a:xfrm>
            <a:off x="15203923"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sp>
        <p:nvSpPr>
          <p:cNvPr id="159" name="Google Shape;159;g13471021aad_0_528"/>
          <p:cNvSpPr/>
          <p:nvPr/>
        </p:nvSpPr>
        <p:spPr>
          <a:xfrm>
            <a:off x="1694602" y="350857"/>
            <a:ext cx="1986000" cy="1339800"/>
          </a:xfrm>
          <a:prstGeom prst="parallelogram">
            <a:avLst>
              <a:gd fmla="val 45310" name="adj"/>
            </a:avLst>
          </a:prstGeom>
          <a:solidFill>
            <a:srgbClr val="BED600"/>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0" name="Google Shape;160;g13471021aad_0_528"/>
          <p:cNvSpPr/>
          <p:nvPr/>
        </p:nvSpPr>
        <p:spPr>
          <a:xfrm>
            <a:off x="322141" y="350857"/>
            <a:ext cx="1986000" cy="1339800"/>
          </a:xfrm>
          <a:prstGeom prst="parallelogram">
            <a:avLst>
              <a:gd fmla="val 45310" name="adj"/>
            </a:avLst>
          </a:prstGeom>
          <a:gradFill>
            <a:gsLst>
              <a:gs pos="0">
                <a:srgbClr val="BDD503"/>
              </a:gs>
              <a:gs pos="35000">
                <a:srgbClr val="BDD503"/>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161" name="Google Shape;161;g13471021aad_0_528"/>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162" name="Google Shape;162;g13471021aad_0_528"/>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63" name="Google Shape;163;g13471021aad_0_528"/>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164" name="Google Shape;164;g13471021aad_0_528"/>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165" name="Google Shape;165;g13471021aad_0_528"/>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4" name="Shape 214"/>
        <p:cNvGrpSpPr/>
        <p:nvPr/>
      </p:nvGrpSpPr>
      <p:grpSpPr>
        <a:xfrm>
          <a:off x="0" y="0"/>
          <a:ext cx="0" cy="0"/>
          <a:chOff x="0" y="0"/>
          <a:chExt cx="0" cy="0"/>
        </a:xfrm>
      </p:grpSpPr>
      <p:sp>
        <p:nvSpPr>
          <p:cNvPr id="215" name="Google Shape;215;g13471021aad_0_638"/>
          <p:cNvSpPr/>
          <p:nvPr/>
        </p:nvSpPr>
        <p:spPr>
          <a:xfrm>
            <a:off x="1694602" y="350857"/>
            <a:ext cx="1986000" cy="1339800"/>
          </a:xfrm>
          <a:prstGeom prst="parallelogram">
            <a:avLst>
              <a:gd fmla="val 45310" name="adj"/>
            </a:avLst>
          </a:prstGeom>
          <a:solidFill>
            <a:schemeClr val="accent1"/>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16" name="Google Shape;216;g13471021aad_0_638"/>
          <p:cNvSpPr/>
          <p:nvPr/>
        </p:nvSpPr>
        <p:spPr>
          <a:xfrm>
            <a:off x="322141" y="350857"/>
            <a:ext cx="1986000" cy="1339800"/>
          </a:xfrm>
          <a:prstGeom prst="parallelogram">
            <a:avLst>
              <a:gd fmla="val 45310" name="adj"/>
            </a:avLst>
          </a:prstGeom>
          <a:gradFill>
            <a:gsLst>
              <a:gs pos="0">
                <a:srgbClr val="DE3075"/>
              </a:gs>
              <a:gs pos="35000">
                <a:srgbClr val="DE3075"/>
              </a:gs>
              <a:gs pos="100000">
                <a:srgbClr val="FFFFFF"/>
              </a:gs>
            </a:gsLst>
            <a:lin ang="10800025" scaled="0"/>
          </a:gra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pic>
        <p:nvPicPr>
          <p:cNvPr id="217" name="Google Shape;217;g13471021aad_0_638"/>
          <p:cNvPicPr preferRelativeResize="0"/>
          <p:nvPr/>
        </p:nvPicPr>
        <p:blipFill rotWithShape="1">
          <a:blip r:embed="rId1">
            <a:alphaModFix/>
          </a:blip>
          <a:srcRect b="0" l="0" r="0" t="0"/>
          <a:stretch/>
        </p:blipFill>
        <p:spPr>
          <a:xfrm>
            <a:off x="13586098" y="642347"/>
            <a:ext cx="4529081" cy="757518"/>
          </a:xfrm>
          <a:prstGeom prst="rect">
            <a:avLst/>
          </a:prstGeom>
          <a:noFill/>
          <a:ln>
            <a:noFill/>
          </a:ln>
        </p:spPr>
      </p:pic>
      <p:sp>
        <p:nvSpPr>
          <p:cNvPr id="218" name="Google Shape;218;g13471021aad_0_638"/>
          <p:cNvSpPr txBox="1"/>
          <p:nvPr>
            <p:ph idx="1" type="body"/>
          </p:nvPr>
        </p:nvSpPr>
        <p:spPr>
          <a:xfrm>
            <a:off x="646655" y="2009562"/>
            <a:ext cx="18810000" cy="8472000"/>
          </a:xfrm>
          <a:prstGeom prst="rect">
            <a:avLst/>
          </a:prstGeom>
          <a:noFill/>
          <a:ln>
            <a:noFill/>
          </a:ln>
        </p:spPr>
        <p:txBody>
          <a:bodyPr anchorCtr="0" anchor="t" bIns="92100" lIns="184250" spcFirstLastPara="1" rIns="184250" wrap="square" tIns="92100">
            <a:noAutofit/>
          </a:bodyPr>
          <a:lstStyle>
            <a:lvl1pPr indent="-228600" lvl="0" marL="457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19" name="Google Shape;219;g13471021aad_0_638"/>
          <p:cNvSpPr/>
          <p:nvPr/>
        </p:nvSpPr>
        <p:spPr>
          <a:xfrm>
            <a:off x="3018781" y="350857"/>
            <a:ext cx="10566600" cy="1339800"/>
          </a:xfrm>
          <a:prstGeom prst="parallelogram">
            <a:avLst>
              <a:gd fmla="val 45310" name="adj"/>
            </a:avLst>
          </a:prstGeom>
          <a:solidFill>
            <a:schemeClr val="dk2"/>
          </a:solidFill>
          <a:ln>
            <a:noFill/>
          </a:ln>
        </p:spPr>
        <p:txBody>
          <a:bodyPr anchorCtr="0" anchor="ctr" bIns="184250" lIns="184250" spcFirstLastPara="1" rIns="184250" wrap="square" tIns="184250">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rgbClr val="000000"/>
              </a:solidFill>
              <a:latin typeface="Arial"/>
              <a:ea typeface="Arial"/>
              <a:cs typeface="Arial"/>
              <a:sym typeface="Arial"/>
            </a:endParaRPr>
          </a:p>
        </p:txBody>
      </p:sp>
      <p:sp>
        <p:nvSpPr>
          <p:cNvPr id="220" name="Google Shape;220;g13471021aad_0_638"/>
          <p:cNvSpPr txBox="1"/>
          <p:nvPr>
            <p:ph type="title"/>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lvl1pPr lvl="0"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2800"/>
              <a:buFont typeface="Arial"/>
              <a:buNone/>
              <a:defRPr b="0" i="0" sz="3600" u="none" cap="none" strike="noStrike">
                <a:solidFill>
                  <a:srgbClr val="000000"/>
                </a:solidFill>
                <a:latin typeface="Arial"/>
                <a:ea typeface="Arial"/>
                <a:cs typeface="Arial"/>
                <a:sym typeface="Arial"/>
              </a:defRPr>
            </a:lvl9pPr>
          </a:lstStyle>
          <a:p/>
        </p:txBody>
      </p:sp>
      <p:sp>
        <p:nvSpPr>
          <p:cNvPr id="221" name="Google Shape;221;g13471021aad_0_638"/>
          <p:cNvSpPr/>
          <p:nvPr/>
        </p:nvSpPr>
        <p:spPr>
          <a:xfrm>
            <a:off x="15203924" y="10482372"/>
            <a:ext cx="4522800" cy="601500"/>
          </a:xfrm>
          <a:prstGeom prst="rect">
            <a:avLst/>
          </a:prstGeom>
          <a:noFill/>
          <a:ln>
            <a:noFill/>
          </a:ln>
        </p:spPr>
        <p:txBody>
          <a:bodyPr anchorCtr="0" anchor="ctr" bIns="92100" lIns="184250" spcFirstLastPara="1" rIns="184250" wrap="square" tIns="92100">
            <a:noAutofit/>
          </a:bodyPr>
          <a:lstStyle/>
          <a:p>
            <a:pPr indent="0" lvl="0" marL="0" marR="0" rtl="0" algn="r">
              <a:lnSpc>
                <a:spcPct val="100000"/>
              </a:lnSpc>
              <a:spcBef>
                <a:spcPts val="0"/>
              </a:spcBef>
              <a:spcAft>
                <a:spcPts val="0"/>
              </a:spcAft>
              <a:buClr>
                <a:srgbClr val="000000"/>
              </a:buClr>
              <a:buSzPts val="2400"/>
              <a:buFont typeface="Arial"/>
              <a:buNone/>
            </a:pPr>
            <a:fld id="{00000000-1234-1234-1234-123412341234}" type="slidenum">
              <a:rPr b="0" i="0" lang="es-CL" sz="2400" u="none" cap="none" strike="noStrike">
                <a:solidFill>
                  <a:srgbClr val="6C7A8A"/>
                </a:solidFill>
                <a:latin typeface="Roboto Mono"/>
                <a:ea typeface="Roboto Mono"/>
                <a:cs typeface="Roboto Mono"/>
                <a:sym typeface="Roboto Mono"/>
              </a:rPr>
              <a:t>‹#›</a:t>
            </a:fld>
            <a:endParaRPr b="0" i="0" sz="2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4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5.png"/><Relationship Id="rId4" Type="http://schemas.openxmlformats.org/officeDocument/2006/relationships/image" Target="../media/image22.png"/><Relationship Id="rId5"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www.youtube.com/watch?v=a9__D53WsUs" TargetMode="External"/><Relationship Id="rId4" Type="http://schemas.openxmlformats.org/officeDocument/2006/relationships/image" Target="../media/image2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www.youtube.com/watch?v=4D3X6Xl5c_Y" TargetMode="External"/><Relationship Id="rId4" Type="http://schemas.openxmlformats.org/officeDocument/2006/relationships/image" Target="../media/image2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4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29.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 Id="rId3" Type="http://schemas.openxmlformats.org/officeDocument/2006/relationships/hyperlink" Target="http://www.youtube.com/watch?v=DayKYPyEzwQ" TargetMode="External"/><Relationship Id="rId4" Type="http://schemas.openxmlformats.org/officeDocument/2006/relationships/image" Target="../media/image3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9.xml"/><Relationship Id="rId3" Type="http://schemas.openxmlformats.org/officeDocument/2006/relationships/image" Target="../media/image2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0.xml"/><Relationship Id="rId3" Type="http://schemas.openxmlformats.org/officeDocument/2006/relationships/image" Target="../media/image3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1.xml"/><Relationship Id="rId3" Type="http://schemas.openxmlformats.org/officeDocument/2006/relationships/image" Target="../media/image33.png"/><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2.xml"/><Relationship Id="rId3" Type="http://schemas.openxmlformats.org/officeDocument/2006/relationships/image" Target="../media/image36.png"/><Relationship Id="rId4"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 Id="rId3" Type="http://schemas.openxmlformats.org/officeDocument/2006/relationships/image" Target="../media/image34.jp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 Id="rId3" Type="http://schemas.openxmlformats.org/officeDocument/2006/relationships/image" Target="../media/image37.png"/><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6.xml"/><Relationship Id="rId3" Type="http://schemas.openxmlformats.org/officeDocument/2006/relationships/image" Target="../media/image3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7.xml"/><Relationship Id="rId3" Type="http://schemas.openxmlformats.org/officeDocument/2006/relationships/image" Target="../media/image43.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 Id="rId3" Type="http://schemas.openxmlformats.org/officeDocument/2006/relationships/image" Target="../media/image4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1"/>
          <p:cNvSpPr txBox="1"/>
          <p:nvPr>
            <p:ph idx="1" type="body"/>
          </p:nvPr>
        </p:nvSpPr>
        <p:spPr>
          <a:xfrm>
            <a:off x="5138402" y="6401309"/>
            <a:ext cx="10649100" cy="4986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1000"/>
              </a:spcBef>
              <a:spcAft>
                <a:spcPts val="0"/>
              </a:spcAft>
              <a:buClr>
                <a:schemeClr val="dk1"/>
              </a:buClr>
              <a:buSzPts val="2800"/>
              <a:buFont typeface="Arial"/>
              <a:buNone/>
            </a:pPr>
            <a:r>
              <a:rPr lang="es-CL" sz="3600">
                <a:solidFill>
                  <a:schemeClr val="lt1"/>
                </a:solidFill>
                <a:latin typeface="Calibri"/>
                <a:ea typeface="Calibri"/>
                <a:cs typeface="Calibri"/>
                <a:sym typeface="Calibri"/>
              </a:rPr>
              <a:t>SIY6122</a:t>
            </a:r>
            <a:endParaRPr/>
          </a:p>
        </p:txBody>
      </p:sp>
      <p:sp>
        <p:nvSpPr>
          <p:cNvPr id="275" name="Google Shape;275;p1"/>
          <p:cNvSpPr txBox="1"/>
          <p:nvPr>
            <p:ph idx="2" type="body"/>
          </p:nvPr>
        </p:nvSpPr>
        <p:spPr>
          <a:xfrm>
            <a:off x="4718050" y="2731839"/>
            <a:ext cx="11430000" cy="3431100"/>
          </a:xfrm>
          <a:prstGeom prst="rect">
            <a:avLst/>
          </a:prstGeom>
          <a:noFill/>
          <a:ln>
            <a:noFill/>
          </a:ln>
        </p:spPr>
        <p:txBody>
          <a:bodyPr anchorCtr="0" anchor="t" bIns="0" lIns="0" spcFirstLastPara="1" rIns="0" wrap="square" tIns="0">
            <a:spAutoFit/>
          </a:bodyPr>
          <a:lstStyle/>
          <a:p>
            <a:pPr indent="0" lvl="0" marL="0" rtl="0" algn="ctr">
              <a:lnSpc>
                <a:spcPct val="90000"/>
              </a:lnSpc>
              <a:spcBef>
                <a:spcPts val="0"/>
              </a:spcBef>
              <a:spcAft>
                <a:spcPts val="0"/>
              </a:spcAft>
              <a:buClr>
                <a:schemeClr val="dk1"/>
              </a:buClr>
              <a:buSzPts val="4800"/>
              <a:buFont typeface="Arial"/>
              <a:buNone/>
            </a:pPr>
            <a:r>
              <a:rPr lang="es-CL" sz="5700">
                <a:latin typeface="Calibri"/>
                <a:ea typeface="Calibri"/>
                <a:cs typeface="Calibri"/>
                <a:sym typeface="Calibri"/>
              </a:rPr>
              <a:t>2.4.1 Conociendo y estructurando las herramientas que resuelven el desafío</a:t>
            </a:r>
            <a:endParaRPr sz="2050">
              <a:solidFill>
                <a:schemeClr val="dk1"/>
              </a:solidFill>
            </a:endParaRPr>
          </a:p>
          <a:p>
            <a:pPr indent="0" lvl="0" marL="0" rtl="0" algn="ctr">
              <a:lnSpc>
                <a:spcPct val="100000"/>
              </a:lnSpc>
              <a:spcBef>
                <a:spcPts val="0"/>
              </a:spcBef>
              <a:spcAft>
                <a:spcPts val="0"/>
              </a:spcAft>
              <a:buSzPts val="1400"/>
              <a:buNone/>
            </a:pPr>
            <a:r>
              <a:t/>
            </a:r>
            <a:endParaRPr sz="6900"/>
          </a:p>
        </p:txBody>
      </p:sp>
      <p:sp>
        <p:nvSpPr>
          <p:cNvPr id="276" name="Google Shape;276;p1"/>
          <p:cNvSpPr txBox="1"/>
          <p:nvPr>
            <p:ph idx="3" type="body"/>
          </p:nvPr>
        </p:nvSpPr>
        <p:spPr>
          <a:xfrm>
            <a:off x="5092767" y="7676832"/>
            <a:ext cx="10695000" cy="492600"/>
          </a:xfrm>
          <a:prstGeom prst="rect">
            <a:avLst/>
          </a:prstGeom>
          <a:noFill/>
          <a:ln>
            <a:noFill/>
          </a:ln>
        </p:spPr>
        <p:txBody>
          <a:bodyPr anchorCtr="0" anchor="t" bIns="0" lIns="0" spcFirstLastPara="1" rIns="0" wrap="square" tIns="0">
            <a:spAutoFit/>
          </a:bodyPr>
          <a:lstStyle/>
          <a:p>
            <a:pPr indent="0" lvl="0" marL="0" rtl="0" algn="ctr">
              <a:lnSpc>
                <a:spcPct val="100000"/>
              </a:lnSpc>
              <a:spcBef>
                <a:spcPts val="0"/>
              </a:spcBef>
              <a:spcAft>
                <a:spcPts val="0"/>
              </a:spcAft>
              <a:buSzPts val="1400"/>
              <a:buNone/>
            </a:pPr>
            <a:r>
              <a:rPr lang="es-CL"/>
              <a:t>Profesor</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g133e68395f5_0_46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IoT</a:t>
            </a:r>
            <a:endParaRPr>
              <a:solidFill>
                <a:schemeClr val="lt1"/>
              </a:solidFill>
            </a:endParaRPr>
          </a:p>
        </p:txBody>
      </p:sp>
      <p:sp>
        <p:nvSpPr>
          <p:cNvPr id="282" name="Google Shape;282;g133e68395f5_0_466"/>
          <p:cNvSpPr txBox="1"/>
          <p:nvPr/>
        </p:nvSpPr>
        <p:spPr>
          <a:xfrm>
            <a:off x="700100" y="2638850"/>
            <a:ext cx="5250000" cy="7080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s-CL" sz="3200"/>
              <a:t>Una aplicación común para los sistemas de IoT es la recopilación de datos. Los dispositivos de IoT, como sensores, a menudo se implementan en ubicaciones donde ocurre la recopilación de datos. La agricultura, el transporte y la manufactura son solo algunos ejemplos de áreas donde la recopilación de datos se realiza mediante uno o más sistemas de IoT.</a:t>
            </a:r>
            <a:endParaRPr b="0" i="0" sz="3200" u="none" cap="none" strike="noStrike">
              <a:solidFill>
                <a:srgbClr val="000000"/>
              </a:solidFill>
              <a:latin typeface="Arial"/>
              <a:ea typeface="Arial"/>
              <a:cs typeface="Arial"/>
              <a:sym typeface="Arial"/>
            </a:endParaRPr>
          </a:p>
        </p:txBody>
      </p:sp>
      <p:pic>
        <p:nvPicPr>
          <p:cNvPr id="283" name="Google Shape;283;g133e68395f5_0_466"/>
          <p:cNvPicPr preferRelativeResize="0"/>
          <p:nvPr/>
        </p:nvPicPr>
        <p:blipFill>
          <a:blip r:embed="rId3">
            <a:alphaModFix/>
          </a:blip>
          <a:stretch>
            <a:fillRect/>
          </a:stretch>
        </p:blipFill>
        <p:spPr>
          <a:xfrm>
            <a:off x="7937925" y="2715050"/>
            <a:ext cx="9792524" cy="6603501"/>
          </a:xfrm>
          <a:prstGeom prst="rect">
            <a:avLst/>
          </a:prstGeom>
          <a:noFill/>
          <a:ln>
            <a:noFill/>
          </a:ln>
        </p:spPr>
      </p:pic>
      <p:sp>
        <p:nvSpPr>
          <p:cNvPr id="284" name="Google Shape;284;g133e68395f5_0_466"/>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Herramientas tecnológicas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13471021aad_1_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IoT</a:t>
            </a:r>
            <a:endParaRPr>
              <a:solidFill>
                <a:schemeClr val="lt1"/>
              </a:solidFill>
            </a:endParaRPr>
          </a:p>
        </p:txBody>
      </p:sp>
      <p:sp>
        <p:nvSpPr>
          <p:cNvPr id="290" name="Google Shape;290;g13471021aad_1_3"/>
          <p:cNvSpPr txBox="1"/>
          <p:nvPr/>
        </p:nvSpPr>
        <p:spPr>
          <a:xfrm>
            <a:off x="700100" y="2638850"/>
            <a:ext cx="5250000" cy="511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s-CL" sz="3200"/>
              <a:t>Con este fin es que hoy la Industria del Internet ha venido desarrollando variadas alternativas de plataforma tecnológica que permiten integrar soluciones más complejas.</a:t>
            </a:r>
            <a:endParaRPr sz="3200"/>
          </a:p>
          <a:p>
            <a:pPr indent="0" lvl="0" marL="0" marR="0" rtl="0" algn="ctr">
              <a:lnSpc>
                <a:spcPct val="100000"/>
              </a:lnSpc>
              <a:spcBef>
                <a:spcPts val="0"/>
              </a:spcBef>
              <a:spcAft>
                <a:spcPts val="0"/>
              </a:spcAft>
              <a:buClr>
                <a:srgbClr val="000000"/>
              </a:buClr>
              <a:buSzPts val="3200"/>
              <a:buFont typeface="Arial"/>
              <a:buNone/>
            </a:pPr>
            <a:r>
              <a:t/>
            </a:r>
            <a:endParaRPr sz="3200"/>
          </a:p>
          <a:p>
            <a:pPr indent="0" lvl="0" marL="0" marR="0" rtl="0" algn="ctr">
              <a:lnSpc>
                <a:spcPct val="100000"/>
              </a:lnSpc>
              <a:spcBef>
                <a:spcPts val="0"/>
              </a:spcBef>
              <a:spcAft>
                <a:spcPts val="0"/>
              </a:spcAft>
              <a:buClr>
                <a:srgbClr val="000000"/>
              </a:buClr>
              <a:buSzPts val="3200"/>
              <a:buFont typeface="Arial"/>
              <a:buNone/>
            </a:pPr>
            <a:r>
              <a:rPr lang="es-CL" sz="3200"/>
              <a:t>Una de ellas corresponden a la Cloud</a:t>
            </a:r>
            <a:endParaRPr sz="3200"/>
          </a:p>
        </p:txBody>
      </p:sp>
      <p:sp>
        <p:nvSpPr>
          <p:cNvPr id="291" name="Google Shape;291;g13471021aad_1_3"/>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Herramientas tecnológicas</a:t>
            </a:r>
            <a:endParaRPr/>
          </a:p>
        </p:txBody>
      </p:sp>
      <p:pic>
        <p:nvPicPr>
          <p:cNvPr id="292" name="Google Shape;292;g13471021aad_1_3"/>
          <p:cNvPicPr preferRelativeResize="0"/>
          <p:nvPr/>
        </p:nvPicPr>
        <p:blipFill>
          <a:blip r:embed="rId3">
            <a:alphaModFix/>
          </a:blip>
          <a:stretch>
            <a:fillRect/>
          </a:stretch>
        </p:blipFill>
        <p:spPr>
          <a:xfrm>
            <a:off x="7709425" y="2813900"/>
            <a:ext cx="8401050" cy="6000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7"/>
          <p:cNvSpPr txBox="1"/>
          <p:nvPr>
            <p:ph type="title"/>
          </p:nvPr>
        </p:nvSpPr>
        <p:spPr>
          <a:xfrm>
            <a:off x="1093390" y="7778794"/>
            <a:ext cx="60483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g13471021aad_1_11"/>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03" name="Google Shape;303;g13471021aad_1_11"/>
          <p:cNvSpPr txBox="1"/>
          <p:nvPr/>
        </p:nvSpPr>
        <p:spPr>
          <a:xfrm>
            <a:off x="700100" y="2638850"/>
            <a:ext cx="17151600" cy="3140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rPr lang="es-CL" sz="3200"/>
              <a:t>Los servicios en la nube son servicios que ofrecen los proveedores de la nube, que se alojan fuera de las instalaciones y están disponibles bajo demanda. Los clientes en la nube tienen acceso a un grupo compartido de recursos informáticos configurables que puede abastecerse y lanzarse rápidamente con un mínimo esfuerzo de administración.</a:t>
            </a:r>
            <a:endParaRPr sz="3200"/>
          </a:p>
          <a:p>
            <a:pPr indent="0" lvl="0" marL="0" marR="0" rtl="0" algn="ctr">
              <a:lnSpc>
                <a:spcPct val="100000"/>
              </a:lnSpc>
              <a:spcBef>
                <a:spcPts val="0"/>
              </a:spcBef>
              <a:spcAft>
                <a:spcPts val="0"/>
              </a:spcAft>
              <a:buClr>
                <a:srgbClr val="000000"/>
              </a:buClr>
              <a:buSzPts val="3200"/>
              <a:buFont typeface="Arial"/>
              <a:buNone/>
            </a:pPr>
            <a:r>
              <a:t/>
            </a:r>
            <a:endParaRPr sz="3200"/>
          </a:p>
          <a:p>
            <a:pPr indent="0" lvl="0" marL="0" marR="0" rtl="0" algn="ctr">
              <a:lnSpc>
                <a:spcPct val="100000"/>
              </a:lnSpc>
              <a:spcBef>
                <a:spcPts val="0"/>
              </a:spcBef>
              <a:spcAft>
                <a:spcPts val="0"/>
              </a:spcAft>
              <a:buClr>
                <a:srgbClr val="000000"/>
              </a:buClr>
              <a:buSzPts val="3200"/>
              <a:buFont typeface="Arial"/>
              <a:buNone/>
            </a:pPr>
            <a:r>
              <a:rPr lang="es-CL" sz="3200"/>
              <a:t>Una de ellas corresponden a la Cloud</a:t>
            </a:r>
            <a:endParaRPr sz="3200"/>
          </a:p>
        </p:txBody>
      </p:sp>
      <p:sp>
        <p:nvSpPr>
          <p:cNvPr id="304" name="Google Shape;304;g13471021aad_1_11"/>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id="305" name="Google Shape;305;g13471021aad_1_11"/>
          <p:cNvPicPr preferRelativeResize="0"/>
          <p:nvPr/>
        </p:nvPicPr>
        <p:blipFill>
          <a:blip r:embed="rId3">
            <a:alphaModFix/>
          </a:blip>
          <a:stretch>
            <a:fillRect/>
          </a:stretch>
        </p:blipFill>
        <p:spPr>
          <a:xfrm>
            <a:off x="2952825" y="6707725"/>
            <a:ext cx="3697275" cy="3697275"/>
          </a:xfrm>
          <a:prstGeom prst="rect">
            <a:avLst/>
          </a:prstGeom>
          <a:noFill/>
          <a:ln>
            <a:noFill/>
          </a:ln>
        </p:spPr>
      </p:pic>
      <p:pic>
        <p:nvPicPr>
          <p:cNvPr id="306" name="Google Shape;306;g13471021aad_1_11"/>
          <p:cNvPicPr preferRelativeResize="0"/>
          <p:nvPr/>
        </p:nvPicPr>
        <p:blipFill>
          <a:blip r:embed="rId4">
            <a:alphaModFix/>
          </a:blip>
          <a:stretch>
            <a:fillRect/>
          </a:stretch>
        </p:blipFill>
        <p:spPr>
          <a:xfrm>
            <a:off x="7825725" y="6134576"/>
            <a:ext cx="5107328" cy="1474325"/>
          </a:xfrm>
          <a:prstGeom prst="rect">
            <a:avLst/>
          </a:prstGeom>
          <a:noFill/>
          <a:ln>
            <a:noFill/>
          </a:ln>
        </p:spPr>
      </p:pic>
      <p:pic>
        <p:nvPicPr>
          <p:cNvPr id="307" name="Google Shape;307;g13471021aad_1_11"/>
          <p:cNvPicPr preferRelativeResize="0"/>
          <p:nvPr/>
        </p:nvPicPr>
        <p:blipFill>
          <a:blip r:embed="rId5">
            <a:alphaModFix/>
          </a:blip>
          <a:stretch>
            <a:fillRect/>
          </a:stretch>
        </p:blipFill>
        <p:spPr>
          <a:xfrm>
            <a:off x="11810925" y="8041934"/>
            <a:ext cx="6651149" cy="10288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13471021aad_1_29"/>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13" name="Google Shape;313;g13471021aad_1_29"/>
          <p:cNvSpPr txBox="1"/>
          <p:nvPr/>
        </p:nvSpPr>
        <p:spPr>
          <a:xfrm>
            <a:off x="700100" y="2638850"/>
            <a:ext cx="17151600" cy="4617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3200"/>
          </a:p>
          <a:p>
            <a:pPr indent="0" lvl="0" marL="0" marR="0" rtl="0" algn="ctr">
              <a:lnSpc>
                <a:spcPct val="100000"/>
              </a:lnSpc>
              <a:spcBef>
                <a:spcPts val="0"/>
              </a:spcBef>
              <a:spcAft>
                <a:spcPts val="0"/>
              </a:spcAft>
              <a:buClr>
                <a:srgbClr val="000000"/>
              </a:buClr>
              <a:buSzPts val="3200"/>
              <a:buFont typeface="Arial"/>
              <a:buNone/>
            </a:pPr>
            <a:r>
              <a:rPr lang="es-CL" sz="3200"/>
              <a:t>Debido a la alta disponibilidad y a las grandes propiedades de escalamiento de recursos de los servicios en la nube, estos servicios son una excelente manera de ampliar la funcionalidad de un sistema de IoT. El procesamiento y el almacenamiento de datos puede realizarse en la nube en lugar de los dispositivos IoT. Dado que todos los servicios se encuentran alojados en la nube, los datos y los recursos siempre están disponibles para cualquier dispositivo del sistema siempre que el dispositivo tenga conectividad a Internet. Los proveedores de servicios en la nube también se toman muy en serio la seguridad, verificando que los datos del cliente se mantengan seguros.</a:t>
            </a:r>
            <a:endParaRPr sz="3200"/>
          </a:p>
        </p:txBody>
      </p:sp>
      <p:sp>
        <p:nvSpPr>
          <p:cNvPr id="314" name="Google Shape;314;g13471021aad_1_29"/>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13471021aad_1_39"/>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20" name="Google Shape;320;g13471021aad_1_39"/>
          <p:cNvSpPr txBox="1"/>
          <p:nvPr/>
        </p:nvSpPr>
        <p:spPr>
          <a:xfrm>
            <a:off x="700100" y="2638850"/>
            <a:ext cx="17151600" cy="2909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4700"/>
          </a:p>
          <a:p>
            <a:pPr indent="0" lvl="0" marL="0" marR="0" rtl="0" algn="ctr">
              <a:lnSpc>
                <a:spcPct val="100000"/>
              </a:lnSpc>
              <a:spcBef>
                <a:spcPts val="0"/>
              </a:spcBef>
              <a:spcAft>
                <a:spcPts val="0"/>
              </a:spcAft>
              <a:buClr>
                <a:srgbClr val="000000"/>
              </a:buClr>
              <a:buSzPts val="3200"/>
              <a:buFont typeface="Arial"/>
              <a:buNone/>
            </a:pPr>
            <a:r>
              <a:rPr b="1" lang="es-CL" sz="2600" u="sng">
                <a:solidFill>
                  <a:schemeClr val="dk1"/>
                </a:solidFill>
              </a:rPr>
              <a:t>Amazon AWS:</a:t>
            </a:r>
            <a:r>
              <a:rPr b="1" lang="es-CL" sz="2600">
                <a:solidFill>
                  <a:schemeClr val="dk1"/>
                </a:solidFill>
              </a:rPr>
              <a:t> </a:t>
            </a:r>
            <a:r>
              <a:rPr lang="es-CL" sz="2600">
                <a:solidFill>
                  <a:schemeClr val="dk1"/>
                </a:solidFill>
              </a:rPr>
              <a:t>La computación en la nube es un servicio en la nube que proporciona computación como servicio bajo demanda. Con la computación en la nube, un usuario puede implementar y comenzar a usar las PC en cuestión de minutos. Debido a que el servicio está diseñado para ser bajo demanda, los usuarios pueden comenzar con recursos de hardware escasos (memoria y CPU) y expandirse según sea necesario. Amazon proporciona un excelente servicio de computación en la nube denominado AWS.</a:t>
            </a:r>
            <a:endParaRPr sz="4700"/>
          </a:p>
        </p:txBody>
      </p:sp>
      <p:sp>
        <p:nvSpPr>
          <p:cNvPr id="321" name="Google Shape;321;g13471021aad_1_39"/>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descr="Amazon Web Services (AWS) is the world’s most comprehensive and broadly adopted cloud platform, offering over 200 services such as compute, databases, and storage. Learn more: https://amzn.to/33lsybW&#10;&#10;Explore how millions of customers—including the fastest-growing startups, largest enterprises, and leading government agencies—are using AWS to lower costs, become more agile, and innovate faster. &#10;&#10;To learn more about our products and customers see the links below:&#10;Topics:&#10;Cloud Products: 00:39:03 https://aws.amazon.com/products/&#10;AWS Startups: https://aws.amazon.com/startups/ &#10;AWS in the Enterprise: https://aws.amazon.com/enterprise/&#10;AWS in the Public Sector: https://aws.amazon.com/government-education/ &#10;Cloud Solutions by Industry: https://aws.amazon.com/industries/&#10;Compute: https://aws.amazon.com/products/compute/ &#10;Storage: https://aws.amazon.com/products/storage/ &#10;Databases: 1:11:00  https://aws.amazon.com/products/databases/ &#10;Machine Learning: https://aws.amazon.com/machine-learning/" id="322" name="Google Shape;322;g13471021aad_1_39" title="What is AWS? | Amazon Web Services">
            <a:hlinkClick r:id="rId3"/>
          </p:cNvPr>
          <p:cNvPicPr preferRelativeResize="0"/>
          <p:nvPr/>
        </p:nvPicPr>
        <p:blipFill>
          <a:blip r:embed="rId4">
            <a:alphaModFix/>
          </a:blip>
          <a:stretch>
            <a:fillRect/>
          </a:stretch>
        </p:blipFill>
        <p:spPr>
          <a:xfrm>
            <a:off x="2847800" y="5547950"/>
            <a:ext cx="7193100" cy="5394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10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g13471021aad_1_74"/>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28" name="Google Shape;328;g13471021aad_1_74"/>
          <p:cNvSpPr txBox="1"/>
          <p:nvPr/>
        </p:nvSpPr>
        <p:spPr>
          <a:xfrm>
            <a:off x="852500" y="1572050"/>
            <a:ext cx="17151600" cy="49101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4700"/>
          </a:p>
          <a:p>
            <a:pPr indent="0" lvl="0" marL="0" marR="0" rtl="0" algn="ctr">
              <a:lnSpc>
                <a:spcPct val="100000"/>
              </a:lnSpc>
              <a:spcBef>
                <a:spcPts val="0"/>
              </a:spcBef>
              <a:spcAft>
                <a:spcPts val="0"/>
              </a:spcAft>
              <a:buClr>
                <a:srgbClr val="000000"/>
              </a:buClr>
              <a:buSzPts val="3200"/>
              <a:buFont typeface="Arial"/>
              <a:buNone/>
            </a:pPr>
            <a:r>
              <a:rPr b="1" lang="es-CL" sz="2600" u="sng">
                <a:solidFill>
                  <a:schemeClr val="dk1"/>
                </a:solidFill>
              </a:rPr>
              <a:t>Google GCP</a:t>
            </a:r>
            <a:r>
              <a:rPr b="1" lang="es-CL" sz="2600" u="sng">
                <a:solidFill>
                  <a:schemeClr val="dk1"/>
                </a:solidFill>
              </a:rPr>
              <a:t>:</a:t>
            </a:r>
            <a:r>
              <a:rPr b="1" lang="es-CL" sz="2600">
                <a:solidFill>
                  <a:schemeClr val="dk1"/>
                </a:solidFill>
              </a:rPr>
              <a:t> </a:t>
            </a:r>
            <a:r>
              <a:rPr lang="es-CL" sz="2600">
                <a:solidFill>
                  <a:schemeClr val="dk1"/>
                </a:solidFill>
              </a:rPr>
              <a:t>Google Cloud consta de un conjunto de activos físicos, como computadoras y unidades de disco duro, y recursos virtuales, como máquinas virtuales (VM), que se encuentran en los centros de datos de Google en todo el mundo. Cada ubicación del centro de datos está en una región. Las regiones están disponibles en Asia, Australia, Europa, América del Norte y América del Sur. Cada región es una colección de zonas, que están aisladas entre sí dentro de la región. Cada zona se identifica con un nombre que combina una letra identificadora con el nombre de la región. Por ejemplo, la zona a en la región de Asia Oriental se llama asia-east1-a.</a:t>
            </a:r>
            <a:endParaRPr sz="2600">
              <a:solidFill>
                <a:schemeClr val="dk1"/>
              </a:solidFill>
            </a:endParaRPr>
          </a:p>
          <a:p>
            <a:pPr indent="0" lvl="0" marL="0" marR="0" rtl="0" algn="ctr">
              <a:lnSpc>
                <a:spcPct val="100000"/>
              </a:lnSpc>
              <a:spcBef>
                <a:spcPts val="0"/>
              </a:spcBef>
              <a:spcAft>
                <a:spcPts val="0"/>
              </a:spcAft>
              <a:buClr>
                <a:schemeClr val="dk1"/>
              </a:buClr>
              <a:buSzPts val="1100"/>
              <a:buFont typeface="Arial"/>
              <a:buNone/>
            </a:pPr>
            <a:r>
              <a:t/>
            </a:r>
            <a:endParaRPr sz="2600">
              <a:solidFill>
                <a:schemeClr val="dk1"/>
              </a:solidFill>
            </a:endParaRPr>
          </a:p>
          <a:p>
            <a:pPr indent="0" lvl="0" marL="0" marR="0" rtl="0" algn="ctr">
              <a:lnSpc>
                <a:spcPct val="100000"/>
              </a:lnSpc>
              <a:spcBef>
                <a:spcPts val="0"/>
              </a:spcBef>
              <a:spcAft>
                <a:spcPts val="0"/>
              </a:spcAft>
              <a:buClr>
                <a:srgbClr val="000000"/>
              </a:buClr>
              <a:buSzPts val="3200"/>
              <a:buFont typeface="Arial"/>
              <a:buNone/>
            </a:pPr>
            <a:r>
              <a:rPr lang="es-CL" sz="2600">
                <a:solidFill>
                  <a:schemeClr val="dk1"/>
                </a:solidFill>
              </a:rPr>
              <a:t>Esta distribución de recursos brinda varios beneficios, incluida la redundancia en caso de falla y una latencia reducida al ubicar los recursos más cerca de los clientes. Esta distribución también introduce algunas reglas sobre cómo se pueden usar los recursos juntos.</a:t>
            </a:r>
            <a:endParaRPr sz="2600">
              <a:solidFill>
                <a:schemeClr val="dk1"/>
              </a:solidFill>
            </a:endParaRPr>
          </a:p>
        </p:txBody>
      </p:sp>
      <p:sp>
        <p:nvSpPr>
          <p:cNvPr id="329" name="Google Shape;329;g13471021aad_1_74"/>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descr="Welcome to Google Cloud Platform! GCP can be overwhelming at first, but we’ll help you get started in this video. Leave any questions you have in the comments below!&#10;&#10;As you progress through your discovery of GCP, keep in mind those key resources :&#10;Documentation → http://goo.gle/3oEBV1f &#10;In-depth tutorials → http://goo.gle/3r6nhBw &#10;Support → http://goo.gle/3pxvGxo &#10;Training → http://goo.gle/3iZxZ9M &#10;Free Codelabs →https://g.co/codelabs/cloud &#10;Qwiklabs → https://goo.gle/2XhRrqL&#10;&#10;&#10;The GCP Essentials Playlist → https://bit.ly/GCP-essentials&#10;Subscribe for more GCP Essentials videos → https://bit.ly/GCloudPlatform&#10;&#10;#GCPessentials" id="330" name="Google Shape;330;g13471021aad_1_74" title="Welcome to Google Cloud Platform - the Essentials of GCP">
            <a:hlinkClick r:id="rId3"/>
          </p:cNvPr>
          <p:cNvPicPr preferRelativeResize="0"/>
          <p:nvPr/>
        </p:nvPicPr>
        <p:blipFill>
          <a:blip r:embed="rId4">
            <a:alphaModFix/>
          </a:blip>
          <a:stretch>
            <a:fillRect/>
          </a:stretch>
        </p:blipFill>
        <p:spPr>
          <a:xfrm>
            <a:off x="4205650" y="6482150"/>
            <a:ext cx="5968300" cy="44762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0"/>
                                        </p:tgtEl>
                                        <p:attrNameLst>
                                          <p:attrName>style.visibility</p:attrName>
                                        </p:attrNameLst>
                                      </p:cBhvr>
                                      <p:to>
                                        <p:strVal val="visible"/>
                                      </p:to>
                                    </p:set>
                                    <p:animEffect filter="fade" transition="in">
                                      <p:cBhvr>
                                        <p:cTn dur="1000"/>
                                        <p:tgtEl>
                                          <p:spTgt spid="3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g13471021aad_1_46"/>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36" name="Google Shape;336;g13471021aad_1_46"/>
          <p:cNvSpPr txBox="1"/>
          <p:nvPr/>
        </p:nvSpPr>
        <p:spPr>
          <a:xfrm>
            <a:off x="700100" y="2638850"/>
            <a:ext cx="17151600" cy="37866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rPr b="1" lang="es-CL" sz="2600" u="sng">
                <a:solidFill>
                  <a:schemeClr val="dk1"/>
                </a:solidFill>
              </a:rPr>
              <a:t>IFTTT:</a:t>
            </a:r>
            <a:r>
              <a:rPr b="1" lang="es-CL" sz="2600">
                <a:solidFill>
                  <a:schemeClr val="dk1"/>
                </a:solidFill>
              </a:rPr>
              <a:t> </a:t>
            </a:r>
            <a:r>
              <a:rPr lang="es-CL" sz="2600">
                <a:solidFill>
                  <a:schemeClr val="dk1"/>
                </a:solidFill>
              </a:rPr>
              <a:t>Abreviatura de “si sucede esto, entonces”, IFTTT permite que se creen URL de recursos especiales y que se asignen a acciones específicas de IFTTT. Imagine que desea recibir un mensaje SMS en su teléfono móvil cada vez que alguien camine frente a su casa. Puede instalar fácilmente un dispositivo IoT con sensor de movimiento para seguir el movimiento pero el intercambio entre ese dispositivo y el sistema de mensajería del teléfono móvil requerirá algo de trabajo. IFTTT oculta dicha complejidad al permitir que su dispositivo de seguimiento de movimientos envíe mensajes SMS simplemente mediante el acceso a una URL web cada vez que el sensor detecte movimiento. Actualmente IFTTT admite muchas acciones, lo que lo convierte en un servicio en la nube útil para IoT.</a:t>
            </a:r>
            <a:endParaRPr sz="2600"/>
          </a:p>
        </p:txBody>
      </p:sp>
      <p:sp>
        <p:nvSpPr>
          <p:cNvPr id="337" name="Google Shape;337;g13471021aad_1_46"/>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id="338" name="Google Shape;338;g13471021aad_1_46"/>
          <p:cNvPicPr preferRelativeResize="0"/>
          <p:nvPr/>
        </p:nvPicPr>
        <p:blipFill>
          <a:blip r:embed="rId3">
            <a:alphaModFix/>
          </a:blip>
          <a:stretch>
            <a:fillRect/>
          </a:stretch>
        </p:blipFill>
        <p:spPr>
          <a:xfrm>
            <a:off x="1103825" y="6719000"/>
            <a:ext cx="10823950" cy="41327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g13471021aad_1_53"/>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44" name="Google Shape;344;g13471021aad_1_53"/>
          <p:cNvSpPr txBox="1"/>
          <p:nvPr/>
        </p:nvSpPr>
        <p:spPr>
          <a:xfrm>
            <a:off x="700100" y="2638850"/>
            <a:ext cx="17151600" cy="21858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rPr b="1" lang="es-CL" sz="2600" u="sng">
                <a:solidFill>
                  <a:schemeClr val="dk1"/>
                </a:solidFill>
              </a:rPr>
              <a:t>Zapier:</a:t>
            </a:r>
            <a:r>
              <a:rPr b="1" lang="es-CL" sz="2600">
                <a:solidFill>
                  <a:schemeClr val="dk1"/>
                </a:solidFill>
              </a:rPr>
              <a:t> </a:t>
            </a:r>
            <a:r>
              <a:rPr lang="es-CL" sz="2600">
                <a:solidFill>
                  <a:schemeClr val="dk1"/>
                </a:solidFill>
              </a:rPr>
              <a:t>Similar a IFTTT, Zapier también permite la automatización basada en la nube. La diferencia principal entre los dos servicios es que Zapier está más orientado a los negocios y admite más aplicaciones y acciones. Otra diferencia importante es que Zapier solo es gratuito si tiene configuradas hasta cinco acciones (o zaps, como lo llama Zapier). Si se requieren más zaps, debe crearse una cuenta de pago.</a:t>
            </a:r>
            <a:endParaRPr sz="2600"/>
          </a:p>
        </p:txBody>
      </p:sp>
      <p:sp>
        <p:nvSpPr>
          <p:cNvPr id="345" name="Google Shape;345;g13471021aad_1_53"/>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id="346" name="Google Shape;346;g13471021aad_1_53"/>
          <p:cNvPicPr preferRelativeResize="0"/>
          <p:nvPr/>
        </p:nvPicPr>
        <p:blipFill>
          <a:blip r:embed="rId3">
            <a:alphaModFix/>
          </a:blip>
          <a:stretch>
            <a:fillRect/>
          </a:stretch>
        </p:blipFill>
        <p:spPr>
          <a:xfrm>
            <a:off x="6004550" y="4999475"/>
            <a:ext cx="8362878" cy="5403526"/>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0" name="Shape 350"/>
        <p:cNvGrpSpPr/>
        <p:nvPr/>
      </p:nvGrpSpPr>
      <p:grpSpPr>
        <a:xfrm>
          <a:off x="0" y="0"/>
          <a:ext cx="0" cy="0"/>
          <a:chOff x="0" y="0"/>
          <a:chExt cx="0" cy="0"/>
        </a:xfrm>
      </p:grpSpPr>
      <p:sp>
        <p:nvSpPr>
          <p:cNvPr id="351" name="Google Shape;351;g13471021aad_1_60"/>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52" name="Google Shape;352;g13471021aad_1_60"/>
          <p:cNvSpPr txBox="1"/>
          <p:nvPr/>
        </p:nvSpPr>
        <p:spPr>
          <a:xfrm>
            <a:off x="700100" y="2638850"/>
            <a:ext cx="17151600" cy="2986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rPr b="1" lang="es-CL" sz="2600" u="sng">
                <a:solidFill>
                  <a:schemeClr val="dk1"/>
                </a:solidFill>
              </a:rPr>
              <a:t>Built.io:</a:t>
            </a:r>
            <a:r>
              <a:rPr b="1" lang="es-CL" sz="2600">
                <a:solidFill>
                  <a:schemeClr val="dk1"/>
                </a:solidFill>
              </a:rPr>
              <a:t> </a:t>
            </a:r>
            <a:r>
              <a:rPr lang="es-CL" sz="2600">
                <a:solidFill>
                  <a:schemeClr val="dk1"/>
                </a:solidFill>
              </a:rPr>
              <a:t>Es un servicio en la nube que ayuda a los desarrolladores a crear aplicaciones como aplicaciones móviles con un mínimo esfuerzo. Built.io es muy similar a IFTTT y Zapier pero ofrece una funcionalidad avanzada.</a:t>
            </a:r>
            <a:endParaRPr sz="2600">
              <a:solidFill>
                <a:schemeClr val="dk1"/>
              </a:solidFill>
            </a:endParaRPr>
          </a:p>
          <a:p>
            <a:pPr indent="0" lvl="0" marL="0" marR="0" rtl="0" algn="ctr">
              <a:lnSpc>
                <a:spcPct val="100000"/>
              </a:lnSpc>
              <a:spcBef>
                <a:spcPts val="0"/>
              </a:spcBef>
              <a:spcAft>
                <a:spcPts val="0"/>
              </a:spcAft>
              <a:buClr>
                <a:srgbClr val="000000"/>
              </a:buClr>
              <a:buSzPts val="3200"/>
              <a:buFont typeface="Arial"/>
              <a:buNone/>
            </a:pPr>
            <a:r>
              <a:t/>
            </a:r>
            <a:endParaRPr sz="2600">
              <a:solidFill>
                <a:schemeClr val="dk1"/>
              </a:solidFill>
            </a:endParaRPr>
          </a:p>
          <a:p>
            <a:pPr indent="0" lvl="0" marL="0" marR="0" rtl="0" algn="ctr">
              <a:lnSpc>
                <a:spcPct val="100000"/>
              </a:lnSpc>
              <a:spcBef>
                <a:spcPts val="0"/>
              </a:spcBef>
              <a:spcAft>
                <a:spcPts val="0"/>
              </a:spcAft>
              <a:buClr>
                <a:srgbClr val="000000"/>
              </a:buClr>
              <a:buSzPts val="3200"/>
              <a:buFont typeface="Arial"/>
              <a:buNone/>
            </a:pPr>
            <a:r>
              <a:rPr lang="es-CL" sz="2600">
                <a:solidFill>
                  <a:schemeClr val="dk1"/>
                </a:solidFill>
              </a:rPr>
              <a:t>El Backend móvil como servicio (mBaaS) líder con una arquitectura conectable pionera en la industria, Built.io Backend acelera el desarrollo de aplicaciones móviles, web y de IoT al permitir el uso de los mejores microservicios en la parte superior de una empresa comprobada pila de tecnología de grado.</a:t>
            </a:r>
            <a:endParaRPr sz="2600">
              <a:solidFill>
                <a:schemeClr val="dk1"/>
              </a:solidFill>
            </a:endParaRPr>
          </a:p>
        </p:txBody>
      </p:sp>
      <p:sp>
        <p:nvSpPr>
          <p:cNvPr id="353" name="Google Shape;353;g13471021aad_1_60"/>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id="354" name="Google Shape;354;g13471021aad_1_60"/>
          <p:cNvPicPr preferRelativeResize="0"/>
          <p:nvPr/>
        </p:nvPicPr>
        <p:blipFill>
          <a:blip r:embed="rId3">
            <a:alphaModFix/>
          </a:blip>
          <a:stretch>
            <a:fillRect/>
          </a:stretch>
        </p:blipFill>
        <p:spPr>
          <a:xfrm>
            <a:off x="4086550" y="5858750"/>
            <a:ext cx="6035425" cy="49679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g13471021aad_1_67"/>
          <p:cNvSpPr txBox="1"/>
          <p:nvPr>
            <p:ph idx="1" type="body"/>
          </p:nvPr>
        </p:nvSpPr>
        <p:spPr>
          <a:xfrm>
            <a:off x="574040" y="11060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Cloud</a:t>
            </a:r>
            <a:endParaRPr>
              <a:solidFill>
                <a:schemeClr val="lt1"/>
              </a:solidFill>
            </a:endParaRPr>
          </a:p>
        </p:txBody>
      </p:sp>
      <p:sp>
        <p:nvSpPr>
          <p:cNvPr id="360" name="Google Shape;360;g13471021aad_1_67"/>
          <p:cNvSpPr txBox="1"/>
          <p:nvPr/>
        </p:nvSpPr>
        <p:spPr>
          <a:xfrm>
            <a:off x="700100" y="2638850"/>
            <a:ext cx="17151600" cy="338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rPr b="1" lang="es-CL" sz="2600" u="sng"/>
              <a:t>Cisco Spark</a:t>
            </a:r>
            <a:r>
              <a:rPr b="1" lang="es-CL" sz="2600" u="sng">
                <a:solidFill>
                  <a:schemeClr val="dk1"/>
                </a:solidFill>
              </a:rPr>
              <a:t> :</a:t>
            </a:r>
            <a:r>
              <a:rPr b="1" lang="es-CL" sz="2600">
                <a:solidFill>
                  <a:schemeClr val="dk1"/>
                </a:solidFill>
              </a:rPr>
              <a:t> </a:t>
            </a:r>
            <a:r>
              <a:rPr lang="es-CL" sz="2600">
                <a:solidFill>
                  <a:schemeClr val="dk1"/>
                </a:solidFill>
              </a:rPr>
              <a:t>Servicio basado en la nube y centrado en la aplicación que proporciona un paquete de colaboración completo para que los equipos creen, se reúnan, envíen mensajes, realicen llamadas, escriban en la pizarra y compartan, independientemente de estar juntos o separados, en una serie de tareas continuas antes, durante y después de las reuniones. Está diseñado para ayudar a los equipos a trabajar sin inconvenientes. Es simple, seguro, completo y abierto, y proporciona un espacio para que las personas trabajen mejor. Las capacidades principales de Cisco Spark son las reuniones, la mensajería y las llamadas. Puede ser extendida mediante el uso de API de RESTful abiertas e integradas en otras aplicaciones o sistemas de IoT.</a:t>
            </a:r>
            <a:endParaRPr sz="2600"/>
          </a:p>
        </p:txBody>
      </p:sp>
      <p:sp>
        <p:nvSpPr>
          <p:cNvPr id="361" name="Google Shape;361;g13471021aad_1_67"/>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id="362" name="Google Shape;362;g13471021aad_1_67"/>
          <p:cNvPicPr preferRelativeResize="0"/>
          <p:nvPr/>
        </p:nvPicPr>
        <p:blipFill>
          <a:blip r:embed="rId3">
            <a:alphaModFix/>
          </a:blip>
          <a:stretch>
            <a:fillRect/>
          </a:stretch>
        </p:blipFill>
        <p:spPr>
          <a:xfrm>
            <a:off x="7103725" y="6116875"/>
            <a:ext cx="4979297" cy="4979297"/>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g135a4ae4e1b_0_6"/>
          <p:cNvSpPr txBox="1"/>
          <p:nvPr>
            <p:ph type="title"/>
          </p:nvPr>
        </p:nvSpPr>
        <p:spPr>
          <a:xfrm>
            <a:off x="1093390" y="77787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Tipos de s</a:t>
            </a:r>
            <a:r>
              <a:rPr lang="es-CL"/>
              <a:t>ervicios en la nube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g135a4ae4e1b_0_10"/>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a:t>
            </a:r>
            <a:r>
              <a:rPr lang="es-CL">
                <a:solidFill>
                  <a:schemeClr val="lt1"/>
                </a:solidFill>
              </a:rPr>
              <a:t>Cloud</a:t>
            </a:r>
            <a:endParaRPr>
              <a:solidFill>
                <a:schemeClr val="lt1"/>
              </a:solidFill>
            </a:endParaRPr>
          </a:p>
        </p:txBody>
      </p:sp>
      <p:sp>
        <p:nvSpPr>
          <p:cNvPr id="373" name="Google Shape;373;g135a4ae4e1b_0_10"/>
          <p:cNvSpPr txBox="1"/>
          <p:nvPr/>
        </p:nvSpPr>
        <p:spPr>
          <a:xfrm>
            <a:off x="700100" y="2638850"/>
            <a:ext cx="17151600" cy="33864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rPr lang="es-CL" sz="2600"/>
              <a:t>Los servicios de nube son infraestructuras, plataformas o sistemas de software que alojan los proveedores externos y que se ponen a disposición de los usuarios a través de Internet. </a:t>
            </a:r>
            <a:endParaRPr sz="2600"/>
          </a:p>
          <a:p>
            <a:pPr indent="0" lvl="0" marL="0" marR="0" rtl="0" algn="ctr">
              <a:lnSpc>
                <a:spcPct val="100000"/>
              </a:lnSpc>
              <a:spcBef>
                <a:spcPts val="0"/>
              </a:spcBef>
              <a:spcAft>
                <a:spcPts val="0"/>
              </a:spcAft>
              <a:buClr>
                <a:srgbClr val="000000"/>
              </a:buClr>
              <a:buSzPts val="3200"/>
              <a:buFont typeface="Arial"/>
              <a:buNone/>
            </a:pPr>
            <a:r>
              <a:rPr lang="es-CL" sz="2600"/>
              <a:t>Facilitan el flujo de datos de los usuarios a través de Internet, desde los clientes frontend (p. ej., los servidores, las tabletas y las computadoras portátiles o de escritorio; es decir, cualquier sistema en el extremo del usuario) hasta los sistemas de los proveedores, y viceversa. Para acceder a los servicios de nube, los usuarios solo necesitan una computadora, un sistema operativo y conexión a Internet o una red privada virtual (VPN).</a:t>
            </a:r>
            <a:endParaRPr b="1" sz="2600" u="sng"/>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374" name="Google Shape;374;g135a4ae4e1b_0_10"/>
          <p:cNvSpPr txBox="1"/>
          <p:nvPr>
            <p:ph idx="1" type="body"/>
          </p:nvPr>
        </p:nvSpPr>
        <p:spPr>
          <a:xfrm>
            <a:off x="6255488" y="971175"/>
            <a:ext cx="101241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de nube</a:t>
            </a:r>
            <a:endParaRPr/>
          </a:p>
        </p:txBody>
      </p:sp>
      <p:pic>
        <p:nvPicPr>
          <p:cNvPr id="375" name="Google Shape;375;g135a4ae4e1b_0_10"/>
          <p:cNvPicPr preferRelativeResize="0"/>
          <p:nvPr/>
        </p:nvPicPr>
        <p:blipFill>
          <a:blip r:embed="rId3">
            <a:alphaModFix/>
          </a:blip>
          <a:stretch>
            <a:fillRect/>
          </a:stretch>
        </p:blipFill>
        <p:spPr>
          <a:xfrm>
            <a:off x="6938025" y="5531400"/>
            <a:ext cx="6004450" cy="49793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g135a4ae4e1b_0_19"/>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381" name="Google Shape;381;g135a4ae4e1b_0_19"/>
          <p:cNvSpPr txBox="1"/>
          <p:nvPr/>
        </p:nvSpPr>
        <p:spPr>
          <a:xfrm>
            <a:off x="700100" y="3248450"/>
            <a:ext cx="17151600" cy="50517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Cloud Computing es un modelo de entrega y consumo de servicios bajo demanda. El crecimiento de la computación en la nube ha sido exponencial, por lo que se han desarrollado modelos de servicio e implementación para satisfacer las necesidades de los usuarios. Es por ello que han surgido y a menudo escuchamos términos como: nube privada, nube pública, nube híbrida, IaaS, PaaS, SaaS. En este artículo, trataremos esos conceptos y más, explicamos los tipos de nube, los principales modelos de servicio, ejemplos de servicios, proveedores y herramientas útiles.</a:t>
            </a:r>
            <a:endParaRPr sz="2600">
              <a:solidFill>
                <a:schemeClr val="dk1"/>
              </a:solidFill>
            </a:endParaRPr>
          </a:p>
          <a:p>
            <a:pPr indent="0" lvl="0" marL="0" rtl="0" algn="ctr">
              <a:lnSpc>
                <a:spcPct val="115000"/>
              </a:lnSpc>
              <a:spcBef>
                <a:spcPts val="14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marR="0" rtl="0" algn="ctr">
              <a:lnSpc>
                <a:spcPct val="100000"/>
              </a:lnSpc>
              <a:spcBef>
                <a:spcPts val="40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382" name="Google Shape;382;g135a4ae4e1b_0_19"/>
          <p:cNvSpPr txBox="1"/>
          <p:nvPr>
            <p:ph idx="1" type="body"/>
          </p:nvPr>
        </p:nvSpPr>
        <p:spPr>
          <a:xfrm>
            <a:off x="5591302" y="928250"/>
            <a:ext cx="11793600" cy="2066100"/>
          </a:xfrm>
          <a:prstGeom prst="rect">
            <a:avLst/>
          </a:prstGeom>
          <a:noFill/>
          <a:ln>
            <a:noFill/>
          </a:ln>
        </p:spPr>
        <p:txBody>
          <a:bodyPr anchorCtr="0" anchor="t" bIns="0" lIns="0" spcFirstLastPara="1" rIns="0" wrap="square" tIns="0">
            <a:spAutoFit/>
          </a:bodyPr>
          <a:lstStyle/>
          <a:p>
            <a:pPr indent="0" lvl="0" marL="0" rtl="0" algn="just">
              <a:lnSpc>
                <a:spcPct val="115000"/>
              </a:lnSpc>
              <a:spcBef>
                <a:spcPts val="1400"/>
              </a:spcBef>
              <a:spcAft>
                <a:spcPts val="0"/>
              </a:spcAft>
              <a:buClr>
                <a:schemeClr val="dk1"/>
              </a:buClr>
              <a:buSzPts val="1100"/>
              <a:buFont typeface="Arial"/>
              <a:buNone/>
            </a:pPr>
            <a:r>
              <a:rPr lang="es-CL" sz="3300"/>
              <a:t>DESARROLLO DEL CLOUD COMPUTING: TIPOS, SERVICIOS Y PROVEEDORES</a:t>
            </a:r>
            <a:endParaRPr sz="3300"/>
          </a:p>
          <a:p>
            <a:pPr indent="0" lvl="0" marL="0" rtl="0" algn="l">
              <a:lnSpc>
                <a:spcPct val="100000"/>
              </a:lnSpc>
              <a:spcBef>
                <a:spcPts val="400"/>
              </a:spcBef>
              <a:spcAft>
                <a:spcPts val="0"/>
              </a:spcAft>
              <a:buSzPts val="1400"/>
              <a:buNone/>
            </a:pPr>
            <a:r>
              <a:t/>
            </a:r>
            <a:endParaRPr sz="55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135a4ae4e1b_0_27"/>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388" name="Google Shape;388;g135a4ae4e1b_0_27"/>
          <p:cNvSpPr txBox="1"/>
          <p:nvPr/>
        </p:nvSpPr>
        <p:spPr>
          <a:xfrm>
            <a:off x="700100" y="2105450"/>
            <a:ext cx="18138900" cy="10200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Como recién mencionaba, se han desarrollado modelos de implementación, comúnmente son conocidos como tipos de cloud o tipos de computación en la nube. Inicialmente, estos modelos se separaban en dos dimensiones, nubes privadas y nubes públicas.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4800">
                <a:solidFill>
                  <a:schemeClr val="dk1"/>
                </a:solidFill>
              </a:rPr>
              <a:t>Nube pública</a:t>
            </a:r>
            <a:endParaRPr b="1" sz="48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Es el más común de los tipos Cloud Computing. Con el modelo de nube publica se ofrecen recursos (potencia de cómputo, almacenamiento, bases de datos, plataforma para desarrollo, aplicaciones, etc.) bajo demanda y de forma inmediata a través de Internet. Los recursos subyacentes, hardware y software, y todo lo que corresponde a infraestructura física es propiedad del proveedor, quien se encarga del mantenimiento y la administración.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AWS, Microsoft Azure y Google Cloud Platform son ejemplos de nube pública. Más adelante trataremos los principales proveedores.</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just">
              <a:lnSpc>
                <a:spcPct val="115000"/>
              </a:lnSpc>
              <a:spcBef>
                <a:spcPts val="14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marR="0" rtl="0" algn="ctr">
              <a:lnSpc>
                <a:spcPct val="100000"/>
              </a:lnSpc>
              <a:spcBef>
                <a:spcPts val="40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389" name="Google Shape;389;g135a4ae4e1b_0_27"/>
          <p:cNvSpPr txBox="1"/>
          <p:nvPr>
            <p:ph idx="1" type="body"/>
          </p:nvPr>
        </p:nvSpPr>
        <p:spPr>
          <a:xfrm>
            <a:off x="5591300" y="1004450"/>
            <a:ext cx="11793600" cy="27822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0"/>
              </a:spcAft>
              <a:buSzPts val="1100"/>
              <a:buNone/>
            </a:pPr>
            <a:r>
              <a:rPr lang="es-CL" sz="3900"/>
              <a:t>Tipos de nubes de Cloud Computing</a:t>
            </a:r>
            <a:endParaRPr sz="3900"/>
          </a:p>
          <a:p>
            <a:pPr indent="0" lvl="0" marL="0" rtl="0" algn="just">
              <a:lnSpc>
                <a:spcPct val="115000"/>
              </a:lnSpc>
              <a:spcBef>
                <a:spcPts val="1400"/>
              </a:spcBef>
              <a:spcAft>
                <a:spcPts val="0"/>
              </a:spcAft>
              <a:buSzPts val="1100"/>
              <a:buNone/>
            </a:pPr>
            <a:r>
              <a:t/>
            </a:r>
            <a:endParaRPr sz="4600"/>
          </a:p>
          <a:p>
            <a:pPr indent="0" lvl="0" marL="0" rtl="0" algn="l">
              <a:lnSpc>
                <a:spcPct val="100000"/>
              </a:lnSpc>
              <a:spcBef>
                <a:spcPts val="400"/>
              </a:spcBef>
              <a:spcAft>
                <a:spcPts val="0"/>
              </a:spcAft>
              <a:buSzPts val="1400"/>
              <a:buNone/>
            </a:pPr>
            <a:r>
              <a:t/>
            </a:r>
            <a:endParaRPr sz="6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g135a4ae4e1b_0_34"/>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395" name="Google Shape;395;g135a4ae4e1b_0_34"/>
          <p:cNvSpPr txBox="1"/>
          <p:nvPr/>
        </p:nvSpPr>
        <p:spPr>
          <a:xfrm>
            <a:off x="700100" y="2105450"/>
            <a:ext cx="18138900" cy="78615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457200" rtl="0" algn="ctr">
              <a:lnSpc>
                <a:spcPct val="115000"/>
              </a:lnSpc>
              <a:spcBef>
                <a:spcPts val="1400"/>
              </a:spcBef>
              <a:spcAft>
                <a:spcPts val="0"/>
              </a:spcAft>
              <a:buClr>
                <a:schemeClr val="dk1"/>
              </a:buClr>
              <a:buSzPts val="1100"/>
              <a:buFont typeface="Arial"/>
              <a:buNone/>
            </a:pPr>
            <a:r>
              <a:rPr b="1" lang="es-CL" sz="4800">
                <a:solidFill>
                  <a:schemeClr val="dk1"/>
                </a:solidFill>
              </a:rPr>
              <a:t>Nube privada</a:t>
            </a: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Estas se usan en las empresas sobre todo para incrementar la seguridad y la privacidad de datos. Se trata de nubes a las que se aplica la tecnología Cloud mediante la utilización de algún medio en el que solo la organización propietaria tiene acceso a los recursos de la nube.</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La principal característica de este tipo de nubes es el control de la información, ya que la nube privada es propiedad de la empresa que la utiliza y por ello, es la que debe tener acceso a la misma y ejercer el control sobre ella. </a:t>
            </a:r>
            <a:endParaRPr sz="2600">
              <a:solidFill>
                <a:schemeClr val="dk1"/>
              </a:solidFill>
            </a:endParaRPr>
          </a:p>
          <a:p>
            <a:pPr indent="0" lvl="0" marL="457200" marR="0" rtl="0" algn="ctr">
              <a:lnSpc>
                <a:spcPct val="115000"/>
              </a:lnSpc>
              <a:spcBef>
                <a:spcPts val="1400"/>
              </a:spcBef>
              <a:spcAft>
                <a:spcPts val="0"/>
              </a:spcAft>
              <a:buClr>
                <a:schemeClr val="dk1"/>
              </a:buClr>
              <a:buSzPts val="1100"/>
              <a:buFont typeface="Arial"/>
              <a:buNone/>
            </a:pPr>
            <a:r>
              <a:rPr b="1" lang="es-CL" sz="4800">
                <a:solidFill>
                  <a:schemeClr val="dk1"/>
                </a:solidFill>
              </a:rPr>
              <a:t>Nube híbrida</a:t>
            </a:r>
            <a:endParaRPr b="1" sz="48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En estas se pretende aprovechar las ventajas de los dos tipos de nubes. Normalmente en este tipo de nubes el uso que se hace es emplear la parte pública para aplicaciones de software no críticas y las aplicaciones más críticas se implementan en nubes privadas. Esto va a permitir que las empresas puedan mantener el control de sus principales aplicaciones.</a:t>
            </a:r>
            <a:endParaRPr sz="2600">
              <a:solidFill>
                <a:schemeClr val="dk1"/>
              </a:solidFill>
            </a:endParaRPr>
          </a:p>
          <a:p>
            <a:pPr indent="0" lvl="0" marL="0" marR="0" rtl="0" algn="ctr">
              <a:lnSpc>
                <a:spcPct val="100000"/>
              </a:lnSpc>
              <a:spcBef>
                <a:spcPts val="1200"/>
              </a:spcBef>
              <a:spcAft>
                <a:spcPts val="0"/>
              </a:spcAft>
              <a:buClr>
                <a:srgbClr val="000000"/>
              </a:buClr>
              <a:buSzPts val="3200"/>
              <a:buFont typeface="Arial"/>
              <a:buNone/>
            </a:pPr>
            <a:r>
              <a:t/>
            </a:r>
            <a:endParaRPr b="1" sz="2600" u="sng"/>
          </a:p>
        </p:txBody>
      </p:sp>
      <p:sp>
        <p:nvSpPr>
          <p:cNvPr id="396" name="Google Shape;396;g135a4ae4e1b_0_34"/>
          <p:cNvSpPr txBox="1"/>
          <p:nvPr>
            <p:ph idx="1" type="body"/>
          </p:nvPr>
        </p:nvSpPr>
        <p:spPr>
          <a:xfrm>
            <a:off x="5591300" y="1004450"/>
            <a:ext cx="11793600" cy="60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400"/>
              </a:spcAft>
              <a:buClr>
                <a:schemeClr val="dk1"/>
              </a:buClr>
              <a:buSzPts val="1100"/>
              <a:buFont typeface="Arial"/>
              <a:buNone/>
            </a:pPr>
            <a:r>
              <a:rPr lang="es-CL" sz="3900"/>
              <a:t>Tipos de nubes de Cloud Computing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g135a4ae4e1b_0_41"/>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402" name="Google Shape;402;g135a4ae4e1b_0_41"/>
          <p:cNvSpPr txBox="1"/>
          <p:nvPr/>
        </p:nvSpPr>
        <p:spPr>
          <a:xfrm>
            <a:off x="700100" y="2105450"/>
            <a:ext cx="18138900" cy="10072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457200" rtl="0" algn="ctr">
              <a:lnSpc>
                <a:spcPct val="115000"/>
              </a:lnSpc>
              <a:spcBef>
                <a:spcPts val="1400"/>
              </a:spcBef>
              <a:spcAft>
                <a:spcPts val="0"/>
              </a:spcAft>
              <a:buClr>
                <a:schemeClr val="dk1"/>
              </a:buClr>
              <a:buSzPts val="1100"/>
              <a:buFont typeface="Arial"/>
              <a:buNone/>
            </a:pPr>
            <a:r>
              <a:rPr b="1" lang="es-CL" sz="4800">
                <a:solidFill>
                  <a:schemeClr val="dk1"/>
                </a:solidFill>
              </a:rPr>
              <a:t>Multicloud</a:t>
            </a:r>
            <a:endParaRPr b="1" sz="4800">
              <a:solidFill>
                <a:schemeClr val="dk1"/>
              </a:solidFill>
            </a:endParaRPr>
          </a:p>
          <a:p>
            <a:pPr indent="0" lvl="0" marL="45720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Últimamente es más frecuente encontrarse este tipo de implementaciones en las empresas. Es la combinación de dos o más implementaciones de nube del mismo tipo (pública o privada). Por tanto, podemos combinar servicios de diferentes proveedores de nube. Por ejemplo, tienes tu infraestructura y tus aplicaciones en un proveedor de nube pública, con el tiempo necesitas ciertas aplicaciones o funcionalidades que te demanda el cliente y el proveedor no te ofrece, pero sí están disponible con otro proveedor. En ese caso no sería ideal migrar toda tu infraestructura, lo correcto sería desplegar otro entorno que se ajuste a las necesidades y de esta forma, trabajar con una implementación multicloud. También, sirve para tener alta disponibilidad, que ya la tienes con las regiones y zonas de disponibilidad de un proveedor, pero imagínate como sería tener recursos en dos proveedores diferentes.</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4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marR="0" rtl="0" algn="ctr">
              <a:lnSpc>
                <a:spcPct val="100000"/>
              </a:lnSpc>
              <a:spcBef>
                <a:spcPts val="40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403" name="Google Shape;403;g135a4ae4e1b_0_41"/>
          <p:cNvSpPr txBox="1"/>
          <p:nvPr>
            <p:ph idx="1" type="body"/>
          </p:nvPr>
        </p:nvSpPr>
        <p:spPr>
          <a:xfrm>
            <a:off x="5591300" y="1004450"/>
            <a:ext cx="11793600" cy="60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400"/>
              </a:spcAft>
              <a:buSzPts val="1100"/>
              <a:buNone/>
            </a:pPr>
            <a:r>
              <a:rPr lang="es-CL" sz="3900"/>
              <a:t>Tipos de nubes de Cloud Computing</a:t>
            </a:r>
            <a:endParaRPr sz="68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135a4ae4e1b_0_47"/>
          <p:cNvSpPr txBox="1"/>
          <p:nvPr>
            <p:ph type="title"/>
          </p:nvPr>
        </p:nvSpPr>
        <p:spPr>
          <a:xfrm>
            <a:off x="1093390" y="7778794"/>
            <a:ext cx="6048300" cy="831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Servicios Cloud</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g135a4ae4e1b_0_51"/>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414" name="Google Shape;414;g135a4ae4e1b_0_51"/>
          <p:cNvSpPr txBox="1"/>
          <p:nvPr/>
        </p:nvSpPr>
        <p:spPr>
          <a:xfrm>
            <a:off x="700100" y="2105450"/>
            <a:ext cx="18138900" cy="13855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just">
              <a:lnSpc>
                <a:spcPct val="115000"/>
              </a:lnSpc>
              <a:spcBef>
                <a:spcPts val="1400"/>
              </a:spcBef>
              <a:spcAft>
                <a:spcPts val="0"/>
              </a:spcAft>
              <a:buClr>
                <a:schemeClr val="dk1"/>
              </a:buClr>
              <a:buSzPts val="1100"/>
              <a:buFont typeface="Arial"/>
              <a:buNone/>
            </a:pPr>
            <a:r>
              <a:rPr b="1" lang="es-CL" sz="2600">
                <a:solidFill>
                  <a:schemeClr val="dk1"/>
                </a:solidFill>
              </a:rPr>
              <a:t>IaaS</a:t>
            </a:r>
            <a:r>
              <a:rPr b="1" i="1" lang="es-CL" sz="2600">
                <a:solidFill>
                  <a:schemeClr val="dk1"/>
                </a:solidFill>
              </a:rPr>
              <a:t> (Infrastructure as a Service)</a:t>
            </a:r>
            <a:r>
              <a:rPr b="1" lang="es-CL" sz="2600">
                <a:solidFill>
                  <a:schemeClr val="dk1"/>
                </a:solidFill>
              </a:rPr>
              <a:t> o Infraestructura como Servicio.</a:t>
            </a:r>
            <a:endParaRPr b="1"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a:t>
            </a:r>
            <a:endParaRPr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600">
                <a:solidFill>
                  <a:schemeClr val="dk1"/>
                </a:solidFill>
              </a:rPr>
              <a:t>En él, el cliente adquiere del proveedor externo todos los recursos, como son servidores, espacio de almacenamiento en un centro de datos o el equipamiento para redes. Normalmente se lleva a cabo mediante una plataforma de virtualización. De los tres tipos de servicios, es el que mayor control otorga al usuario y, por ende, el que tiene mayor complejidad de uso. IaaS es ideal para desarrolladores, que pueden escoger Sistema Operativo, cantidad de almacenamiento y otras posibilidades gracias a la total transparencia del servicio.</a:t>
            </a:r>
            <a:endParaRPr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600">
                <a:solidFill>
                  <a:schemeClr val="dk1"/>
                </a:solidFill>
              </a:rPr>
              <a:t> </a:t>
            </a:r>
            <a:endParaRPr sz="2600">
              <a:solidFill>
                <a:schemeClr val="dk1"/>
              </a:solidFill>
            </a:endParaRPr>
          </a:p>
          <a:p>
            <a:pPr indent="0" lvl="0" marL="0" rtl="0" algn="just">
              <a:lnSpc>
                <a:spcPct val="115000"/>
              </a:lnSpc>
              <a:spcBef>
                <a:spcPts val="1400"/>
              </a:spcBef>
              <a:spcAft>
                <a:spcPts val="0"/>
              </a:spcAft>
              <a:buClr>
                <a:schemeClr val="dk1"/>
              </a:buClr>
              <a:buSzPts val="1100"/>
              <a:buFont typeface="Arial"/>
              <a:buNone/>
            </a:pPr>
            <a:r>
              <a:rPr b="1" lang="es-CL" sz="2600">
                <a:solidFill>
                  <a:schemeClr val="dk1"/>
                </a:solidFill>
              </a:rPr>
              <a:t>Ejemplo de IaaS</a:t>
            </a:r>
            <a:endParaRPr b="1"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600">
                <a:solidFill>
                  <a:schemeClr val="dk1"/>
                </a:solidFill>
              </a:rPr>
              <a:t> </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AWS</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Microsoft Azure</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Google Cloud Platform</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OpenStack</a:t>
            </a:r>
            <a:endParaRPr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4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marR="0" rtl="0" algn="ctr">
              <a:lnSpc>
                <a:spcPct val="100000"/>
              </a:lnSpc>
              <a:spcBef>
                <a:spcPts val="40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415" name="Google Shape;415;g135a4ae4e1b_0_51"/>
          <p:cNvSpPr txBox="1"/>
          <p:nvPr>
            <p:ph idx="1" type="body"/>
          </p:nvPr>
        </p:nvSpPr>
        <p:spPr>
          <a:xfrm>
            <a:off x="5591300" y="1004450"/>
            <a:ext cx="11793600" cy="60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400"/>
              </a:spcAft>
              <a:buSzPts val="1100"/>
              <a:buNone/>
            </a:pPr>
            <a:r>
              <a:rPr lang="es-CL" sz="3900"/>
              <a:t>Servicios</a:t>
            </a:r>
            <a:r>
              <a:rPr lang="es-CL" sz="3900"/>
              <a:t> Cloud Computing</a:t>
            </a:r>
            <a:endParaRPr sz="68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g135a4ae4e1b_0_58"/>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421" name="Google Shape;421;g135a4ae4e1b_0_58"/>
          <p:cNvSpPr txBox="1"/>
          <p:nvPr/>
        </p:nvSpPr>
        <p:spPr>
          <a:xfrm>
            <a:off x="700100" y="2105450"/>
            <a:ext cx="18138900" cy="142338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just">
              <a:lnSpc>
                <a:spcPct val="115000"/>
              </a:lnSpc>
              <a:spcBef>
                <a:spcPts val="1400"/>
              </a:spcBef>
              <a:spcAft>
                <a:spcPts val="0"/>
              </a:spcAft>
              <a:buClr>
                <a:schemeClr val="dk1"/>
              </a:buClr>
              <a:buSzPts val="1100"/>
              <a:buFont typeface="Arial"/>
              <a:buNone/>
            </a:pPr>
            <a:r>
              <a:rPr b="1" lang="es-CL" sz="2600">
                <a:solidFill>
                  <a:schemeClr val="dk1"/>
                </a:solidFill>
              </a:rPr>
              <a:t>PaaS</a:t>
            </a:r>
            <a:r>
              <a:rPr b="1" i="1" lang="es-CL" sz="2600">
                <a:solidFill>
                  <a:schemeClr val="dk1"/>
                </a:solidFill>
              </a:rPr>
              <a:t> (Platform as a Service)</a:t>
            </a:r>
            <a:r>
              <a:rPr b="1" lang="es-CL" sz="2600">
                <a:solidFill>
                  <a:schemeClr val="dk1"/>
                </a:solidFill>
              </a:rPr>
              <a:t> o Plataforma como Servicio</a:t>
            </a:r>
            <a:endParaRPr b="1"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600">
                <a:solidFill>
                  <a:schemeClr val="dk1"/>
                </a:solidFill>
              </a:rPr>
              <a:t>Con este modelo el proveedor proporciona la plataforma para el desarrollo de aplicaciones, así como su mantenimiento y gestión. En otras palabras, ofrece todo lo que se necesita para completar el ciclo de vida y despliegue de dichas aplicaciones o servicios web.</a:t>
            </a:r>
            <a:endParaRPr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600">
                <a:solidFill>
                  <a:schemeClr val="dk1"/>
                </a:solidFill>
              </a:rPr>
              <a:t>Aquí el usuario carece de control sobre la infraestructura de almacenamiento o redes. PaaS mantiene la escalabilidad automática, en función de lo que exija la situación. Ejemplo de Paas es </a:t>
            </a:r>
            <a:r>
              <a:rPr i="1" lang="es-CL" sz="2600">
                <a:solidFill>
                  <a:schemeClr val="dk1"/>
                </a:solidFill>
              </a:rPr>
              <a:t>Google App Engine</a:t>
            </a:r>
            <a:r>
              <a:rPr lang="es-CL" sz="2600">
                <a:solidFill>
                  <a:schemeClr val="dk1"/>
                </a:solidFill>
              </a:rPr>
              <a:t>, donde los desarrolladores pueden crear sus aplicaciones en </a:t>
            </a:r>
            <a:r>
              <a:rPr i="1" lang="es-CL" sz="2600">
                <a:solidFill>
                  <a:schemeClr val="dk1"/>
                </a:solidFill>
              </a:rPr>
              <a:t>Java</a:t>
            </a:r>
            <a:r>
              <a:rPr lang="es-CL" sz="2600">
                <a:solidFill>
                  <a:schemeClr val="dk1"/>
                </a:solidFill>
              </a:rPr>
              <a:t> o </a:t>
            </a:r>
            <a:r>
              <a:rPr i="1" lang="es-CL" sz="2600">
                <a:solidFill>
                  <a:schemeClr val="dk1"/>
                </a:solidFill>
              </a:rPr>
              <a:t>Python</a:t>
            </a:r>
            <a:r>
              <a:rPr lang="es-CL" sz="2600">
                <a:solidFill>
                  <a:schemeClr val="dk1"/>
                </a:solidFill>
              </a:rPr>
              <a:t>.</a:t>
            </a:r>
            <a:endParaRPr sz="2600">
              <a:solidFill>
                <a:schemeClr val="dk1"/>
              </a:solidFill>
            </a:endParaRPr>
          </a:p>
          <a:p>
            <a:pPr indent="0" lvl="0" marL="0" rtl="0" algn="just">
              <a:lnSpc>
                <a:spcPct val="115000"/>
              </a:lnSpc>
              <a:spcBef>
                <a:spcPts val="1400"/>
              </a:spcBef>
              <a:spcAft>
                <a:spcPts val="0"/>
              </a:spcAft>
              <a:buClr>
                <a:schemeClr val="dk1"/>
              </a:buClr>
              <a:buSzPts val="1100"/>
              <a:buFont typeface="Arial"/>
              <a:buNone/>
            </a:pPr>
            <a:r>
              <a:rPr b="1" lang="es-CL" sz="2000">
                <a:solidFill>
                  <a:schemeClr val="dk1"/>
                </a:solidFill>
              </a:rPr>
              <a:t>Ejemplos de PaaS:</a:t>
            </a:r>
            <a:endParaRPr b="1" sz="2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000">
                <a:solidFill>
                  <a:schemeClr val="dk1"/>
                </a:solidFill>
              </a:rPr>
              <a:t> </a:t>
            </a:r>
            <a:endParaRPr sz="20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000">
                <a:solidFill>
                  <a:schemeClr val="dk1"/>
                </a:solidFill>
              </a:rPr>
              <a:t>·     	AWS Elastic Beanstalk</a:t>
            </a:r>
            <a:endParaRPr sz="20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000">
                <a:solidFill>
                  <a:schemeClr val="dk1"/>
                </a:solidFill>
              </a:rPr>
              <a:t>·     	Azure App Service</a:t>
            </a:r>
            <a:endParaRPr sz="20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000">
                <a:solidFill>
                  <a:schemeClr val="dk1"/>
                </a:solidFill>
              </a:rPr>
              <a:t>·     	Google App Engine</a:t>
            </a:r>
            <a:endParaRPr sz="20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000">
                <a:solidFill>
                  <a:schemeClr val="dk1"/>
                </a:solidFill>
              </a:rPr>
              <a:t>·     	Red Hat OpenShift</a:t>
            </a:r>
            <a:endParaRPr sz="20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000">
                <a:solidFill>
                  <a:schemeClr val="dk1"/>
                </a:solidFill>
              </a:rPr>
              <a:t>·     	CloudFountry</a:t>
            </a:r>
            <a:endParaRPr sz="20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000">
                <a:solidFill>
                  <a:schemeClr val="dk1"/>
                </a:solidFill>
              </a:rPr>
              <a:t>·     	Heroku</a:t>
            </a:r>
            <a:endParaRPr sz="20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4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marR="0" rtl="0" algn="ctr">
              <a:lnSpc>
                <a:spcPct val="100000"/>
              </a:lnSpc>
              <a:spcBef>
                <a:spcPts val="40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422" name="Google Shape;422;g135a4ae4e1b_0_58"/>
          <p:cNvSpPr txBox="1"/>
          <p:nvPr>
            <p:ph idx="1" type="body"/>
          </p:nvPr>
        </p:nvSpPr>
        <p:spPr>
          <a:xfrm>
            <a:off x="5591300" y="1004450"/>
            <a:ext cx="11793600" cy="60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400"/>
              </a:spcAft>
              <a:buSzPts val="1100"/>
              <a:buNone/>
            </a:pPr>
            <a:r>
              <a:rPr lang="es-CL" sz="3900"/>
              <a:t>Servicios Cloud Computing</a:t>
            </a:r>
            <a:endParaRPr sz="6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6" name="Shape 426"/>
        <p:cNvGrpSpPr/>
        <p:nvPr/>
      </p:nvGrpSpPr>
      <p:grpSpPr>
        <a:xfrm>
          <a:off x="0" y="0"/>
          <a:ext cx="0" cy="0"/>
          <a:chOff x="0" y="0"/>
          <a:chExt cx="0" cy="0"/>
        </a:xfrm>
      </p:grpSpPr>
      <p:sp>
        <p:nvSpPr>
          <p:cNvPr id="427" name="Google Shape;427;g135a4ae4e1b_0_65"/>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428" name="Google Shape;428;g135a4ae4e1b_0_65"/>
          <p:cNvSpPr txBox="1"/>
          <p:nvPr/>
        </p:nvSpPr>
        <p:spPr>
          <a:xfrm>
            <a:off x="700100" y="2105450"/>
            <a:ext cx="18138900" cy="138552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just">
              <a:lnSpc>
                <a:spcPct val="115000"/>
              </a:lnSpc>
              <a:spcBef>
                <a:spcPts val="1400"/>
              </a:spcBef>
              <a:spcAft>
                <a:spcPts val="0"/>
              </a:spcAft>
              <a:buClr>
                <a:schemeClr val="dk1"/>
              </a:buClr>
              <a:buSzPts val="1100"/>
              <a:buFont typeface="Arial"/>
              <a:buNone/>
            </a:pPr>
            <a:r>
              <a:rPr b="1" lang="es-CL" sz="2600">
                <a:solidFill>
                  <a:schemeClr val="dk1"/>
                </a:solidFill>
              </a:rPr>
              <a:t>SaaS (software as a service) o software como servicio</a:t>
            </a:r>
            <a:endParaRPr b="1"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a:t>
            </a:r>
            <a:endParaRPr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600">
                <a:solidFill>
                  <a:schemeClr val="dk1"/>
                </a:solidFill>
              </a:rPr>
              <a:t>En software como servicio o software-as-a-service (SaaS) se proporciona un producto completo, el cual es ofrecido por el proveedor, quien se encarga de la administración. En este modelo no tienes que preocuparte por la infraestructura de nube, tampoco interesa saber cómo se mantiene el servicio. Solo debes consumir el servicio, por lo que la única tarea es aprender a utilizarlo. Estas aplicaciones son accesibles a través de Internet y desde cualquier dispositivo, usando un cliente que puede ser un navegador web. Podemos decir que son aplicaciones de usuarios finales.</a:t>
            </a:r>
            <a:endParaRPr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just">
              <a:lnSpc>
                <a:spcPct val="115000"/>
              </a:lnSpc>
              <a:spcBef>
                <a:spcPts val="1400"/>
              </a:spcBef>
              <a:spcAft>
                <a:spcPts val="0"/>
              </a:spcAft>
              <a:buClr>
                <a:schemeClr val="dk1"/>
              </a:buClr>
              <a:buSzPts val="1100"/>
              <a:buFont typeface="Arial"/>
              <a:buNone/>
            </a:pPr>
            <a:r>
              <a:rPr b="1" lang="es-CL" sz="2600">
                <a:solidFill>
                  <a:schemeClr val="dk1"/>
                </a:solidFill>
              </a:rPr>
              <a:t>Ejemplos de SaaS:</a:t>
            </a:r>
            <a:endParaRPr b="1"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rPr lang="es-CL" sz="2600">
                <a:solidFill>
                  <a:schemeClr val="dk1"/>
                </a:solidFill>
              </a:rPr>
              <a:t> </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Microsoft Office 365</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Aplicaciones web de Google</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rPr lang="es-CL" sz="2600">
                <a:solidFill>
                  <a:schemeClr val="dk1"/>
                </a:solidFill>
              </a:rPr>
              <a:t>·     	Servicio de mensajería Slack</a:t>
            </a:r>
            <a:endParaRPr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4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marR="0" rtl="0" algn="ctr">
              <a:lnSpc>
                <a:spcPct val="100000"/>
              </a:lnSpc>
              <a:spcBef>
                <a:spcPts val="40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429" name="Google Shape;429;g135a4ae4e1b_0_65"/>
          <p:cNvSpPr txBox="1"/>
          <p:nvPr>
            <p:ph idx="1" type="body"/>
          </p:nvPr>
        </p:nvSpPr>
        <p:spPr>
          <a:xfrm>
            <a:off x="5591300" y="1004450"/>
            <a:ext cx="11793600" cy="60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400"/>
              </a:spcAft>
              <a:buSzPts val="1100"/>
              <a:buNone/>
            </a:pPr>
            <a:r>
              <a:rPr lang="es-CL" sz="3900"/>
              <a:t>Servicios Cloud Computing</a:t>
            </a:r>
            <a:endParaRPr sz="6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135a4ae4e1b_0_75"/>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435" name="Google Shape;435;g135a4ae4e1b_0_75"/>
          <p:cNvSpPr txBox="1"/>
          <p:nvPr/>
        </p:nvSpPr>
        <p:spPr>
          <a:xfrm>
            <a:off x="700100" y="2105450"/>
            <a:ext cx="18138900" cy="11270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800"/>
              </a:spcBef>
              <a:spcAft>
                <a:spcPts val="0"/>
              </a:spcAft>
              <a:buClr>
                <a:schemeClr val="dk1"/>
              </a:buClr>
              <a:buSzPts val="1100"/>
              <a:buFont typeface="Arial"/>
              <a:buNone/>
            </a:pPr>
            <a:r>
              <a:rPr b="1" lang="es-CL" sz="2600">
                <a:solidFill>
                  <a:schemeClr val="dk1"/>
                </a:solidFill>
              </a:rPr>
              <a:t>Diferencias entre IaaS, PaaS y SaaS</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La IaaS es uno de los tres modelos de servicio en la nube más reconocidos, junto con la Plataforma como servicio (PaaS) y el Software como servicio (SaaS). Esta brinda a los usuarios todos los beneficios de los recursos informáticos locales sin los gastos generales. En el modelo de IaaS, los usuarios se encargan de las aplicaciones, los datos, el sistema operativo, el middleware y los tiempos de ejecución.</a:t>
            </a:r>
            <a:endParaRPr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lang="es-CL" sz="2600">
                <a:solidFill>
                  <a:schemeClr val="dk1"/>
                </a:solidFill>
              </a:rPr>
              <a:t>Por otra parte, el proveedor de IaaS ofrece la virtualización, el almacenamiento, la red y los servidores. De esta manera, el usuario no necesita tener un centro de datos local ni debe preocuparse por actualizar o mantener físicamente estos elementos.</a:t>
            </a:r>
            <a:endParaRPr sz="2600">
              <a:solidFill>
                <a:schemeClr val="dk1"/>
              </a:solidFill>
            </a:endParaRPr>
          </a:p>
          <a:p>
            <a:pPr indent="0" lvl="0" marL="457200" rtl="0" algn="just">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just">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rtl="0" algn="ctr">
              <a:lnSpc>
                <a:spcPct val="115000"/>
              </a:lnSpc>
              <a:spcBef>
                <a:spcPts val="1200"/>
              </a:spcBef>
              <a:spcAft>
                <a:spcPts val="0"/>
              </a:spcAft>
              <a:buClr>
                <a:schemeClr val="dk1"/>
              </a:buClr>
              <a:buSzPts val="1100"/>
              <a:buFont typeface="Arial"/>
              <a:buNone/>
            </a:pPr>
            <a:r>
              <a:t/>
            </a:r>
            <a:endParaRPr sz="2600">
              <a:solidFill>
                <a:schemeClr val="dk1"/>
              </a:solidFill>
            </a:endParaRPr>
          </a:p>
          <a:p>
            <a:pPr indent="0" lvl="0" marL="0" rtl="0" algn="ctr">
              <a:lnSpc>
                <a:spcPct val="115000"/>
              </a:lnSpc>
              <a:spcBef>
                <a:spcPts val="1400"/>
              </a:spcBef>
              <a:spcAft>
                <a:spcPts val="0"/>
              </a:spcAft>
              <a:buClr>
                <a:schemeClr val="dk1"/>
              </a:buClr>
              <a:buSzPts val="1100"/>
              <a:buFont typeface="Arial"/>
              <a:buNone/>
            </a:pPr>
            <a:r>
              <a:rPr b="1" lang="es-CL" sz="2600">
                <a:solidFill>
                  <a:schemeClr val="dk1"/>
                </a:solidFill>
              </a:rPr>
              <a:t> </a:t>
            </a:r>
            <a:endParaRPr b="1" sz="2600">
              <a:solidFill>
                <a:schemeClr val="dk1"/>
              </a:solidFill>
            </a:endParaRPr>
          </a:p>
          <a:p>
            <a:pPr indent="0" lvl="0" marL="0" marR="0" rtl="0" algn="ctr">
              <a:lnSpc>
                <a:spcPct val="100000"/>
              </a:lnSpc>
              <a:spcBef>
                <a:spcPts val="400"/>
              </a:spcBef>
              <a:spcAft>
                <a:spcPts val="0"/>
              </a:spcAft>
              <a:buClr>
                <a:srgbClr val="000000"/>
              </a:buClr>
              <a:buSzPts val="3200"/>
              <a:buFont typeface="Arial"/>
              <a:buNone/>
            </a:pPr>
            <a:r>
              <a:t/>
            </a:r>
            <a:endParaRPr sz="2600"/>
          </a:p>
          <a:p>
            <a:pPr indent="0" lvl="0" marL="0" marR="0" rtl="0" algn="ctr">
              <a:lnSpc>
                <a:spcPct val="100000"/>
              </a:lnSpc>
              <a:spcBef>
                <a:spcPts val="0"/>
              </a:spcBef>
              <a:spcAft>
                <a:spcPts val="0"/>
              </a:spcAft>
              <a:buClr>
                <a:srgbClr val="000000"/>
              </a:buClr>
              <a:buSzPts val="3200"/>
              <a:buFont typeface="Arial"/>
              <a:buNone/>
            </a:pPr>
            <a:r>
              <a:t/>
            </a:r>
            <a:endParaRPr b="1" sz="2600" u="sng"/>
          </a:p>
        </p:txBody>
      </p:sp>
      <p:sp>
        <p:nvSpPr>
          <p:cNvPr id="436" name="Google Shape;436;g135a4ae4e1b_0_75"/>
          <p:cNvSpPr txBox="1"/>
          <p:nvPr>
            <p:ph idx="1" type="body"/>
          </p:nvPr>
        </p:nvSpPr>
        <p:spPr>
          <a:xfrm>
            <a:off x="5591300" y="1004450"/>
            <a:ext cx="11793600" cy="60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400"/>
              </a:spcAft>
              <a:buSzPts val="1100"/>
              <a:buNone/>
            </a:pPr>
            <a:r>
              <a:rPr lang="es-CL" sz="3900"/>
              <a:t>Servicios Cloud Computing</a:t>
            </a:r>
            <a:endParaRPr sz="68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g135a4ae4e1b_0_82"/>
          <p:cNvSpPr txBox="1"/>
          <p:nvPr>
            <p:ph idx="1" type="body"/>
          </p:nvPr>
        </p:nvSpPr>
        <p:spPr>
          <a:xfrm>
            <a:off x="421640" y="10298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solidFill>
                  <a:schemeClr val="lt1"/>
                </a:solidFill>
              </a:rPr>
              <a:t>Servicio Cloud</a:t>
            </a:r>
            <a:endParaRPr>
              <a:solidFill>
                <a:schemeClr val="lt1"/>
              </a:solidFill>
            </a:endParaRPr>
          </a:p>
        </p:txBody>
      </p:sp>
      <p:sp>
        <p:nvSpPr>
          <p:cNvPr id="442" name="Google Shape;442;g135a4ae4e1b_0_82"/>
          <p:cNvSpPr txBox="1"/>
          <p:nvPr/>
        </p:nvSpPr>
        <p:spPr>
          <a:xfrm>
            <a:off x="700100" y="1860775"/>
            <a:ext cx="18138900" cy="1787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Clr>
                <a:schemeClr val="dk1"/>
              </a:buClr>
              <a:buSzPts val="1100"/>
              <a:buFont typeface="Arial"/>
              <a:buNone/>
            </a:pPr>
            <a:r>
              <a:t/>
            </a:r>
            <a:endParaRPr b="1" sz="2600">
              <a:solidFill>
                <a:schemeClr val="dk1"/>
              </a:solidFill>
            </a:endParaRPr>
          </a:p>
          <a:p>
            <a:pPr indent="0" lvl="0" marL="0" rtl="0" algn="ctr">
              <a:lnSpc>
                <a:spcPct val="115000"/>
              </a:lnSpc>
              <a:spcBef>
                <a:spcPts val="1800"/>
              </a:spcBef>
              <a:spcAft>
                <a:spcPts val="0"/>
              </a:spcAft>
              <a:buClr>
                <a:schemeClr val="dk1"/>
              </a:buClr>
              <a:buSzPts val="1100"/>
              <a:buFont typeface="Arial"/>
              <a:buNone/>
            </a:pPr>
            <a:r>
              <a:rPr b="1" lang="es-CL" sz="2600">
                <a:solidFill>
                  <a:schemeClr val="dk1"/>
                </a:solidFill>
              </a:rPr>
              <a:t>Diferencias entre IaaS, PaaS y SaaS</a:t>
            </a:r>
            <a:endParaRPr sz="2600"/>
          </a:p>
          <a:p>
            <a:pPr indent="0" lvl="0" marL="0" marR="0" rtl="0" algn="ctr">
              <a:lnSpc>
                <a:spcPct val="100000"/>
              </a:lnSpc>
              <a:spcBef>
                <a:spcPts val="400"/>
              </a:spcBef>
              <a:spcAft>
                <a:spcPts val="0"/>
              </a:spcAft>
              <a:buClr>
                <a:srgbClr val="000000"/>
              </a:buClr>
              <a:buSzPts val="3200"/>
              <a:buFont typeface="Arial"/>
              <a:buNone/>
            </a:pPr>
            <a:r>
              <a:t/>
            </a:r>
            <a:endParaRPr b="1" sz="2600" u="sng"/>
          </a:p>
        </p:txBody>
      </p:sp>
      <p:sp>
        <p:nvSpPr>
          <p:cNvPr id="443" name="Google Shape;443;g135a4ae4e1b_0_82"/>
          <p:cNvSpPr txBox="1"/>
          <p:nvPr>
            <p:ph idx="1" type="body"/>
          </p:nvPr>
        </p:nvSpPr>
        <p:spPr>
          <a:xfrm>
            <a:off x="5591300" y="1004450"/>
            <a:ext cx="11793600" cy="600300"/>
          </a:xfrm>
          <a:prstGeom prst="rect">
            <a:avLst/>
          </a:prstGeom>
          <a:noFill/>
          <a:ln>
            <a:noFill/>
          </a:ln>
        </p:spPr>
        <p:txBody>
          <a:bodyPr anchorCtr="0" anchor="t" bIns="0" lIns="0" spcFirstLastPara="1" rIns="0" wrap="square" tIns="0">
            <a:spAutoFit/>
          </a:bodyPr>
          <a:lstStyle/>
          <a:p>
            <a:pPr indent="0" lvl="0" marL="0" rtl="0" algn="ctr">
              <a:lnSpc>
                <a:spcPct val="115000"/>
              </a:lnSpc>
              <a:spcBef>
                <a:spcPts val="1400"/>
              </a:spcBef>
              <a:spcAft>
                <a:spcPts val="400"/>
              </a:spcAft>
              <a:buSzPts val="1100"/>
              <a:buNone/>
            </a:pPr>
            <a:r>
              <a:rPr lang="es-CL" sz="3900"/>
              <a:t>Servicios Cloud Computing</a:t>
            </a:r>
            <a:endParaRPr sz="6800"/>
          </a:p>
        </p:txBody>
      </p:sp>
      <p:pic>
        <p:nvPicPr>
          <p:cNvPr id="444" name="Google Shape;444;g135a4ae4e1b_0_82"/>
          <p:cNvPicPr preferRelativeResize="0"/>
          <p:nvPr/>
        </p:nvPicPr>
        <p:blipFill>
          <a:blip r:embed="rId3">
            <a:alphaModFix/>
          </a:blip>
          <a:stretch>
            <a:fillRect/>
          </a:stretch>
        </p:blipFill>
        <p:spPr>
          <a:xfrm>
            <a:off x="5667901" y="3309650"/>
            <a:ext cx="8139999" cy="7005874"/>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135a4ae4e1b_0_89"/>
          <p:cNvSpPr txBox="1"/>
          <p:nvPr>
            <p:ph type="title"/>
          </p:nvPr>
        </p:nvSpPr>
        <p:spPr>
          <a:xfrm>
            <a:off x="1093390" y="7778794"/>
            <a:ext cx="6048300" cy="3447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Font typeface="Arial"/>
              <a:buNone/>
            </a:pPr>
            <a:r>
              <a:rPr lang="es-CL" sz="5600">
                <a:latin typeface="Calibri"/>
                <a:ea typeface="Calibri"/>
                <a:cs typeface="Calibri"/>
                <a:sym typeface="Calibri"/>
              </a:rPr>
              <a:t>Herramientas open source para la implementación del Back End</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g13471021aad_0_382"/>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455" name="Google Shape;455;g13471021aad_0_382"/>
          <p:cNvSpPr/>
          <p:nvPr/>
        </p:nvSpPr>
        <p:spPr>
          <a:xfrm>
            <a:off x="852901" y="2381001"/>
            <a:ext cx="18398400" cy="50250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2600" u="none" cap="none" strike="noStrike">
                <a:solidFill>
                  <a:srgbClr val="000000"/>
                </a:solidFill>
              </a:rPr>
              <a:t>El backend, la parte invisible en el Internet of Things</a:t>
            </a:r>
            <a:endParaRPr b="1" i="0" sz="2600" u="none" cap="none" strike="noStrike">
              <a:solidFill>
                <a:srgbClr val="000000"/>
              </a:solidFill>
            </a:endParaRPr>
          </a:p>
          <a:p>
            <a:pPr indent="0" lvl="0" marL="0" marR="0" rtl="0" algn="l">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Los datos son la parte más importante del Internet of Things. Toda la información recopilada debe ser enviada a un lugar donde será almacenada y procesada. Este lugar, invisible para el usuario, se conoce como backend. Éste ofrece seguridad, integridad y un acceso eficiente a los datos entre otras muchas cosas.</a:t>
            </a:r>
            <a:endParaRPr sz="2600"/>
          </a:p>
          <a:p>
            <a:pPr indent="0" lvl="0" marL="0" marR="0" rtl="0" algn="l">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El dispositivo IoT es un cliente que realiza un envío de datos al backend, donde los datos son almacenados en diversos tipos de bases de datos, en función de lo que se quiera realizar con ellos. Hay muchas formas de conectar con el sistema cloud que soporta el backend. Al hablar de objetos inteligentes, lo más lógico es que se haga a través de una conexión de red remota, mediate M2M (Machine to Machine) o WiFi.26</a:t>
            </a:r>
            <a:endParaRPr b="0" i="0" sz="2600" u="none" cap="none" strike="noStrike">
              <a:solidFill>
                <a:srgbClr val="000000"/>
              </a:solidFill>
              <a:latin typeface="Arial"/>
              <a:ea typeface="Arial"/>
              <a:cs typeface="Arial"/>
              <a:sym typeface="Arial"/>
            </a:endParaRPr>
          </a:p>
          <a:p>
            <a:pPr indent="0" lvl="0" marL="0" marR="0" rtl="0" algn="just">
              <a:lnSpc>
                <a:spcPct val="100000"/>
              </a:lnSpc>
              <a:spcBef>
                <a:spcPts val="0"/>
              </a:spcBef>
              <a:spcAft>
                <a:spcPts val="0"/>
              </a:spcAft>
              <a:buNone/>
            </a:pPr>
            <a:r>
              <a:t/>
            </a:r>
            <a:endParaRPr sz="2600"/>
          </a:p>
        </p:txBody>
      </p:sp>
      <p:pic>
        <p:nvPicPr>
          <p:cNvPr id="456" name="Google Shape;456;g13471021aad_0_382"/>
          <p:cNvPicPr preferRelativeResize="0"/>
          <p:nvPr/>
        </p:nvPicPr>
        <p:blipFill rotWithShape="1">
          <a:blip r:embed="rId3">
            <a:alphaModFix/>
          </a:blip>
          <a:srcRect b="0" l="0" r="0" t="0"/>
          <a:stretch/>
        </p:blipFill>
        <p:spPr>
          <a:xfrm>
            <a:off x="4921949" y="6796998"/>
            <a:ext cx="9045025" cy="3728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13471021aad_0_388"/>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462" name="Google Shape;462;g13471021aad_0_388"/>
          <p:cNvSpPr/>
          <p:nvPr/>
        </p:nvSpPr>
        <p:spPr>
          <a:xfrm>
            <a:off x="852901" y="2169708"/>
            <a:ext cx="18398400" cy="2182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Hay diversos tipos sistemas con los que poder trabajar a la hora de montar </a:t>
            </a:r>
            <a:r>
              <a:rPr lang="es-CL" sz="2600"/>
              <a:t>una infraestructura</a:t>
            </a:r>
            <a:r>
              <a:rPr b="0" i="0" lang="es-CL" sz="2600" u="none" cap="none" strike="noStrike">
                <a:solidFill>
                  <a:srgbClr val="000000"/>
                </a:solidFill>
                <a:latin typeface="Arial"/>
                <a:ea typeface="Arial"/>
                <a:cs typeface="Arial"/>
                <a:sym typeface="Arial"/>
              </a:rPr>
              <a:t> IoT, pero debemos destacar Fiware como el sistema OpenSource que está consiguiendo hacerse el estándar en el entorno inteligente.</a:t>
            </a:r>
            <a:endParaRPr sz="2600"/>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De hecho, la iniciativa OASC (Open and Agile Smart Cities) cuenta ya con más de 100 ciudades a nivel mundial que usarán </a:t>
            </a:r>
            <a:r>
              <a:rPr lang="es-CL" sz="2600"/>
              <a:t>Firmware</a:t>
            </a:r>
            <a:r>
              <a:rPr b="0" i="0" lang="es-CL" sz="2600" u="none" cap="none" strike="noStrike">
                <a:solidFill>
                  <a:srgbClr val="000000"/>
                </a:solidFill>
                <a:latin typeface="Arial"/>
                <a:ea typeface="Arial"/>
                <a:cs typeface="Arial"/>
                <a:sym typeface="Arial"/>
              </a:rPr>
              <a:t> para el despliegue de sus SmartCities</a:t>
            </a:r>
            <a:endParaRPr b="0" i="0" sz="2600" u="none" cap="none" strike="noStrike">
              <a:solidFill>
                <a:srgbClr val="000000"/>
              </a:solidFill>
              <a:latin typeface="Arial"/>
              <a:ea typeface="Arial"/>
              <a:cs typeface="Arial"/>
              <a:sym typeface="Arial"/>
            </a:endParaRPr>
          </a:p>
        </p:txBody>
      </p:sp>
      <p:pic>
        <p:nvPicPr>
          <p:cNvPr descr="More information about Open &amp; Agile Smart Cities (OASC): https://oascities.org&#10;With support from SynchroniCity: https://synchronicity-iot.eu&#10;&#10;The mission of Open &amp; Agile Smart Cities (OASC) is to unite cities and communities around the world to build a global market for city data and smart services based on the needs of cities and communities.&#10;&#10;To achieve this mission, OASC promotes the Minimal Interoperability Mechanisms (MIMs), a set of minimal capabilities needed for scalable and interoperable digital services and supported by technical and open specifications. &#10;&#10;Using MIMs, our community enables seamless sharing and re-using of digital, data-driven solutions, thereby reducing the cost of innovation, increasing the return on investment, and – thanks to the use of open standards and APIs – avoiding vendor lock-in." id="463" name="Google Shape;463;g13471021aad_0_388" title="Scaling digital solutions with Open &amp; Agile Smart Cities (OASC)">
            <a:hlinkClick r:id="rId3"/>
          </p:cNvPr>
          <p:cNvPicPr preferRelativeResize="0"/>
          <p:nvPr/>
        </p:nvPicPr>
        <p:blipFill>
          <a:blip r:embed="rId4">
            <a:alphaModFix/>
          </a:blip>
          <a:stretch>
            <a:fillRect/>
          </a:stretch>
        </p:blipFill>
        <p:spPr>
          <a:xfrm>
            <a:off x="5968825" y="4159767"/>
            <a:ext cx="8814374" cy="66108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3"/>
                                        </p:tgtEl>
                                        <p:attrNameLst>
                                          <p:attrName>style.visibility</p:attrName>
                                        </p:attrNameLst>
                                      </p:cBhvr>
                                      <p:to>
                                        <p:strVal val="visible"/>
                                      </p:to>
                                    </p:set>
                                    <p:animEffect filter="fade" transition="in">
                                      <p:cBhvr>
                                        <p:cTn dur="1000"/>
                                        <p:tgtEl>
                                          <p:spTgt spid="4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7" name="Shape 467"/>
        <p:cNvGrpSpPr/>
        <p:nvPr/>
      </p:nvGrpSpPr>
      <p:grpSpPr>
        <a:xfrm>
          <a:off x="0" y="0"/>
          <a:ext cx="0" cy="0"/>
          <a:chOff x="0" y="0"/>
          <a:chExt cx="0" cy="0"/>
        </a:xfrm>
      </p:grpSpPr>
      <p:sp>
        <p:nvSpPr>
          <p:cNvPr id="468" name="Google Shape;468;g13471021aad_0_394"/>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469" name="Google Shape;469;g13471021aad_0_394"/>
          <p:cNvSpPr/>
          <p:nvPr/>
        </p:nvSpPr>
        <p:spPr>
          <a:xfrm>
            <a:off x="837671" y="2130213"/>
            <a:ext cx="18428700" cy="78672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Por qué es tan importante BaaS? (Backend as a Service / Backend como servicio)</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-Menor costo de desarrollo</a:t>
            </a:r>
            <a:endParaRPr sz="2600"/>
          </a:p>
          <a:p>
            <a:pPr indent="0" lvl="0" marL="0" marR="0" rtl="0" algn="l">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Las soluciones BaaS suelen presentar soluciones administradas como servidores, infraestructura de aplicaciones y más. Todo esto </a:t>
            </a:r>
            <a:r>
              <a:rPr lang="es-CL" sz="2600"/>
              <a:t>le ayudará</a:t>
            </a:r>
            <a:r>
              <a:rPr b="0" i="0" lang="es-CL" sz="2600" u="none" cap="none" strike="noStrike">
                <a:solidFill>
                  <a:srgbClr val="000000"/>
                </a:solidFill>
                <a:latin typeface="Arial"/>
                <a:ea typeface="Arial"/>
                <a:cs typeface="Arial"/>
                <a:sym typeface="Arial"/>
              </a:rPr>
              <a:t> a ahorrar más en sus recursos y, en última instancia, a reducir sus costos de desarrollo. </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t/>
            </a:r>
            <a:endParaRPr sz="2600"/>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-Tiempo de comercialización más rápido</a:t>
            </a:r>
            <a:endParaRPr sz="2600"/>
          </a:p>
          <a:p>
            <a:pPr indent="0" lvl="0" marL="0" marR="0" rtl="0" algn="l">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Con BaaS, los desarrolladores de IoT no necesitan preocuparse por la administración de la base de datos, la escalabilidad y otros aspectos de desarrollo de aplicaciones similares.</a:t>
            </a:r>
            <a:endParaRPr sz="2600"/>
          </a:p>
          <a:p>
            <a:pPr indent="0" lvl="0" marL="0" marR="0" rtl="0" algn="l">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Incluso cuando la competencia está pisándole los talones o las fechas límite están cerca, puede disfrutar de la libertad de escribir los códigos de su aplicación para mejorar la experiencia del usuario con las aplicaciones.</a:t>
            </a:r>
            <a:endParaRPr sz="2600"/>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-Sin problemas de gestión del servidor</a:t>
            </a:r>
            <a:endParaRPr sz="2600"/>
          </a:p>
          <a:p>
            <a:pPr indent="0" lvl="0" marL="0" marR="0" rtl="0" algn="l">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Con las soluciones BaaS, no tiene que preocuparse por la gestión de servidores. En cambio, estos servicios vienen con su infraestructura y configuración de servidor, lo que le evitará problemas con el servidor con facilidad.</a:t>
            </a:r>
            <a:endParaRPr sz="26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g13547584bed_0_303"/>
          <p:cNvSpPr txBox="1"/>
          <p:nvPr/>
        </p:nvSpPr>
        <p:spPr>
          <a:xfrm>
            <a:off x="3877559"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Clr>
                <a:srgbClr val="000000"/>
              </a:buClr>
              <a:buSzPts val="6000"/>
              <a:buFont typeface="Arial"/>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475" name="Google Shape;475;g13547584bed_0_303"/>
          <p:cNvSpPr/>
          <p:nvPr/>
        </p:nvSpPr>
        <p:spPr>
          <a:xfrm>
            <a:off x="822441" y="2025719"/>
            <a:ext cx="18306600" cy="2182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3200"/>
              <a:buFont typeface="Arial"/>
              <a:buNone/>
            </a:pPr>
            <a:r>
              <a:rPr b="0" i="0" lang="es-CL" sz="2600" u="none" cap="none" strike="noStrike">
                <a:solidFill>
                  <a:srgbClr val="000000"/>
                </a:solidFill>
                <a:latin typeface="Arial"/>
                <a:ea typeface="Arial"/>
                <a:cs typeface="Arial"/>
                <a:sym typeface="Arial"/>
              </a:rPr>
              <a:t>Back-End Data-Sharing extiende esencialmente el modelo de comunicación de dispositivo a nube para que terceros autorizados puedan acceder a los dispositivos y los datos del sensor. Bajo este modelo, los usuarios pueden exportar y analizar datos de objetos inteligentes desde un servicio en la nube en combinación con datos de otras fuentes y enviarlos a otros servicios para su agregación y análisis.</a:t>
            </a:r>
            <a:endParaRPr b="0" i="0" sz="2600" u="none" cap="none" strike="noStrike">
              <a:solidFill>
                <a:srgbClr val="000000"/>
              </a:solidFill>
              <a:latin typeface="Arial"/>
              <a:ea typeface="Arial"/>
              <a:cs typeface="Arial"/>
              <a:sym typeface="Arial"/>
            </a:endParaRPr>
          </a:p>
        </p:txBody>
      </p:sp>
      <p:sp>
        <p:nvSpPr>
          <p:cNvPr id="476" name="Google Shape;476;g13547584bed_0_303"/>
          <p:cNvSpPr/>
          <p:nvPr/>
        </p:nvSpPr>
        <p:spPr>
          <a:xfrm>
            <a:off x="822437" y="9283631"/>
            <a:ext cx="18306600" cy="964200"/>
          </a:xfrm>
          <a:prstGeom prst="rect">
            <a:avLst/>
          </a:prstGeom>
          <a:noFill/>
          <a:ln>
            <a:noFill/>
          </a:ln>
        </p:spPr>
        <p:txBody>
          <a:bodyPr anchorCtr="0" anchor="t" bIns="92100" lIns="184250" spcFirstLastPara="1" rIns="184250" wrap="square" tIns="92100">
            <a:noAutofit/>
          </a:bodyPr>
          <a:lstStyle/>
          <a:p>
            <a:pPr indent="0" lvl="0" marL="0" marR="0" rtl="0" algn="just">
              <a:lnSpc>
                <a:spcPct val="100000"/>
              </a:lnSpc>
              <a:spcBef>
                <a:spcPts val="0"/>
              </a:spcBef>
              <a:spcAft>
                <a:spcPts val="0"/>
              </a:spcAft>
              <a:buClr>
                <a:srgbClr val="000000"/>
              </a:buClr>
              <a:buSzPts val="3200"/>
              <a:buFont typeface="Arial"/>
              <a:buNone/>
            </a:pPr>
            <a:r>
              <a:rPr b="0" i="0" lang="es-CL" sz="2600" u="none" cap="none" strike="noStrike">
                <a:solidFill>
                  <a:srgbClr val="000000"/>
                </a:solidFill>
                <a:latin typeface="Arial"/>
                <a:ea typeface="Arial"/>
                <a:cs typeface="Arial"/>
                <a:sym typeface="Arial"/>
              </a:rPr>
              <a:t>Estos son los cuatro modelos más utilizados al desplegar soluciones IoT, sin embargo, no hay un modelo cerrado para implementar, todo depende del caso de uso.</a:t>
            </a:r>
            <a:endParaRPr b="0" i="0" sz="2600" u="none" cap="none" strike="noStrike">
              <a:solidFill>
                <a:srgbClr val="000000"/>
              </a:solidFill>
              <a:latin typeface="Arial"/>
              <a:ea typeface="Arial"/>
              <a:cs typeface="Arial"/>
              <a:sym typeface="Arial"/>
            </a:endParaRPr>
          </a:p>
        </p:txBody>
      </p:sp>
      <p:pic>
        <p:nvPicPr>
          <p:cNvPr id="477" name="Google Shape;477;g13547584bed_0_303"/>
          <p:cNvPicPr preferRelativeResize="0"/>
          <p:nvPr/>
        </p:nvPicPr>
        <p:blipFill rotWithShape="1">
          <a:blip r:embed="rId3">
            <a:alphaModFix/>
          </a:blip>
          <a:srcRect b="0" l="0" r="0" t="0"/>
          <a:stretch/>
        </p:blipFill>
        <p:spPr>
          <a:xfrm>
            <a:off x="6589863" y="4543003"/>
            <a:ext cx="8112174" cy="405608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g13471021aad_0_399"/>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483" name="Google Shape;483;g13471021aad_0_399"/>
          <p:cNvSpPr/>
          <p:nvPr/>
        </p:nvSpPr>
        <p:spPr>
          <a:xfrm>
            <a:off x="761520" y="2268537"/>
            <a:ext cx="18581100" cy="13704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1" i="0" lang="es-CL" sz="2600" u="sng" cap="none" strike="noStrike">
                <a:solidFill>
                  <a:srgbClr val="000000"/>
                </a:solidFill>
                <a:latin typeface="Arial"/>
                <a:ea typeface="Arial"/>
                <a:cs typeface="Arial"/>
                <a:sym typeface="Arial"/>
              </a:rPr>
              <a:t>Top 5 backend como servicio para una aplicación de IoT</a:t>
            </a:r>
            <a:endParaRPr sz="2600"/>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Estas son algunas de las mejores plataformas de backend como servicio de IoT que puede considerar</a:t>
            </a:r>
            <a:endParaRPr sz="2600"/>
          </a:p>
        </p:txBody>
      </p:sp>
      <p:sp>
        <p:nvSpPr>
          <p:cNvPr id="484" name="Google Shape;484;g13471021aad_0_399"/>
          <p:cNvSpPr/>
          <p:nvPr/>
        </p:nvSpPr>
        <p:spPr>
          <a:xfrm>
            <a:off x="761520" y="3921513"/>
            <a:ext cx="18581100" cy="3400800"/>
          </a:xfrm>
          <a:prstGeom prst="rect">
            <a:avLst/>
          </a:prstGeom>
          <a:noFill/>
          <a:ln>
            <a:noFill/>
          </a:ln>
        </p:spPr>
        <p:txBody>
          <a:bodyPr anchorCtr="0" anchor="t" bIns="92100" lIns="184250" spcFirstLastPara="1" rIns="184250" wrap="square" tIns="92100">
            <a:noAutofit/>
          </a:bodyPr>
          <a:lstStyle/>
          <a:p>
            <a:pPr indent="0" lvl="0" marL="0" marR="0" rtl="0" algn="l">
              <a:lnSpc>
                <a:spcPct val="100000"/>
              </a:lnSpc>
              <a:spcBef>
                <a:spcPts val="0"/>
              </a:spcBef>
              <a:spcAft>
                <a:spcPts val="0"/>
              </a:spcAft>
              <a:buNone/>
            </a:pPr>
            <a:r>
              <a:rPr b="1" i="0" lang="es-CL" sz="2600" u="sng" cap="none" strike="noStrike">
                <a:solidFill>
                  <a:srgbClr val="000000"/>
                </a:solidFill>
                <a:latin typeface="Arial"/>
                <a:ea typeface="Arial"/>
                <a:cs typeface="Arial"/>
                <a:sym typeface="Arial"/>
              </a:rPr>
              <a:t>Back4app</a:t>
            </a:r>
            <a:endParaRPr sz="2600"/>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Es una de las mejores plataformas de desarrollo que puede ofrecer una forma más sencilla, rápida y eficiente de desarrollar aplicaciones web, IoT y móviles para desarrolladores. Puede ayudarlos a alojar e implementar aplicaciones ricas en funciones en muy poco tiempo.</a:t>
            </a:r>
            <a:endParaRPr sz="2600"/>
          </a:p>
          <a:p>
            <a:pPr indent="0" lvl="0" marL="0" marR="0" rtl="0" algn="l">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Las características clave de Back4app son REST y GraphQL API, notificaciones push, escalabilidad automática y más.</a:t>
            </a:r>
            <a:endParaRPr sz="2600"/>
          </a:p>
        </p:txBody>
      </p:sp>
      <p:pic>
        <p:nvPicPr>
          <p:cNvPr id="485" name="Google Shape;485;g13471021aad_0_399"/>
          <p:cNvPicPr preferRelativeResize="0"/>
          <p:nvPr/>
        </p:nvPicPr>
        <p:blipFill rotWithShape="1">
          <a:blip r:embed="rId3">
            <a:alphaModFix/>
          </a:blip>
          <a:srcRect b="0" l="0" r="0" t="0"/>
          <a:stretch/>
        </p:blipFill>
        <p:spPr>
          <a:xfrm>
            <a:off x="7101657" y="7039509"/>
            <a:ext cx="6762765" cy="3804055"/>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g13471021aad_0_407"/>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491" name="Google Shape;491;g13471021aad_0_407"/>
          <p:cNvSpPr/>
          <p:nvPr/>
        </p:nvSpPr>
        <p:spPr>
          <a:xfrm>
            <a:off x="578756" y="2365191"/>
            <a:ext cx="18306600" cy="21822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1" i="0" lang="es-CL" sz="2600" u="sng" cap="none" strike="noStrike">
                <a:solidFill>
                  <a:srgbClr val="000000"/>
                </a:solidFill>
                <a:latin typeface="Arial"/>
                <a:ea typeface="Arial"/>
                <a:cs typeface="Arial"/>
                <a:sym typeface="Arial"/>
              </a:rPr>
              <a:t>Kuzzle</a:t>
            </a:r>
            <a:endParaRPr b="1" i="0" sz="26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Es otra solución de BaaS que ofrece funciones de backend listas para utilizar para integrarse en su web, IoT y aplicaciones móviles. Viene con una increíble gama de funciones para incorporar a sus aplicaciones y hacerlas más impresionantes para sus usuarios.</a:t>
            </a:r>
            <a:endParaRPr sz="2600"/>
          </a:p>
        </p:txBody>
      </p:sp>
      <p:pic>
        <p:nvPicPr>
          <p:cNvPr id="492" name="Google Shape;492;g13471021aad_0_407"/>
          <p:cNvPicPr preferRelativeResize="0"/>
          <p:nvPr/>
        </p:nvPicPr>
        <p:blipFill rotWithShape="1">
          <a:blip r:embed="rId3">
            <a:alphaModFix/>
          </a:blip>
          <a:srcRect b="0" l="0" r="0" t="0"/>
          <a:stretch/>
        </p:blipFill>
        <p:spPr>
          <a:xfrm>
            <a:off x="258917" y="6461743"/>
            <a:ext cx="7105473" cy="2486914"/>
          </a:xfrm>
          <a:prstGeom prst="rect">
            <a:avLst/>
          </a:prstGeom>
          <a:noFill/>
          <a:ln>
            <a:noFill/>
          </a:ln>
        </p:spPr>
      </p:pic>
      <p:pic>
        <p:nvPicPr>
          <p:cNvPr id="493" name="Google Shape;493;g13471021aad_0_407"/>
          <p:cNvPicPr preferRelativeResize="0"/>
          <p:nvPr/>
        </p:nvPicPr>
        <p:blipFill rotWithShape="1">
          <a:blip r:embed="rId4">
            <a:alphaModFix/>
          </a:blip>
          <a:srcRect b="0" l="0" r="0" t="0"/>
          <a:stretch/>
        </p:blipFill>
        <p:spPr>
          <a:xfrm>
            <a:off x="8985924" y="5426196"/>
            <a:ext cx="10221807" cy="4558012"/>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13471021aad_0_414"/>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499" name="Google Shape;499;g13471021aad_0_414"/>
          <p:cNvSpPr/>
          <p:nvPr/>
        </p:nvSpPr>
        <p:spPr>
          <a:xfrm>
            <a:off x="822441" y="2345048"/>
            <a:ext cx="18459000" cy="29946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1" i="0" lang="es-CL" sz="2600" u="sng" cap="none" strike="noStrike">
                <a:solidFill>
                  <a:srgbClr val="000000"/>
                </a:solidFill>
                <a:latin typeface="Arial"/>
                <a:ea typeface="Arial"/>
                <a:cs typeface="Arial"/>
                <a:sym typeface="Arial"/>
              </a:rPr>
              <a:t>Firebase</a:t>
            </a:r>
            <a:endParaRPr b="1" i="0" sz="26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1" sz="2600" u="sng"/>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Es otra solución de BaaS que adquirió Google. Firebase ofrece documentación técnica completa para que el proceso de desarrollo sea más sencillo.</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Incluso puede eliminar la necesidad de administrar y mantener soluciones de hardware y bases de datos para sus proyectos. Incluso puede conectar sus increíbles servicios como bases de datos en tiempo real, ML Kit, funciones en la nube y más en sus aplicaciones.</a:t>
            </a:r>
            <a:endParaRPr sz="2600"/>
          </a:p>
        </p:txBody>
      </p:sp>
      <p:pic>
        <p:nvPicPr>
          <p:cNvPr id="500" name="Google Shape;500;g13471021aad_0_414"/>
          <p:cNvPicPr preferRelativeResize="0"/>
          <p:nvPr/>
        </p:nvPicPr>
        <p:blipFill rotWithShape="1">
          <a:blip r:embed="rId3">
            <a:alphaModFix/>
          </a:blip>
          <a:srcRect b="0" l="0" r="0" t="0"/>
          <a:stretch/>
        </p:blipFill>
        <p:spPr>
          <a:xfrm>
            <a:off x="3244713" y="7562869"/>
            <a:ext cx="3916587" cy="1717435"/>
          </a:xfrm>
          <a:prstGeom prst="rect">
            <a:avLst/>
          </a:prstGeom>
          <a:noFill/>
          <a:ln>
            <a:noFill/>
          </a:ln>
        </p:spPr>
      </p:pic>
      <p:pic>
        <p:nvPicPr>
          <p:cNvPr id="501" name="Google Shape;501;g13471021aad_0_414"/>
          <p:cNvPicPr preferRelativeResize="0"/>
          <p:nvPr/>
        </p:nvPicPr>
        <p:blipFill rotWithShape="1">
          <a:blip r:embed="rId4">
            <a:alphaModFix/>
          </a:blip>
          <a:srcRect b="0" l="0" r="0" t="0"/>
          <a:stretch/>
        </p:blipFill>
        <p:spPr>
          <a:xfrm>
            <a:off x="9996349" y="6419650"/>
            <a:ext cx="6673125" cy="400387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g13471021aad_0_421"/>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507" name="Google Shape;507;g13471021aad_0_421"/>
          <p:cNvSpPr/>
          <p:nvPr/>
        </p:nvSpPr>
        <p:spPr>
          <a:xfrm>
            <a:off x="654907" y="2733616"/>
            <a:ext cx="18794100" cy="21822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1" i="0" lang="es-CL" sz="2600" u="sng" cap="none" strike="noStrike">
                <a:solidFill>
                  <a:srgbClr val="000000"/>
                </a:solidFill>
                <a:latin typeface="Arial"/>
                <a:ea typeface="Arial"/>
                <a:cs typeface="Arial"/>
                <a:sym typeface="Arial"/>
              </a:rPr>
              <a:t>Backendless</a:t>
            </a:r>
            <a:endParaRPr b="1" i="0" sz="2600" u="sng"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t/>
            </a:r>
            <a:endParaRPr b="1" sz="2600" u="sng"/>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Es una de las soluciones de backend de IoT más asombrosas que puede acelerar todo el proceso de desarrollo. Con su amplia gama de funciones integradas, puede integrar fácilmente funcionalidades esenciales en su web, IoT y aplicaciones móviles. La integración automática de API está haciendo de esta plataforma una gran solución para trabajar.</a:t>
            </a:r>
            <a:endParaRPr sz="2600"/>
          </a:p>
        </p:txBody>
      </p:sp>
      <p:pic>
        <p:nvPicPr>
          <p:cNvPr id="508" name="Google Shape;508;g13471021aad_0_421"/>
          <p:cNvPicPr preferRelativeResize="0"/>
          <p:nvPr/>
        </p:nvPicPr>
        <p:blipFill rotWithShape="1">
          <a:blip r:embed="rId3">
            <a:alphaModFix/>
          </a:blip>
          <a:srcRect b="0" l="0" r="0" t="0"/>
          <a:stretch/>
        </p:blipFill>
        <p:spPr>
          <a:xfrm>
            <a:off x="2525789" y="6708525"/>
            <a:ext cx="5346236" cy="2676603"/>
          </a:xfrm>
          <a:prstGeom prst="rect">
            <a:avLst/>
          </a:prstGeom>
          <a:noFill/>
          <a:ln>
            <a:noFill/>
          </a:ln>
        </p:spPr>
      </p:pic>
      <p:pic>
        <p:nvPicPr>
          <p:cNvPr id="509" name="Google Shape;509;g13471021aad_0_421"/>
          <p:cNvPicPr preferRelativeResize="0"/>
          <p:nvPr/>
        </p:nvPicPr>
        <p:blipFill rotWithShape="1">
          <a:blip r:embed="rId4">
            <a:alphaModFix/>
          </a:blip>
          <a:srcRect b="0" l="0" r="0" t="0"/>
          <a:stretch/>
        </p:blipFill>
        <p:spPr>
          <a:xfrm>
            <a:off x="10194748" y="6127749"/>
            <a:ext cx="7149345" cy="4395162"/>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13471021aad_0_428"/>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100000"/>
              </a:lnSpc>
              <a:spcBef>
                <a:spcPts val="0"/>
              </a:spcBef>
              <a:spcAft>
                <a:spcPts val="0"/>
              </a:spcAft>
              <a:buNone/>
            </a:pPr>
            <a:r>
              <a:rPr b="1" i="0" lang="es-CL" sz="6000" u="none" cap="none" strike="noStrike">
                <a:solidFill>
                  <a:schemeClr val="lt1"/>
                </a:solidFill>
                <a:latin typeface="Calibri"/>
                <a:ea typeface="Calibri"/>
                <a:cs typeface="Calibri"/>
                <a:sym typeface="Calibri"/>
              </a:rPr>
              <a:t>Back End Data Sharing</a:t>
            </a:r>
            <a:endParaRPr b="1" i="0" sz="6000" u="none" cap="none" strike="noStrike">
              <a:solidFill>
                <a:schemeClr val="lt1"/>
              </a:solidFill>
              <a:latin typeface="Calibri"/>
              <a:ea typeface="Calibri"/>
              <a:cs typeface="Calibri"/>
              <a:sym typeface="Calibri"/>
            </a:endParaRPr>
          </a:p>
        </p:txBody>
      </p:sp>
      <p:sp>
        <p:nvSpPr>
          <p:cNvPr id="515" name="Google Shape;515;g13471021aad_0_428"/>
          <p:cNvSpPr/>
          <p:nvPr/>
        </p:nvSpPr>
        <p:spPr>
          <a:xfrm>
            <a:off x="696942" y="2083237"/>
            <a:ext cx="18710400" cy="17766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1" i="0" lang="es-CL" sz="2600" u="sng" cap="none" strike="noStrike">
                <a:solidFill>
                  <a:srgbClr val="000000"/>
                </a:solidFill>
                <a:latin typeface="Calibri"/>
                <a:ea typeface="Calibri"/>
                <a:cs typeface="Calibri"/>
                <a:sym typeface="Calibri"/>
              </a:rPr>
              <a:t>Kinvey</a:t>
            </a:r>
            <a:endParaRPr b="1" i="0" sz="2600" u="sng"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t/>
            </a:r>
            <a:endParaRPr b="1" sz="2600" u="sng">
              <a:latin typeface="Calibri"/>
              <a:ea typeface="Calibri"/>
              <a:cs typeface="Calibri"/>
              <a:sym typeface="Calibri"/>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Es una solución de desarrollo de backend sin servidor que también ofrece soluciones innovadoras basadas en React Native para el desarrollo. Puede ayudarlo a desarrollar aplicaciones sólidas para varios canales y funciones a través de los SDK frontend y backend en la nube.</a:t>
            </a:r>
            <a:endParaRPr sz="2600"/>
          </a:p>
        </p:txBody>
      </p:sp>
      <p:pic>
        <p:nvPicPr>
          <p:cNvPr id="516" name="Google Shape;516;g13471021aad_0_428"/>
          <p:cNvPicPr preferRelativeResize="0"/>
          <p:nvPr/>
        </p:nvPicPr>
        <p:blipFill rotWithShape="1">
          <a:blip r:embed="rId3">
            <a:alphaModFix/>
          </a:blip>
          <a:srcRect b="0" l="0" r="0" t="0"/>
          <a:stretch/>
        </p:blipFill>
        <p:spPr>
          <a:xfrm>
            <a:off x="2532655" y="6890900"/>
            <a:ext cx="5507945" cy="1395679"/>
          </a:xfrm>
          <a:prstGeom prst="rect">
            <a:avLst/>
          </a:prstGeom>
          <a:noFill/>
          <a:ln>
            <a:noFill/>
          </a:ln>
        </p:spPr>
      </p:pic>
      <p:pic>
        <p:nvPicPr>
          <p:cNvPr id="517" name="Google Shape;517;g13471021aad_0_428"/>
          <p:cNvPicPr preferRelativeResize="0"/>
          <p:nvPr/>
        </p:nvPicPr>
        <p:blipFill rotWithShape="1">
          <a:blip r:embed="rId4">
            <a:alphaModFix/>
          </a:blip>
          <a:srcRect b="0" l="0" r="0" t="0"/>
          <a:stretch/>
        </p:blipFill>
        <p:spPr>
          <a:xfrm>
            <a:off x="9557080" y="5340239"/>
            <a:ext cx="7539564" cy="4280708"/>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135a4ae4e1b_0_94"/>
          <p:cNvSpPr txBox="1"/>
          <p:nvPr>
            <p:ph type="title"/>
          </p:nvPr>
        </p:nvSpPr>
        <p:spPr>
          <a:xfrm>
            <a:off x="1093390" y="7778794"/>
            <a:ext cx="6048300" cy="2586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es-CL" sz="5600">
                <a:latin typeface="Calibri"/>
                <a:ea typeface="Calibri"/>
                <a:cs typeface="Calibri"/>
                <a:sym typeface="Calibri"/>
              </a:rPr>
              <a:t>Funcionamiento de un servidor </a:t>
            </a:r>
            <a:endParaRPr sz="5600">
              <a:latin typeface="Calibri"/>
              <a:ea typeface="Calibri"/>
              <a:cs typeface="Calibri"/>
              <a:sym typeface="Calibri"/>
            </a:endParaRPr>
          </a:p>
          <a:p>
            <a:pPr indent="0" lvl="0" marL="0" rtl="0" algn="l">
              <a:spcBef>
                <a:spcPts val="0"/>
              </a:spcBef>
              <a:spcAft>
                <a:spcPts val="0"/>
              </a:spcAft>
              <a:buNone/>
            </a:pPr>
            <a:r>
              <a:rPr lang="es-CL" sz="5600">
                <a:latin typeface="Calibri"/>
                <a:ea typeface="Calibri"/>
                <a:cs typeface="Calibri"/>
                <a:sym typeface="Calibri"/>
              </a:rPr>
              <a:t>BackEnd</a:t>
            </a:r>
            <a:endParaRPr sz="56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13471021aad_0_439"/>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Ejemplo de funcionamiento</a:t>
            </a:r>
            <a:endParaRPr b="0" i="0" sz="6000" u="none" cap="none" strike="noStrike">
              <a:solidFill>
                <a:srgbClr val="000000"/>
              </a:solidFill>
              <a:latin typeface="Arial"/>
              <a:ea typeface="Arial"/>
              <a:cs typeface="Arial"/>
              <a:sym typeface="Arial"/>
            </a:endParaRPr>
          </a:p>
        </p:txBody>
      </p:sp>
      <p:pic>
        <p:nvPicPr>
          <p:cNvPr id="528" name="Google Shape;528;g13471021aad_0_439"/>
          <p:cNvPicPr preferRelativeResize="0"/>
          <p:nvPr/>
        </p:nvPicPr>
        <p:blipFill rotWithShape="1">
          <a:blip r:embed="rId3">
            <a:alphaModFix/>
          </a:blip>
          <a:srcRect b="0" l="0" r="0" t="0"/>
          <a:stretch/>
        </p:blipFill>
        <p:spPr>
          <a:xfrm>
            <a:off x="4826046" y="7626075"/>
            <a:ext cx="9696400" cy="2615475"/>
          </a:xfrm>
          <a:prstGeom prst="rect">
            <a:avLst/>
          </a:prstGeom>
          <a:noFill/>
          <a:ln>
            <a:noFill/>
          </a:ln>
        </p:spPr>
      </p:pic>
      <p:sp>
        <p:nvSpPr>
          <p:cNvPr id="529" name="Google Shape;529;g13471021aad_0_439"/>
          <p:cNvSpPr/>
          <p:nvPr/>
        </p:nvSpPr>
        <p:spPr>
          <a:xfrm>
            <a:off x="603123" y="2367406"/>
            <a:ext cx="18897600" cy="54816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En este ejemplo, la cámara es la encargada del envío de las imágenes (puede ser la cámara IoT conectada a la placa Raspberry), las imágenes llegan a la Raspberry pi (broker). Esta se encarga de leer cuales son los contenidos y de distribuir las imágenes.</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El servidor Web, recibe las imágenes y las almacena en el back end. Las imágenes se van re-escribiendo y al mismo tiempo se encarga de mostrarlas en el front end para que el usuario las visualice.</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En el servidor web se utiliza un template engine llamado Handlebars que </a:t>
            </a:r>
            <a:r>
              <a:rPr lang="es-CL" sz="2600">
                <a:latin typeface="Calibri"/>
                <a:ea typeface="Calibri"/>
                <a:cs typeface="Calibri"/>
                <a:sym typeface="Calibri"/>
              </a:rPr>
              <a:t>permite</a:t>
            </a:r>
            <a:r>
              <a:rPr b="0" i="0" lang="es-CL" sz="2600" u="none" cap="none" strike="noStrike">
                <a:solidFill>
                  <a:srgbClr val="000000"/>
                </a:solidFill>
                <a:latin typeface="Calibri"/>
                <a:ea typeface="Calibri"/>
                <a:cs typeface="Calibri"/>
                <a:sym typeface="Calibri"/>
              </a:rPr>
              <a:t> realizar el frontend, es decir la parte visual de la aplicación web. Así pues, mediante la petición del navegador a nuestro servidor web, se obtiene el front end y desde este se realiza peticiones Ajax (Asynchronous JavaScript and XML) al back end para refrescar las imágenes en tiempo real.</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Una vez en el navegador, se puede visualizar la página con información sobre las imágenes que corresponden a lo capturado.</a:t>
            </a:r>
            <a:endParaRPr sz="26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13471021aad_0_447"/>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Front End</a:t>
            </a:r>
            <a:endParaRPr b="0" i="0" sz="6000" u="none" cap="none" strike="noStrike">
              <a:solidFill>
                <a:srgbClr val="000000"/>
              </a:solidFill>
              <a:latin typeface="Arial"/>
              <a:ea typeface="Arial"/>
              <a:cs typeface="Arial"/>
              <a:sym typeface="Arial"/>
            </a:endParaRPr>
          </a:p>
        </p:txBody>
      </p:sp>
      <p:sp>
        <p:nvSpPr>
          <p:cNvPr id="535" name="Google Shape;535;g13471021aad_0_447"/>
          <p:cNvSpPr/>
          <p:nvPr/>
        </p:nvSpPr>
        <p:spPr>
          <a:xfrm>
            <a:off x="696942" y="2812961"/>
            <a:ext cx="18736800" cy="50250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El Front End es la parte de una aplicación que interactúa con los usuarios, es conocida como el lado del cliente. </a:t>
            </a:r>
            <a:endParaRPr sz="2600"/>
          </a:p>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Básicamente es todo lo que vemos en la pantalla cuando accedemos a un sitio web o aplicación: tipos de letra, colores, adaptación para distintas pantallas (RWD), los efectos del ratón, teclado, movimientos, desplazamientos, efectos visuales y otros elementos que permiten navegar dentro de una página web. Este conjunto crea la experiencia del usuario.</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El desarrollador front end se encarga de la experiencia del usuario, es decir, en el momento en el que este entra a una página web, debe ser capaz de navegar por ella, por lo que el usuario verá una </a:t>
            </a:r>
            <a:r>
              <a:rPr lang="es-CL" sz="2600">
                <a:latin typeface="Calibri"/>
                <a:ea typeface="Calibri"/>
                <a:cs typeface="Calibri"/>
                <a:sym typeface="Calibri"/>
              </a:rPr>
              <a:t>interfaz</a:t>
            </a:r>
            <a:r>
              <a:rPr b="0" i="0" lang="es-CL" sz="2600" u="none" cap="none" strike="noStrike">
                <a:solidFill>
                  <a:srgbClr val="000000"/>
                </a:solidFill>
                <a:latin typeface="Calibri"/>
                <a:ea typeface="Calibri"/>
                <a:cs typeface="Calibri"/>
                <a:sym typeface="Calibri"/>
              </a:rPr>
              <a:t> sencilla de usar, atractiva y funcional.</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Calibri"/>
              <a:ea typeface="Calibri"/>
              <a:cs typeface="Calibri"/>
              <a:sym typeface="Calibri"/>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Calibri"/>
                <a:ea typeface="Calibri"/>
                <a:cs typeface="Calibri"/>
                <a:sym typeface="Calibri"/>
              </a:rPr>
              <a:t>Existen varios lenguajes de programación para su operación: HTML5, CSS3, JavaScript, Jquery, Ajax.</a:t>
            </a:r>
            <a:endParaRPr sz="2600"/>
          </a:p>
        </p:txBody>
      </p:sp>
      <p:pic>
        <p:nvPicPr>
          <p:cNvPr id="536" name="Google Shape;536;g13471021aad_0_447"/>
          <p:cNvPicPr preferRelativeResize="0"/>
          <p:nvPr/>
        </p:nvPicPr>
        <p:blipFill rotWithShape="1">
          <a:blip r:embed="rId3">
            <a:alphaModFix/>
          </a:blip>
          <a:srcRect b="0" l="0" r="0" t="0"/>
          <a:stretch/>
        </p:blipFill>
        <p:spPr>
          <a:xfrm>
            <a:off x="3566273" y="7837943"/>
            <a:ext cx="13257071" cy="281163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0" name="Shape 540"/>
        <p:cNvGrpSpPr/>
        <p:nvPr/>
      </p:nvGrpSpPr>
      <p:grpSpPr>
        <a:xfrm>
          <a:off x="0" y="0"/>
          <a:ext cx="0" cy="0"/>
          <a:chOff x="0" y="0"/>
          <a:chExt cx="0" cy="0"/>
        </a:xfrm>
      </p:grpSpPr>
      <p:sp>
        <p:nvSpPr>
          <p:cNvPr id="541" name="Google Shape;541;g13471021aad_0_453"/>
          <p:cNvSpPr txBox="1"/>
          <p:nvPr/>
        </p:nvSpPr>
        <p:spPr>
          <a:xfrm>
            <a:off x="3877558" y="350857"/>
            <a:ext cx="9427500" cy="1339800"/>
          </a:xfrm>
          <a:prstGeom prst="rect">
            <a:avLst/>
          </a:prstGeom>
          <a:noFill/>
          <a:ln>
            <a:noFill/>
          </a:ln>
        </p:spPr>
        <p:txBody>
          <a:bodyPr anchorCtr="0" anchor="ctr" bIns="92100" lIns="184250" spcFirstLastPara="1" rIns="184250" wrap="square" tIns="92100">
            <a:noAutofit/>
          </a:bodyPr>
          <a:lstStyle/>
          <a:p>
            <a:pPr indent="0" lvl="0" marL="0" marR="0" rtl="0" algn="l">
              <a:lnSpc>
                <a:spcPct val="90000"/>
              </a:lnSpc>
              <a:spcBef>
                <a:spcPts val="0"/>
              </a:spcBef>
              <a:spcAft>
                <a:spcPts val="0"/>
              </a:spcAft>
              <a:buClr>
                <a:srgbClr val="000000"/>
              </a:buClr>
              <a:buSzPts val="6000"/>
              <a:buFont typeface="Arial"/>
              <a:buNone/>
            </a:pPr>
            <a:r>
              <a:rPr b="0" i="0" lang="es-CL" sz="6000" u="none" cap="none" strike="noStrike">
                <a:solidFill>
                  <a:srgbClr val="FFFFFF"/>
                </a:solidFill>
                <a:latin typeface="Calibri"/>
                <a:ea typeface="Calibri"/>
                <a:cs typeface="Calibri"/>
                <a:sym typeface="Calibri"/>
              </a:rPr>
              <a:t>Back End</a:t>
            </a:r>
            <a:endParaRPr b="0" i="0" sz="6000" u="none" cap="none" strike="noStrike">
              <a:solidFill>
                <a:srgbClr val="000000"/>
              </a:solidFill>
              <a:latin typeface="Arial"/>
              <a:ea typeface="Arial"/>
              <a:cs typeface="Arial"/>
              <a:sym typeface="Arial"/>
            </a:endParaRPr>
          </a:p>
        </p:txBody>
      </p:sp>
      <p:sp>
        <p:nvSpPr>
          <p:cNvPr id="542" name="Google Shape;542;g13471021aad_0_453"/>
          <p:cNvSpPr/>
          <p:nvPr/>
        </p:nvSpPr>
        <p:spPr>
          <a:xfrm>
            <a:off x="857775" y="2610078"/>
            <a:ext cx="18495900" cy="6649200"/>
          </a:xfrm>
          <a:prstGeom prst="rect">
            <a:avLst/>
          </a:prstGeom>
          <a:noFill/>
          <a:ln>
            <a:noFill/>
          </a:ln>
        </p:spPr>
        <p:txBody>
          <a:bodyPr anchorCtr="0" anchor="t" bIns="92100" lIns="184250" spcFirstLastPara="1" rIns="184250" wrap="square" tIns="92100">
            <a:noAutofit/>
          </a:bodyPr>
          <a:lstStyle/>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El Front end es todo con lo que el usuario se encuentra directamente en la web o aplicación, entonces cuando se habla de “Back end” se refiere al interior de las aplicaciones que viven en el servidor y al que a menudo se le denomina “el lado del servidor”.</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El back end del sitio web consiste en un servidor, una aplicación y una base de datos. Se toman los datos, se procesa la información y se envía al usuario.  </a:t>
            </a:r>
            <a:endParaRPr sz="2600"/>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Los desarrolladores de Front end y Back end suelen trabajar juntos para que todo funcione correctamente.</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Un desarrollador Back end debe tener amplios conocimientos de los siguientes lenguajes: frameworks y los tipos de base de datos. No siendo necesario conocer todos los lenguajes pero sí entender y saber trabajar con algunos de ellos.</a:t>
            </a:r>
            <a:endParaRPr sz="2600"/>
          </a:p>
          <a:p>
            <a:pPr indent="0" lvl="0" marL="0" marR="0" rtl="0" algn="ctr">
              <a:lnSpc>
                <a:spcPct val="100000"/>
              </a:lnSpc>
              <a:spcBef>
                <a:spcPts val="0"/>
              </a:spcBef>
              <a:spcAft>
                <a:spcPts val="0"/>
              </a:spcAft>
              <a:buNone/>
            </a:pPr>
            <a:r>
              <a:t/>
            </a:r>
            <a:endParaRPr b="0" i="0" sz="26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None/>
            </a:pPr>
            <a:r>
              <a:rPr b="0" i="0" lang="es-CL" sz="2600" u="none" cap="none" strike="noStrike">
                <a:solidFill>
                  <a:srgbClr val="000000"/>
                </a:solidFill>
                <a:latin typeface="Arial"/>
                <a:ea typeface="Arial"/>
                <a:cs typeface="Arial"/>
                <a:sym typeface="Arial"/>
              </a:rPr>
              <a:t>Algunos más populares son: ASP.NET , PHP, Python, Ruby, Node.js, Java, MySQL, SQL Server, PostgreSQL, Oracle, MongoDB</a:t>
            </a:r>
            <a:endParaRPr sz="2600"/>
          </a:p>
        </p:txBody>
      </p:sp>
      <p:pic>
        <p:nvPicPr>
          <p:cNvPr id="543" name="Google Shape;543;g13471021aad_0_453"/>
          <p:cNvPicPr preferRelativeResize="0"/>
          <p:nvPr/>
        </p:nvPicPr>
        <p:blipFill rotWithShape="1">
          <a:blip r:embed="rId3">
            <a:alphaModFix/>
          </a:blip>
          <a:srcRect b="0" l="0" r="0" t="0"/>
          <a:stretch/>
        </p:blipFill>
        <p:spPr>
          <a:xfrm>
            <a:off x="4854731" y="8180252"/>
            <a:ext cx="10502004" cy="2734998"/>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g1343706a5ce_0_1667"/>
          <p:cNvSpPr txBox="1"/>
          <p:nvPr>
            <p:ph type="title"/>
          </p:nvPr>
        </p:nvSpPr>
        <p:spPr>
          <a:xfrm>
            <a:off x="1321990" y="8235994"/>
            <a:ext cx="6048300" cy="16623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¿Qué hemos aprendido hoy?</a:t>
            </a:r>
            <a:endParaRPr/>
          </a:p>
        </p:txBody>
      </p:sp>
      <p:sp>
        <p:nvSpPr>
          <p:cNvPr id="549" name="Google Shape;549;g1343706a5ce_0_1667"/>
          <p:cNvSpPr txBox="1"/>
          <p:nvPr>
            <p:ph idx="1" type="body"/>
          </p:nvPr>
        </p:nvSpPr>
        <p:spPr>
          <a:xfrm>
            <a:off x="8314271" y="7865645"/>
            <a:ext cx="11193600" cy="3016800"/>
          </a:xfrm>
          <a:prstGeom prst="rect">
            <a:avLst/>
          </a:prstGeom>
          <a:noFill/>
          <a:ln>
            <a:noFill/>
          </a:ln>
        </p:spPr>
        <p:txBody>
          <a:bodyPr anchorCtr="0" anchor="t" bIns="0" lIns="0" spcFirstLastPara="1" rIns="0" wrap="square" tIns="0">
            <a:spAutoFit/>
          </a:bodyPr>
          <a:lstStyle/>
          <a:p>
            <a:pPr indent="-406400" lvl="0" marL="457200" rtl="0" algn="l">
              <a:lnSpc>
                <a:spcPct val="100000"/>
              </a:lnSpc>
              <a:spcBef>
                <a:spcPts val="0"/>
              </a:spcBef>
              <a:spcAft>
                <a:spcPts val="0"/>
              </a:spcAft>
              <a:buSzPts val="2800"/>
              <a:buChar char="●"/>
            </a:pPr>
            <a:r>
              <a:rPr lang="es-CL" sz="2800"/>
              <a:t>Como se define una arquitectura Cloud</a:t>
            </a:r>
            <a:endParaRPr sz="2800"/>
          </a:p>
          <a:p>
            <a:pPr indent="-406400" lvl="0" marL="457200" rtl="0" algn="l">
              <a:lnSpc>
                <a:spcPct val="100000"/>
              </a:lnSpc>
              <a:spcBef>
                <a:spcPts val="0"/>
              </a:spcBef>
              <a:spcAft>
                <a:spcPts val="0"/>
              </a:spcAft>
              <a:buSzPts val="2800"/>
              <a:buChar char="●"/>
            </a:pPr>
            <a:r>
              <a:rPr lang="es-CL" sz="2800"/>
              <a:t>El servidor backend soporta las aplicaciones que consumen datos en Internet, es la parte no visible de la infraestructura TI</a:t>
            </a:r>
            <a:endParaRPr sz="2800"/>
          </a:p>
          <a:p>
            <a:pPr indent="-406400" lvl="0" marL="457200" rtl="0" algn="l">
              <a:spcBef>
                <a:spcPts val="0"/>
              </a:spcBef>
              <a:spcAft>
                <a:spcPts val="0"/>
              </a:spcAft>
              <a:buSzPts val="2800"/>
              <a:buChar char="●"/>
            </a:pPr>
            <a:r>
              <a:rPr lang="es-CL" sz="2800"/>
              <a:t>El Front End se centra en la parte que vemos en pantalla</a:t>
            </a:r>
            <a:endParaRPr sz="2800"/>
          </a:p>
          <a:p>
            <a:pPr indent="-406400" lvl="0" marL="457200" rtl="0" algn="l">
              <a:spcBef>
                <a:spcPts val="0"/>
              </a:spcBef>
              <a:spcAft>
                <a:spcPts val="0"/>
              </a:spcAft>
              <a:buSzPts val="2800"/>
              <a:buChar char="●"/>
            </a:pPr>
            <a:r>
              <a:rPr lang="es-CL" sz="2800"/>
              <a:t>E</a:t>
            </a:r>
            <a:r>
              <a:rPr lang="es-CL" sz="2800"/>
              <a:t>l profesional especializado en Front End tendrá encuenta los aspectos más visuales </a:t>
            </a:r>
            <a:endParaRPr sz="2800"/>
          </a:p>
          <a:p>
            <a:pPr indent="0" lvl="0" marL="0" rtl="0" algn="l">
              <a:lnSpc>
                <a:spcPct val="100000"/>
              </a:lnSpc>
              <a:spcBef>
                <a:spcPts val="0"/>
              </a:spcBef>
              <a:spcAft>
                <a:spcPts val="0"/>
              </a:spcAft>
              <a:buNone/>
            </a:pPr>
            <a:r>
              <a:t/>
            </a:r>
            <a:endParaRPr sz="2800"/>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133e68395f5_0_513"/>
          <p:cNvSpPr txBox="1"/>
          <p:nvPr>
            <p:ph idx="1" type="body"/>
          </p:nvPr>
        </p:nvSpPr>
        <p:spPr>
          <a:xfrm>
            <a:off x="574040" y="1258411"/>
            <a:ext cx="4343400" cy="738900"/>
          </a:xfrm>
          <a:prstGeom prst="rect">
            <a:avLst/>
          </a:prstGeom>
          <a:noFill/>
          <a:ln>
            <a:noFill/>
          </a:ln>
        </p:spPr>
        <p:txBody>
          <a:bodyPr anchorCtr="0" anchor="t" bIns="0" lIns="0" spcFirstLastPara="1" rIns="0" wrap="square" tIns="0">
            <a:spAutoFit/>
          </a:bodyPr>
          <a:lstStyle/>
          <a:p>
            <a:pPr indent="0" lvl="0" marL="0" rtl="0" algn="l">
              <a:lnSpc>
                <a:spcPct val="100000"/>
              </a:lnSpc>
              <a:spcBef>
                <a:spcPts val="0"/>
              </a:spcBef>
              <a:spcAft>
                <a:spcPts val="0"/>
              </a:spcAft>
              <a:buSzPts val="1400"/>
              <a:buNone/>
            </a:pPr>
            <a:r>
              <a:rPr lang="es-CL"/>
              <a:t>Bibliografía</a:t>
            </a:r>
            <a:endParaRPr/>
          </a:p>
        </p:txBody>
      </p:sp>
      <p:pic>
        <p:nvPicPr>
          <p:cNvPr id="555" name="Google Shape;555;g133e68395f5_0_513"/>
          <p:cNvPicPr preferRelativeResize="0"/>
          <p:nvPr/>
        </p:nvPicPr>
        <p:blipFill rotWithShape="1">
          <a:blip r:embed="rId3">
            <a:alphaModFix/>
          </a:blip>
          <a:srcRect b="0" l="0" r="0" t="0"/>
          <a:stretch/>
        </p:blipFill>
        <p:spPr>
          <a:xfrm>
            <a:off x="1427520" y="4845981"/>
            <a:ext cx="1031738" cy="562610"/>
          </a:xfrm>
          <a:prstGeom prst="rect">
            <a:avLst/>
          </a:prstGeom>
          <a:noFill/>
          <a:ln>
            <a:noFill/>
          </a:ln>
        </p:spPr>
      </p:pic>
      <p:sp>
        <p:nvSpPr>
          <p:cNvPr id="556" name="Google Shape;556;g133e68395f5_0_513"/>
          <p:cNvSpPr txBox="1"/>
          <p:nvPr/>
        </p:nvSpPr>
        <p:spPr>
          <a:xfrm>
            <a:off x="2984950" y="4273450"/>
            <a:ext cx="16257600" cy="3900000"/>
          </a:xfrm>
          <a:prstGeom prst="rect">
            <a:avLst/>
          </a:prstGeom>
          <a:noFill/>
          <a:ln>
            <a:noFill/>
          </a:ln>
        </p:spPr>
        <p:txBody>
          <a:bodyPr anchorCtr="0" anchor="t" bIns="0" lIns="0" spcFirstLastPara="1" rIns="0" wrap="square" tIns="91425">
            <a:spAutoFit/>
          </a:bodyPr>
          <a:lstStyle/>
          <a:p>
            <a:pPr indent="0" lvl="0" marL="0" marR="0" rtl="0" algn="l">
              <a:lnSpc>
                <a:spcPct val="90000"/>
              </a:lnSpc>
              <a:spcBef>
                <a:spcPts val="0"/>
              </a:spcBef>
              <a:spcAft>
                <a:spcPts val="0"/>
              </a:spcAft>
              <a:buClr>
                <a:schemeClr val="dk1"/>
              </a:buClr>
              <a:buSzPts val="1100"/>
              <a:buFont typeface="Arial"/>
              <a:buNone/>
            </a:pPr>
            <a:r>
              <a:rPr b="1" lang="es-CL" sz="2250">
                <a:solidFill>
                  <a:schemeClr val="dk1"/>
                </a:solidFill>
              </a:rPr>
              <a:t>2.4.1 https://docs.aws.amazon.com/iot/latest/developerguide/setting-up.html</a:t>
            </a:r>
            <a:endParaRPr b="1" sz="2250">
              <a:solidFill>
                <a:schemeClr val="dk1"/>
              </a:solidFill>
            </a:endParaRPr>
          </a:p>
          <a:p>
            <a:pPr indent="0" lvl="0" marL="0" marR="0" rtl="0" algn="l">
              <a:lnSpc>
                <a:spcPct val="90000"/>
              </a:lnSpc>
              <a:spcBef>
                <a:spcPts val="0"/>
              </a:spcBef>
              <a:spcAft>
                <a:spcPts val="0"/>
              </a:spcAft>
              <a:buClr>
                <a:schemeClr val="dk1"/>
              </a:buClr>
              <a:buSzPts val="1100"/>
              <a:buFont typeface="Arial"/>
              <a:buNone/>
            </a:pPr>
            <a:r>
              <a:t/>
            </a:r>
            <a:endParaRPr b="1" sz="2250">
              <a:solidFill>
                <a:schemeClr val="dk1"/>
              </a:solidFill>
            </a:endParaRPr>
          </a:p>
          <a:p>
            <a:pPr indent="0" lvl="0" marL="0" marR="0" rtl="0" algn="l">
              <a:lnSpc>
                <a:spcPct val="90000"/>
              </a:lnSpc>
              <a:spcBef>
                <a:spcPts val="0"/>
              </a:spcBef>
              <a:spcAft>
                <a:spcPts val="0"/>
              </a:spcAft>
              <a:buClr>
                <a:schemeClr val="dk1"/>
              </a:buClr>
              <a:buSzPts val="1100"/>
              <a:buFont typeface="Arial"/>
              <a:buNone/>
            </a:pPr>
            <a:r>
              <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rPr b="1" lang="es-CL" sz="2250">
                <a:solidFill>
                  <a:schemeClr val="dk1"/>
                </a:solidFill>
              </a:rPr>
              <a:t>2.4.2 Dominguez, M. T. (2020). Desarrollo de aplicaciones IoT en la nube para Arduino y ESP8266.</a:t>
            </a:r>
            <a:endParaRPr b="0" i="0" sz="11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1100"/>
              <a:buFont typeface="Arial"/>
              <a:buNone/>
            </a:pPr>
            <a:r>
              <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1" i="0" sz="225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1" i="0" sz="2250" u="sng"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3600"/>
              <a:buFont typeface="Arial"/>
              <a:buNone/>
            </a:pPr>
            <a:r>
              <a:t/>
            </a:r>
            <a:endParaRPr b="0" i="0" sz="2250" u="none" cap="none" strike="noStrike">
              <a:solidFill>
                <a:schemeClr val="dk1"/>
              </a:solidFill>
              <a:latin typeface="Arial"/>
              <a:ea typeface="Arial"/>
              <a:cs typeface="Arial"/>
              <a:sym typeface="Arial"/>
            </a:endParaRPr>
          </a:p>
          <a:p>
            <a:pPr indent="0" lvl="0" marL="12700" marR="0" rtl="0" algn="l">
              <a:lnSpc>
                <a:spcPct val="100000"/>
              </a:lnSpc>
              <a:spcBef>
                <a:spcPts val="0"/>
              </a:spcBef>
              <a:spcAft>
                <a:spcPts val="0"/>
              </a:spcAft>
              <a:buClr>
                <a:srgbClr val="000000"/>
              </a:buClr>
              <a:buSzPts val="4900"/>
              <a:buFont typeface="Arial"/>
              <a:buNone/>
            </a:pPr>
            <a:r>
              <a:t/>
            </a:r>
            <a:endParaRPr b="1" i="0" sz="4900" u="none" cap="none" strike="noStrike">
              <a:solidFill>
                <a:srgbClr val="9EA4A8"/>
              </a:solidFill>
              <a:latin typeface="Arial"/>
              <a:ea typeface="Arial"/>
              <a:cs typeface="Arial"/>
              <a:sym typeface="Arial"/>
            </a:endParaRPr>
          </a:p>
          <a:p>
            <a:pPr indent="0" lvl="0" marL="46355" marR="5080" rtl="0" algn="l">
              <a:lnSpc>
                <a:spcPct val="101499"/>
              </a:lnSpc>
              <a:spcBef>
                <a:spcPts val="345"/>
              </a:spcBef>
              <a:spcAft>
                <a:spcPts val="0"/>
              </a:spcAft>
              <a:buClr>
                <a:srgbClr val="000000"/>
              </a:buClr>
              <a:buSzPts val="3350"/>
              <a:buFont typeface="Arial"/>
              <a:buNone/>
            </a:pPr>
            <a:r>
              <a:t/>
            </a:r>
            <a:endParaRPr b="1" i="0" sz="3350" u="none" cap="none" strike="noStrik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81888F"/>
      </a:dk2>
      <a:lt2>
        <a:srgbClr val="FBC842"/>
      </a:lt2>
      <a:accent1>
        <a:srgbClr val="DE3075"/>
      </a:accent1>
      <a:accent2>
        <a:srgbClr val="702785"/>
      </a:accent2>
      <a:accent3>
        <a:srgbClr val="BDD503"/>
      </a:accent3>
      <a:accent4>
        <a:srgbClr val="00A0DE"/>
      </a:accent4>
      <a:accent5>
        <a:srgbClr val="FA742C"/>
      </a:accent5>
      <a:accent6>
        <a:srgbClr val="AE0F0F"/>
      </a:accent6>
      <a:hlink>
        <a:srgbClr val="723714"/>
      </a:hlink>
      <a:folHlink>
        <a:srgbClr val="6B79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2021-04-02T01:36:00Z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2021-03-30T00:00:00Z</vt:filetime>
  </property>
  <property fmtid="{D5CDD505-2E9C-101B-9397-08002B2CF9AE}" pid="3" name="Creator">
    <vt:lpwstr>Adobe Illustrator 25.2 (Macintosh)</vt:lpwstr>
  </property>
  <property fmtid="{D5CDD505-2E9C-101B-9397-08002B2CF9AE}" pid="4" name="LastSaved">
    <vt:filetime>2021-04-02T00:00:00Z</vt:filetime>
  </property>
  <property fmtid="{D5CDD505-2E9C-101B-9397-08002B2CF9AE}" pid="5" name="ContentTypeId">
    <vt:lpwstr>0x010100359B225CE7CAA348A8B4C04C4EBDCC19</vt:lpwstr>
  </property>
</Properties>
</file>
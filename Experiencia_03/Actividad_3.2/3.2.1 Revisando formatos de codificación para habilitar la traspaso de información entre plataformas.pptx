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1" r:id="rId4"/>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53" roundtripDataSignature="AMtx7mgcJOF3J118DWo/+cmNDYOeHMdu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3.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customschemas.google.com/relationships/presentationmetadata" Target="metadata"/><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35cfce776f_0_432: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135cfce776f_0_432: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f43f1e1f0c_0_6: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f43f1e1f0c_0_6: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f43f1e1f0c_0_12: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f43f1e1f0c_0_12: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135cfce776f_0_449: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g135cfce776f_0_449: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35cfce776f_0_442: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135cfce776f_0_442: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f43f1e1f0c_0_19: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f43f1e1f0c_0_19: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f43f1e1f0c_0_28: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gf43f1e1f0c_0_28: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f43f1e1f0c_0_34: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f43f1e1f0c_0_34: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f43f1e1f0c_0_40: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gf43f1e1f0c_0_40: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f43f1e1f0c_0_56: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gf43f1e1f0c_0_56: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f43f1e1f0c_0_61: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gf43f1e1f0c_0_61: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f43f1e1f0c_0_46: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gf43f1e1f0c_0_46: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f43f1e1f0c_0_112: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gf43f1e1f0c_0_112: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f43f1e1f0c_0_121: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gf43f1e1f0c_0_121: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f43f1e1f0c_0_136: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gf43f1e1f0c_0_136: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f43f1e1f0c_0_130: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f43f1e1f0c_0_130: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f43f1e1f0c_0_74: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gf43f1e1f0c_0_74: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f43f1e1f0c_0_146: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gf43f1e1f0c_0_146: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f43f1e1f0c_0_152: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gf43f1e1f0c_0_152: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f43f1e1f0c_0_159: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f43f1e1f0c_0_159: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f43f1e1f0c_0_167: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gf43f1e1f0c_0_167: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f43f1e1f0c_0_175: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gf43f1e1f0c_0_175: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f43f1e1f0c_0_182: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gf43f1e1f0c_0_182: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f43f1e1f0c_0_190: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gf43f1e1f0c_0_190: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f43f1e1f0c_0_198: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gf43f1e1f0c_0_198: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3498dbd088_0_1: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g13498dbd088_0_1: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f43f1e1f0c_0_80: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f43f1e1f0c_0_80: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3498dbd088_0_9: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g13498dbd088_0_9: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13498dbd088_0_17: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g13498dbd088_0_17: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3498dbd088_0_25: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g13498dbd088_0_25: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13498dbd088_0_34: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13498dbd088_0_34: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3498dbd088_0_43: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g13498dbd088_0_43: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13498dbd088_0_52: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g13498dbd088_0_52: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3498dbd088_0_60: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g13498dbd088_0_60: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3498dbd088_0_69: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g13498dbd088_0_69: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3498dbd088_0_80: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g13498dbd088_0_80: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13498dbd088_0_88: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g13498dbd088_0_88: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13498dbd088_0_96: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g13498dbd088_0_96: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13498dbd088_0_102: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g13498dbd088_0_102: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13498dbd088_0_109: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g13498dbd088_0_109: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13498dbd088_0_117: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g13498dbd088_0_117: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13498dbd088_0_126: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g13498dbd088_0_126: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13498dbd088_0_142:notes"/>
          <p:cNvSpPr txBox="1"/>
          <p:nvPr>
            <p:ph idx="1" type="body"/>
          </p:nvPr>
        </p:nvSpPr>
        <p:spPr>
          <a:xfrm>
            <a:off x="685797" y="4343387"/>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g13498dbd088_0_142: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135cfce776f_0_140:notes"/>
          <p:cNvSpPr txBox="1"/>
          <p:nvPr>
            <p:ph idx="1" type="body"/>
          </p:nvPr>
        </p:nvSpPr>
        <p:spPr>
          <a:xfrm>
            <a:off x="685797" y="4343387"/>
            <a:ext cx="5486400" cy="4114800"/>
          </a:xfrm>
          <a:prstGeom prst="rect">
            <a:avLst/>
          </a:prstGeom>
          <a:noFill/>
          <a:ln>
            <a:noFill/>
          </a:ln>
        </p:spPr>
        <p:txBody>
          <a:bodyPr anchorCtr="0" anchor="t" bIns="45175" lIns="45175" spcFirstLastPara="1" rIns="45175" wrap="square" tIns="45175">
            <a:noAutofit/>
          </a:bodyPr>
          <a:lstStyle/>
          <a:p>
            <a:pPr indent="0" lvl="0" marL="0" rtl="0" algn="l">
              <a:lnSpc>
                <a:spcPct val="100000"/>
              </a:lnSpc>
              <a:spcBef>
                <a:spcPts val="0"/>
              </a:spcBef>
              <a:spcAft>
                <a:spcPts val="0"/>
              </a:spcAft>
              <a:buSzPts val="500"/>
              <a:buNone/>
            </a:pPr>
            <a:r>
              <a:t/>
            </a:r>
            <a:endParaRPr/>
          </a:p>
        </p:txBody>
      </p:sp>
      <p:sp>
        <p:nvSpPr>
          <p:cNvPr id="560" name="Google Shape;560;g135cfce776f_0_140: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135cfce776f_0_145:notes"/>
          <p:cNvSpPr txBox="1"/>
          <p:nvPr>
            <p:ph idx="1" type="body"/>
          </p:nvPr>
        </p:nvSpPr>
        <p:spPr>
          <a:xfrm>
            <a:off x="685797" y="4343387"/>
            <a:ext cx="5486400" cy="4114800"/>
          </a:xfrm>
          <a:prstGeom prst="rect">
            <a:avLst/>
          </a:prstGeom>
          <a:noFill/>
          <a:ln>
            <a:noFill/>
          </a:ln>
        </p:spPr>
        <p:txBody>
          <a:bodyPr anchorCtr="0" anchor="t" bIns="45175" lIns="45175" spcFirstLastPara="1" rIns="45175" wrap="square" tIns="45175">
            <a:noAutofit/>
          </a:bodyPr>
          <a:lstStyle/>
          <a:p>
            <a:pPr indent="0" lvl="0" marL="0" rtl="0" algn="l">
              <a:lnSpc>
                <a:spcPct val="100000"/>
              </a:lnSpc>
              <a:spcBef>
                <a:spcPts val="0"/>
              </a:spcBef>
              <a:spcAft>
                <a:spcPts val="0"/>
              </a:spcAft>
              <a:buSzPts val="500"/>
              <a:buNone/>
            </a:pPr>
            <a:r>
              <a:t/>
            </a:r>
            <a:endParaRPr/>
          </a:p>
        </p:txBody>
      </p:sp>
      <p:sp>
        <p:nvSpPr>
          <p:cNvPr id="566" name="Google Shape;566;g135cfce776f_0_145: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135cfce776f_0_155:notes"/>
          <p:cNvSpPr txBox="1"/>
          <p:nvPr>
            <p:ph idx="1" type="body"/>
          </p:nvPr>
        </p:nvSpPr>
        <p:spPr>
          <a:xfrm>
            <a:off x="685797" y="4343387"/>
            <a:ext cx="5486400" cy="4114800"/>
          </a:xfrm>
          <a:prstGeom prst="rect">
            <a:avLst/>
          </a:prstGeom>
          <a:noFill/>
          <a:ln>
            <a:noFill/>
          </a:ln>
        </p:spPr>
        <p:txBody>
          <a:bodyPr anchorCtr="0" anchor="t" bIns="45175" lIns="45175" spcFirstLastPara="1" rIns="45175" wrap="square" tIns="45175">
            <a:noAutofit/>
          </a:bodyPr>
          <a:lstStyle/>
          <a:p>
            <a:pPr indent="0" lvl="0" marL="0" rtl="0" algn="l">
              <a:lnSpc>
                <a:spcPct val="100000"/>
              </a:lnSpc>
              <a:spcBef>
                <a:spcPts val="0"/>
              </a:spcBef>
              <a:spcAft>
                <a:spcPts val="0"/>
              </a:spcAft>
              <a:buSzPts val="500"/>
              <a:buNone/>
            </a:pPr>
            <a:r>
              <a:t/>
            </a:r>
            <a:endParaRPr/>
          </a:p>
        </p:txBody>
      </p:sp>
      <p:sp>
        <p:nvSpPr>
          <p:cNvPr id="577" name="Google Shape;577;g135cfce776f_0_155:notes"/>
          <p:cNvSpPr/>
          <p:nvPr>
            <p:ph idx="2" type="sldImg"/>
          </p:nvPr>
        </p:nvSpPr>
        <p:spPr>
          <a:xfrm>
            <a:off x="1714635" y="685799"/>
            <a:ext cx="342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jpg"/><Relationship Id="rId3" Type="http://schemas.openxmlformats.org/officeDocument/2006/relationships/image" Target="../media/image1.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 Id="rId3" Type="http://schemas.openxmlformats.org/officeDocument/2006/relationships/image" Target="../media/image10.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10.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 Id="rId3" Type="http://schemas.openxmlformats.org/officeDocument/2006/relationships/image" Target="../media/image10.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10.pn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jpg"/><Relationship Id="rId3" Type="http://schemas.openxmlformats.org/officeDocument/2006/relationships/image" Target="../media/image1.pn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jpg"/><Relationship Id="rId3" Type="http://schemas.openxmlformats.org/officeDocument/2006/relationships/image" Target="../media/image10.png"/><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g"/><Relationship Id="rId3" Type="http://schemas.openxmlformats.org/officeDocument/2006/relationships/image" Target="../media/image10.png"/><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jpg"/><Relationship Id="rId3" Type="http://schemas.openxmlformats.org/officeDocument/2006/relationships/image" Target="../media/image10.png"/><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jpg"/><Relationship Id="rId3" Type="http://schemas.openxmlformats.org/officeDocument/2006/relationships/image" Target="../media/image10.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 name="Shape 12"/>
        <p:cNvGrpSpPr/>
        <p:nvPr/>
      </p:nvGrpSpPr>
      <p:grpSpPr>
        <a:xfrm>
          <a:off x="0" y="0"/>
          <a:ext cx="0" cy="0"/>
          <a:chOff x="0" y="0"/>
          <a:chExt cx="0" cy="0"/>
        </a:xfrm>
      </p:grpSpPr>
      <p:sp>
        <p:nvSpPr>
          <p:cNvPr id="13" name="Google Shape;13;p54"/>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54"/>
          <p:cNvSpPr txBox="1"/>
          <p:nvPr>
            <p:ph idx="1" type="subTitle"/>
          </p:nvPr>
        </p:nvSpPr>
        <p:spPr>
          <a:xfrm>
            <a:off x="294120" y="1218600"/>
            <a:ext cx="8555400" cy="51375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5" name="Shape 15"/>
        <p:cNvGrpSpPr/>
        <p:nvPr/>
      </p:nvGrpSpPr>
      <p:grpSpPr>
        <a:xfrm>
          <a:off x="0" y="0"/>
          <a:ext cx="0" cy="0"/>
          <a:chOff x="0" y="0"/>
          <a:chExt cx="0" cy="0"/>
        </a:xfrm>
      </p:grpSpPr>
      <p:sp>
        <p:nvSpPr>
          <p:cNvPr id="16" name="Google Shape;16;p55"/>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5"/>
          <p:cNvSpPr txBox="1"/>
          <p:nvPr>
            <p:ph idx="1" type="body"/>
          </p:nvPr>
        </p:nvSpPr>
        <p:spPr>
          <a:xfrm>
            <a:off x="294120" y="1218600"/>
            <a:ext cx="855540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 name="Shape 18"/>
        <p:cNvGrpSpPr/>
        <p:nvPr/>
      </p:nvGrpSpPr>
      <p:grpSpPr>
        <a:xfrm>
          <a:off x="0" y="0"/>
          <a:ext cx="0" cy="0"/>
          <a:chOff x="0" y="0"/>
          <a:chExt cx="0" cy="0"/>
        </a:xfrm>
      </p:grpSpPr>
      <p:sp>
        <p:nvSpPr>
          <p:cNvPr id="19" name="Google Shape;19;p56"/>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6"/>
          <p:cNvSpPr txBox="1"/>
          <p:nvPr>
            <p:ph idx="1" type="body"/>
          </p:nvPr>
        </p:nvSpPr>
        <p:spPr>
          <a:xfrm>
            <a:off x="29412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1" name="Google Shape;21;p56"/>
          <p:cNvSpPr txBox="1"/>
          <p:nvPr>
            <p:ph idx="2" type="body"/>
          </p:nvPr>
        </p:nvSpPr>
        <p:spPr>
          <a:xfrm>
            <a:off x="467820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57"/>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 name="Shape 24"/>
        <p:cNvGrpSpPr/>
        <p:nvPr/>
      </p:nvGrpSpPr>
      <p:grpSpPr>
        <a:xfrm>
          <a:off x="0" y="0"/>
          <a:ext cx="0" cy="0"/>
          <a:chOff x="0" y="0"/>
          <a:chExt cx="0" cy="0"/>
        </a:xfrm>
      </p:grpSpPr>
      <p:sp>
        <p:nvSpPr>
          <p:cNvPr id="25" name="Google Shape;25;p58"/>
          <p:cNvSpPr txBox="1"/>
          <p:nvPr>
            <p:ph idx="1" type="subTitle"/>
          </p:nvPr>
        </p:nvSpPr>
        <p:spPr>
          <a:xfrm>
            <a:off x="1763640" y="212760"/>
            <a:ext cx="4287960" cy="376776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6" name="Shape 26"/>
        <p:cNvGrpSpPr/>
        <p:nvPr/>
      </p:nvGrpSpPr>
      <p:grpSpPr>
        <a:xfrm>
          <a:off x="0" y="0"/>
          <a:ext cx="0" cy="0"/>
          <a:chOff x="0" y="0"/>
          <a:chExt cx="0" cy="0"/>
        </a:xfrm>
      </p:grpSpPr>
      <p:sp>
        <p:nvSpPr>
          <p:cNvPr id="27" name="Google Shape;27;p59"/>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9"/>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9" name="Google Shape;29;p59"/>
          <p:cNvSpPr txBox="1"/>
          <p:nvPr>
            <p:ph idx="2" type="body"/>
          </p:nvPr>
        </p:nvSpPr>
        <p:spPr>
          <a:xfrm>
            <a:off x="467820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0" name="Google Shape;30;p59"/>
          <p:cNvSpPr txBox="1"/>
          <p:nvPr>
            <p:ph idx="3" type="body"/>
          </p:nvPr>
        </p:nvSpPr>
        <p:spPr>
          <a:xfrm>
            <a:off x="29412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1" name="Shape 31"/>
        <p:cNvGrpSpPr/>
        <p:nvPr/>
      </p:nvGrpSpPr>
      <p:grpSpPr>
        <a:xfrm>
          <a:off x="0" y="0"/>
          <a:ext cx="0" cy="0"/>
          <a:chOff x="0" y="0"/>
          <a:chExt cx="0" cy="0"/>
        </a:xfrm>
      </p:grpSpPr>
      <p:sp>
        <p:nvSpPr>
          <p:cNvPr id="32" name="Google Shape;32;p60"/>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0"/>
          <p:cNvSpPr txBox="1"/>
          <p:nvPr>
            <p:ph idx="1" type="body"/>
          </p:nvPr>
        </p:nvSpPr>
        <p:spPr>
          <a:xfrm>
            <a:off x="294120" y="1218600"/>
            <a:ext cx="4174920" cy="513756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4" name="Google Shape;34;p60"/>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60"/>
          <p:cNvSpPr txBox="1"/>
          <p:nvPr>
            <p:ph idx="3" type="body"/>
          </p:nvPr>
        </p:nvSpPr>
        <p:spPr>
          <a:xfrm>
            <a:off x="467820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6" name="Shape 36"/>
        <p:cNvGrpSpPr/>
        <p:nvPr/>
      </p:nvGrpSpPr>
      <p:grpSpPr>
        <a:xfrm>
          <a:off x="0" y="0"/>
          <a:ext cx="0" cy="0"/>
          <a:chOff x="0" y="0"/>
          <a:chExt cx="0" cy="0"/>
        </a:xfrm>
      </p:grpSpPr>
      <p:sp>
        <p:nvSpPr>
          <p:cNvPr id="37" name="Google Shape;37;p61"/>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1"/>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9" name="Google Shape;39;p61"/>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0" name="Google Shape;40;p61"/>
          <p:cNvSpPr txBox="1"/>
          <p:nvPr>
            <p:ph idx="3" type="body"/>
          </p:nvPr>
        </p:nvSpPr>
        <p:spPr>
          <a:xfrm>
            <a:off x="294120" y="39024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 name="Shape 41"/>
        <p:cNvGrpSpPr/>
        <p:nvPr/>
      </p:nvGrpSpPr>
      <p:grpSpPr>
        <a:xfrm>
          <a:off x="0" y="0"/>
          <a:ext cx="0" cy="0"/>
          <a:chOff x="0" y="0"/>
          <a:chExt cx="0" cy="0"/>
        </a:xfrm>
      </p:grpSpPr>
      <p:sp>
        <p:nvSpPr>
          <p:cNvPr id="42" name="Google Shape;42;p62"/>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2"/>
          <p:cNvSpPr txBox="1"/>
          <p:nvPr>
            <p:ph idx="1" type="body"/>
          </p:nvPr>
        </p:nvSpPr>
        <p:spPr>
          <a:xfrm>
            <a:off x="294120" y="12186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4" name="Google Shape;44;p62"/>
          <p:cNvSpPr txBox="1"/>
          <p:nvPr>
            <p:ph idx="2" type="body"/>
          </p:nvPr>
        </p:nvSpPr>
        <p:spPr>
          <a:xfrm>
            <a:off x="294120" y="3902400"/>
            <a:ext cx="855540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5" name="Shape 45"/>
        <p:cNvGrpSpPr/>
        <p:nvPr/>
      </p:nvGrpSpPr>
      <p:grpSpPr>
        <a:xfrm>
          <a:off x="0" y="0"/>
          <a:ext cx="0" cy="0"/>
          <a:chOff x="0" y="0"/>
          <a:chExt cx="0" cy="0"/>
        </a:xfrm>
      </p:grpSpPr>
      <p:sp>
        <p:nvSpPr>
          <p:cNvPr id="46" name="Google Shape;46;p63"/>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3"/>
          <p:cNvSpPr txBox="1"/>
          <p:nvPr>
            <p:ph idx="1" type="body"/>
          </p:nvPr>
        </p:nvSpPr>
        <p:spPr>
          <a:xfrm>
            <a:off x="29412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8" name="Google Shape;48;p63"/>
          <p:cNvSpPr txBox="1"/>
          <p:nvPr>
            <p:ph idx="2" type="body"/>
          </p:nvPr>
        </p:nvSpPr>
        <p:spPr>
          <a:xfrm>
            <a:off x="4678200" y="12186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9" name="Google Shape;49;p63"/>
          <p:cNvSpPr txBox="1"/>
          <p:nvPr>
            <p:ph idx="3" type="body"/>
          </p:nvPr>
        </p:nvSpPr>
        <p:spPr>
          <a:xfrm>
            <a:off x="29412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0" name="Google Shape;50;p63"/>
          <p:cNvSpPr txBox="1"/>
          <p:nvPr>
            <p:ph idx="4" type="body"/>
          </p:nvPr>
        </p:nvSpPr>
        <p:spPr>
          <a:xfrm>
            <a:off x="4678200" y="3902400"/>
            <a:ext cx="41749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1" name="Shape 51"/>
        <p:cNvGrpSpPr/>
        <p:nvPr/>
      </p:nvGrpSpPr>
      <p:grpSpPr>
        <a:xfrm>
          <a:off x="0" y="0"/>
          <a:ext cx="0" cy="0"/>
          <a:chOff x="0" y="0"/>
          <a:chExt cx="0" cy="0"/>
        </a:xfrm>
      </p:grpSpPr>
      <p:sp>
        <p:nvSpPr>
          <p:cNvPr id="52" name="Google Shape;52;p64"/>
          <p:cNvSpPr txBox="1"/>
          <p:nvPr>
            <p:ph type="title"/>
          </p:nvPr>
        </p:nvSpPr>
        <p:spPr>
          <a:xfrm>
            <a:off x="1763640" y="212760"/>
            <a:ext cx="4287960" cy="8125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4"/>
          <p:cNvSpPr txBox="1"/>
          <p:nvPr>
            <p:ph idx="1" type="body"/>
          </p:nvPr>
        </p:nvSpPr>
        <p:spPr>
          <a:xfrm>
            <a:off x="29412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4" name="Google Shape;54;p64"/>
          <p:cNvSpPr txBox="1"/>
          <p:nvPr>
            <p:ph idx="2" type="body"/>
          </p:nvPr>
        </p:nvSpPr>
        <p:spPr>
          <a:xfrm>
            <a:off x="318708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5" name="Google Shape;55;p64"/>
          <p:cNvSpPr txBox="1"/>
          <p:nvPr>
            <p:ph idx="3" type="body"/>
          </p:nvPr>
        </p:nvSpPr>
        <p:spPr>
          <a:xfrm>
            <a:off x="6079680" y="12186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6" name="Google Shape;56;p64"/>
          <p:cNvSpPr txBox="1"/>
          <p:nvPr>
            <p:ph idx="4" type="body"/>
          </p:nvPr>
        </p:nvSpPr>
        <p:spPr>
          <a:xfrm>
            <a:off x="29412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7" name="Google Shape;57;p64"/>
          <p:cNvSpPr txBox="1"/>
          <p:nvPr>
            <p:ph idx="5" type="body"/>
          </p:nvPr>
        </p:nvSpPr>
        <p:spPr>
          <a:xfrm>
            <a:off x="318708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8" name="Google Shape;58;p64"/>
          <p:cNvSpPr txBox="1"/>
          <p:nvPr>
            <p:ph idx="6" type="body"/>
          </p:nvPr>
        </p:nvSpPr>
        <p:spPr>
          <a:xfrm>
            <a:off x="6079680" y="3902400"/>
            <a:ext cx="2754720" cy="245052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5" name="Shape 65"/>
        <p:cNvGrpSpPr/>
        <p:nvPr/>
      </p:nvGrpSpPr>
      <p:grpSpPr>
        <a:xfrm>
          <a:off x="0" y="0"/>
          <a:ext cx="0" cy="0"/>
          <a:chOff x="0" y="0"/>
          <a:chExt cx="0" cy="0"/>
        </a:xfrm>
      </p:grpSpPr>
      <p:pic>
        <p:nvPicPr>
          <p:cNvPr id="66" name="Google Shape;66;g135cfce776f_0_167"/>
          <p:cNvPicPr preferRelativeResize="0"/>
          <p:nvPr/>
        </p:nvPicPr>
        <p:blipFill rotWithShape="1">
          <a:blip r:embed="rId2">
            <a:alphaModFix/>
          </a:blip>
          <a:srcRect b="0" l="0" r="0" t="0"/>
          <a:stretch/>
        </p:blipFill>
        <p:spPr>
          <a:xfrm>
            <a:off x="0" y="5006"/>
            <a:ext cx="9144000" cy="5143500"/>
          </a:xfrm>
          <a:prstGeom prst="rect">
            <a:avLst/>
          </a:prstGeom>
          <a:noFill/>
          <a:ln>
            <a:noFill/>
          </a:ln>
        </p:spPr>
      </p:pic>
      <p:sp>
        <p:nvSpPr>
          <p:cNvPr id="67" name="Google Shape;67;g135cfce776f_0_167"/>
          <p:cNvSpPr/>
          <p:nvPr/>
        </p:nvSpPr>
        <p:spPr>
          <a:xfrm>
            <a:off x="2316356" y="4468096"/>
            <a:ext cx="4866074" cy="32404"/>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68" name="Google Shape;68;g135cfce776f_0_167"/>
          <p:cNvSpPr/>
          <p:nvPr/>
        </p:nvSpPr>
        <p:spPr>
          <a:xfrm>
            <a:off x="2316356" y="3834001"/>
            <a:ext cx="4866074" cy="633262"/>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69" name="Google Shape;69;g135cfce776f_0_167"/>
          <p:cNvSpPr txBox="1"/>
          <p:nvPr>
            <p:ph idx="1" type="body"/>
          </p:nvPr>
        </p:nvSpPr>
        <p:spPr>
          <a:xfrm>
            <a:off x="2337113" y="3881760"/>
            <a:ext cx="4843500" cy="504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2700">
                <a:solidFill>
                  <a:schemeClr val="dk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70" name="Google Shape;70;g135cfce776f_0_167"/>
          <p:cNvSpPr txBox="1"/>
          <p:nvPr>
            <p:ph idx="2" type="body"/>
          </p:nvPr>
        </p:nvSpPr>
        <p:spPr>
          <a:xfrm>
            <a:off x="2145923" y="3181445"/>
            <a:ext cx="5198700" cy="5601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30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71" name="Google Shape;71;g135cfce776f_0_167"/>
          <p:cNvSpPr txBox="1"/>
          <p:nvPr>
            <p:ph idx="3" type="body"/>
          </p:nvPr>
        </p:nvSpPr>
        <p:spPr>
          <a:xfrm>
            <a:off x="2316356" y="4655238"/>
            <a:ext cx="4864500" cy="2985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sz="1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pic>
        <p:nvPicPr>
          <p:cNvPr id="72" name="Google Shape;72;g135cfce776f_0_167"/>
          <p:cNvPicPr preferRelativeResize="0"/>
          <p:nvPr/>
        </p:nvPicPr>
        <p:blipFill rotWithShape="1">
          <a:blip r:embed="rId3">
            <a:alphaModFix/>
          </a:blip>
          <a:srcRect b="0" l="0" r="0" t="0"/>
          <a:stretch/>
        </p:blipFill>
        <p:spPr>
          <a:xfrm>
            <a:off x="3406545" y="5145301"/>
            <a:ext cx="2829421" cy="930811"/>
          </a:xfrm>
          <a:prstGeom prst="rect">
            <a:avLst/>
          </a:prstGeom>
          <a:noFill/>
          <a:ln>
            <a:noFill/>
          </a:ln>
        </p:spPr>
      </p:pic>
      <p:pic>
        <p:nvPicPr>
          <p:cNvPr id="73" name="Google Shape;73;g135cfce776f_0_167"/>
          <p:cNvPicPr preferRelativeResize="0"/>
          <p:nvPr/>
        </p:nvPicPr>
        <p:blipFill rotWithShape="1">
          <a:blip r:embed="rId4">
            <a:alphaModFix/>
          </a:blip>
          <a:srcRect b="0" l="0" r="0" t="0"/>
          <a:stretch/>
        </p:blipFill>
        <p:spPr>
          <a:xfrm>
            <a:off x="3734609" y="6235425"/>
            <a:ext cx="1921388" cy="37910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74" name="Shape 74"/>
        <p:cNvGrpSpPr/>
        <p:nvPr/>
      </p:nvGrpSpPr>
      <p:grpSpPr>
        <a:xfrm>
          <a:off x="0" y="0"/>
          <a:ext cx="0" cy="0"/>
          <a:chOff x="0" y="0"/>
          <a:chExt cx="0" cy="0"/>
        </a:xfrm>
      </p:grpSpPr>
      <p:sp>
        <p:nvSpPr>
          <p:cNvPr id="75" name="Google Shape;75;g135cfce776f_0_176"/>
          <p:cNvSpPr/>
          <p:nvPr/>
        </p:nvSpPr>
        <p:spPr>
          <a:xfrm>
            <a:off x="6641923" y="1072405"/>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76" name="Google Shape;76;g135cfce776f_0_176"/>
          <p:cNvSpPr/>
          <p:nvPr/>
        </p:nvSpPr>
        <p:spPr>
          <a:xfrm>
            <a:off x="4737235" y="1072405"/>
            <a:ext cx="1543726" cy="4614501"/>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77" name="Google Shape;77;g135cfce776f_0_176"/>
          <p:cNvSpPr/>
          <p:nvPr/>
        </p:nvSpPr>
        <p:spPr>
          <a:xfrm>
            <a:off x="2886920" y="1099589"/>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78" name="Google Shape;78;g135cfce776f_0_176"/>
          <p:cNvSpPr/>
          <p:nvPr/>
        </p:nvSpPr>
        <p:spPr>
          <a:xfrm>
            <a:off x="1016851" y="1103824"/>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79" name="Google Shape;79;g135cfce776f_0_176"/>
          <p:cNvSpPr txBox="1"/>
          <p:nvPr>
            <p:ph idx="1" type="body"/>
          </p:nvPr>
        </p:nvSpPr>
        <p:spPr>
          <a:xfrm>
            <a:off x="1106176" y="3013130"/>
            <a:ext cx="13671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80" name="Google Shape;80;g135cfce776f_0_176"/>
          <p:cNvSpPr txBox="1"/>
          <p:nvPr>
            <p:ph idx="2" type="body"/>
          </p:nvPr>
        </p:nvSpPr>
        <p:spPr>
          <a:xfrm>
            <a:off x="1106176" y="1334322"/>
            <a:ext cx="1344300" cy="13998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81" name="Google Shape;81;g135cfce776f_0_176"/>
          <p:cNvSpPr txBox="1"/>
          <p:nvPr>
            <p:ph idx="3" type="body"/>
          </p:nvPr>
        </p:nvSpPr>
        <p:spPr>
          <a:xfrm>
            <a:off x="1146591" y="3582948"/>
            <a:ext cx="13263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82" name="Google Shape;82;g135cfce776f_0_176"/>
          <p:cNvSpPr txBox="1"/>
          <p:nvPr>
            <p:ph idx="4" type="body"/>
          </p:nvPr>
        </p:nvSpPr>
        <p:spPr>
          <a:xfrm>
            <a:off x="2988192" y="3013130"/>
            <a:ext cx="13671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83" name="Google Shape;83;g135cfce776f_0_176"/>
          <p:cNvSpPr txBox="1"/>
          <p:nvPr>
            <p:ph idx="5" type="body"/>
          </p:nvPr>
        </p:nvSpPr>
        <p:spPr>
          <a:xfrm>
            <a:off x="2988192" y="1334322"/>
            <a:ext cx="1344300" cy="13998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84" name="Google Shape;84;g135cfce776f_0_176"/>
          <p:cNvSpPr txBox="1"/>
          <p:nvPr>
            <p:ph idx="6" type="body"/>
          </p:nvPr>
        </p:nvSpPr>
        <p:spPr>
          <a:xfrm>
            <a:off x="3028607" y="3582948"/>
            <a:ext cx="13263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85" name="Google Shape;85;g135cfce776f_0_176"/>
          <p:cNvSpPr txBox="1"/>
          <p:nvPr>
            <p:ph idx="7" type="body"/>
          </p:nvPr>
        </p:nvSpPr>
        <p:spPr>
          <a:xfrm>
            <a:off x="4840661" y="3013130"/>
            <a:ext cx="13671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86" name="Google Shape;86;g135cfce776f_0_176"/>
          <p:cNvSpPr txBox="1"/>
          <p:nvPr>
            <p:ph idx="8" type="body"/>
          </p:nvPr>
        </p:nvSpPr>
        <p:spPr>
          <a:xfrm>
            <a:off x="4840661" y="1334322"/>
            <a:ext cx="1344300" cy="13998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87" name="Google Shape;87;g135cfce776f_0_176"/>
          <p:cNvSpPr txBox="1"/>
          <p:nvPr>
            <p:ph idx="9" type="body"/>
          </p:nvPr>
        </p:nvSpPr>
        <p:spPr>
          <a:xfrm>
            <a:off x="4881076" y="3582948"/>
            <a:ext cx="13263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88" name="Google Shape;88;g135cfce776f_0_176"/>
          <p:cNvSpPr txBox="1"/>
          <p:nvPr>
            <p:ph idx="13" type="body"/>
          </p:nvPr>
        </p:nvSpPr>
        <p:spPr>
          <a:xfrm>
            <a:off x="6751582" y="3013130"/>
            <a:ext cx="13671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89" name="Google Shape;89;g135cfce776f_0_176"/>
          <p:cNvSpPr txBox="1"/>
          <p:nvPr>
            <p:ph idx="14" type="body"/>
          </p:nvPr>
        </p:nvSpPr>
        <p:spPr>
          <a:xfrm>
            <a:off x="6751582" y="1334322"/>
            <a:ext cx="1344300" cy="13998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90" name="Google Shape;90;g135cfce776f_0_176"/>
          <p:cNvSpPr txBox="1"/>
          <p:nvPr>
            <p:ph idx="15" type="body"/>
          </p:nvPr>
        </p:nvSpPr>
        <p:spPr>
          <a:xfrm>
            <a:off x="6791997" y="3582948"/>
            <a:ext cx="1326300" cy="336000"/>
          </a:xfrm>
          <a:prstGeom prst="rect">
            <a:avLst/>
          </a:prstGeom>
          <a:noFill/>
          <a:ln>
            <a:noFill/>
          </a:ln>
        </p:spPr>
        <p:txBody>
          <a:bodyPr anchorCtr="0" anchor="t" bIns="0" lIns="0" spcFirstLastPara="1" rIns="0" wrap="square" tIns="0">
            <a:spAutoFit/>
          </a:bodyPr>
          <a:lstStyle>
            <a:lvl1pPr indent="-228600" lvl="0" marL="457200" rtl="0" algn="ctr">
              <a:lnSpc>
                <a:spcPct val="100000"/>
              </a:lnSpc>
              <a:spcBef>
                <a:spcPts val="0"/>
              </a:spcBef>
              <a:spcAft>
                <a:spcPts val="0"/>
              </a:spcAft>
              <a:buSzPts val="700"/>
              <a:buNone/>
              <a:defRPr>
                <a:solidFill>
                  <a:schemeClr val="lt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91" name="Google Shape;91;g135cfce776f_0_176"/>
          <p:cNvSpPr/>
          <p:nvPr/>
        </p:nvSpPr>
        <p:spPr>
          <a:xfrm>
            <a:off x="1627955"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92" name="Google Shape;92;g135cfce776f_0_176"/>
          <p:cNvSpPr/>
          <p:nvPr/>
        </p:nvSpPr>
        <p:spPr>
          <a:xfrm>
            <a:off x="3487518"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93" name="Google Shape;93;g135cfce776f_0_176"/>
          <p:cNvSpPr/>
          <p:nvPr/>
        </p:nvSpPr>
        <p:spPr>
          <a:xfrm>
            <a:off x="7275343"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94" name="Google Shape;94;g135cfce776f_0_176"/>
          <p:cNvSpPr/>
          <p:nvPr/>
        </p:nvSpPr>
        <p:spPr>
          <a:xfrm>
            <a:off x="5334481" y="3468543"/>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95" name="Google Shape;95;g135cfce776f_0_176"/>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96" name="Google Shape;96;g135cfce776f_0_176"/>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97" name="Google Shape;97;g135cfce776f_0_176"/>
          <p:cNvGrpSpPr/>
          <p:nvPr/>
        </p:nvGrpSpPr>
        <p:grpSpPr>
          <a:xfrm>
            <a:off x="8700930" y="6279499"/>
            <a:ext cx="202706" cy="362724"/>
            <a:chOff x="18406074" y="10234089"/>
            <a:chExt cx="445703" cy="598160"/>
          </a:xfrm>
        </p:grpSpPr>
        <p:sp>
          <p:nvSpPr>
            <p:cNvPr id="98" name="Google Shape;98;g135cfce776f_0_176"/>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99" name="Google Shape;99;g135cfce776f_0_176"/>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100" name="Google Shape;100;g135cfce776f_0_176"/>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01" name="Shape 101"/>
        <p:cNvGrpSpPr/>
        <p:nvPr/>
      </p:nvGrpSpPr>
      <p:grpSpPr>
        <a:xfrm>
          <a:off x="0" y="0"/>
          <a:ext cx="0" cy="0"/>
          <a:chOff x="0" y="0"/>
          <a:chExt cx="0" cy="0"/>
        </a:xfrm>
      </p:grpSpPr>
      <p:pic>
        <p:nvPicPr>
          <p:cNvPr id="102" name="Google Shape;102;g135cfce776f_0_203"/>
          <p:cNvPicPr preferRelativeResize="0"/>
          <p:nvPr/>
        </p:nvPicPr>
        <p:blipFill rotWithShape="1">
          <a:blip r:embed="rId2">
            <a:alphaModFix/>
          </a:blip>
          <a:srcRect b="0" l="0" r="0" t="0"/>
          <a:stretch/>
        </p:blipFill>
        <p:spPr>
          <a:xfrm>
            <a:off x="0" y="0"/>
            <a:ext cx="9144000" cy="4474182"/>
          </a:xfrm>
          <a:prstGeom prst="rect">
            <a:avLst/>
          </a:prstGeom>
          <a:noFill/>
          <a:ln>
            <a:noFill/>
          </a:ln>
        </p:spPr>
      </p:pic>
      <p:sp>
        <p:nvSpPr>
          <p:cNvPr id="103" name="Google Shape;103;g135cfce776f_0_203"/>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04" name="Google Shape;104;g135cfce776f_0_203"/>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105" name="Google Shape;105;g135cfce776f_0_203"/>
          <p:cNvGrpSpPr/>
          <p:nvPr/>
        </p:nvGrpSpPr>
        <p:grpSpPr>
          <a:xfrm>
            <a:off x="8700930" y="6279499"/>
            <a:ext cx="202706" cy="362724"/>
            <a:chOff x="18406074" y="10234089"/>
            <a:chExt cx="445703" cy="598160"/>
          </a:xfrm>
        </p:grpSpPr>
        <p:sp>
          <p:nvSpPr>
            <p:cNvPr id="106" name="Google Shape;106;g135cfce776f_0_203"/>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107" name="Google Shape;107;g135cfce776f_0_203"/>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108" name="Google Shape;108;g135cfce776f_0_203"/>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109" name="Google Shape;109;g135cfce776f_0_203"/>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110" name="Google Shape;110;g135cfce776f_0_203"/>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111" name="Google Shape;111;g135cfce776f_0_203"/>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112" name="Shape 112"/>
        <p:cNvGrpSpPr/>
        <p:nvPr/>
      </p:nvGrpSpPr>
      <p:grpSpPr>
        <a:xfrm>
          <a:off x="0" y="0"/>
          <a:ext cx="0" cy="0"/>
          <a:chOff x="0" y="0"/>
          <a:chExt cx="0" cy="0"/>
        </a:xfrm>
      </p:grpSpPr>
      <p:sp>
        <p:nvSpPr>
          <p:cNvPr id="113" name="Google Shape;113;g135cfce776f_0_214"/>
          <p:cNvSpPr/>
          <p:nvPr/>
        </p:nvSpPr>
        <p:spPr>
          <a:xfrm>
            <a:off x="0" y="502542"/>
            <a:ext cx="2250000" cy="708300"/>
          </a:xfrm>
          <a:prstGeom prst="rect">
            <a:avLst/>
          </a:prstGeom>
          <a:solidFill>
            <a:srgbClr val="317DE2"/>
          </a:solidFill>
          <a:ln>
            <a:noFill/>
          </a:ln>
        </p:spPr>
        <p:txBody>
          <a:bodyPr anchorCtr="0" anchor="ctr" bIns="23100" lIns="46200" spcFirstLastPara="1" rIns="46200" wrap="square" tIns="23100">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Calibri"/>
              <a:ea typeface="Calibri"/>
              <a:cs typeface="Calibri"/>
              <a:sym typeface="Calibri"/>
            </a:endParaRPr>
          </a:p>
        </p:txBody>
      </p:sp>
      <p:sp>
        <p:nvSpPr>
          <p:cNvPr id="114" name="Google Shape;114;g135cfce776f_0_214"/>
          <p:cNvSpPr/>
          <p:nvPr/>
        </p:nvSpPr>
        <p:spPr>
          <a:xfrm>
            <a:off x="2273513" y="502542"/>
            <a:ext cx="69341" cy="699821"/>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15" name="Google Shape;115;g135cfce776f_0_214"/>
          <p:cNvSpPr txBox="1"/>
          <p:nvPr>
            <p:ph idx="1" type="body"/>
          </p:nvPr>
        </p:nvSpPr>
        <p:spPr>
          <a:xfrm>
            <a:off x="261092" y="763102"/>
            <a:ext cx="1975500" cy="8958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b="1" sz="2400">
                <a:solidFill>
                  <a:schemeClr val="dk1"/>
                </a:solidFill>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116" name="Google Shape;116;g135cfce776f_0_214"/>
          <p:cNvSpPr txBox="1"/>
          <p:nvPr>
            <p:ph idx="2" type="body"/>
          </p:nvPr>
        </p:nvSpPr>
        <p:spPr>
          <a:xfrm>
            <a:off x="261381" y="1765521"/>
            <a:ext cx="1975500" cy="7467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sz="1000">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
        <p:nvSpPr>
          <p:cNvPr id="117" name="Google Shape;117;g135cfce776f_0_214"/>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18" name="Google Shape;118;g135cfce776f_0_214"/>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119" name="Google Shape;119;g135cfce776f_0_214"/>
          <p:cNvGrpSpPr/>
          <p:nvPr/>
        </p:nvGrpSpPr>
        <p:grpSpPr>
          <a:xfrm>
            <a:off x="8700930" y="6279499"/>
            <a:ext cx="202706" cy="362724"/>
            <a:chOff x="18406074" y="10234089"/>
            <a:chExt cx="445703" cy="598160"/>
          </a:xfrm>
        </p:grpSpPr>
        <p:sp>
          <p:nvSpPr>
            <p:cNvPr id="120" name="Google Shape;120;g135cfce776f_0_214"/>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121" name="Google Shape;121;g135cfce776f_0_214"/>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122" name="Google Shape;122;g135cfce776f_0_214"/>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3" name="Shape 123"/>
        <p:cNvGrpSpPr/>
        <p:nvPr/>
      </p:nvGrpSpPr>
      <p:grpSpPr>
        <a:xfrm>
          <a:off x="0" y="0"/>
          <a:ext cx="0" cy="0"/>
          <a:chOff x="0" y="0"/>
          <a:chExt cx="0" cy="0"/>
        </a:xfrm>
      </p:grpSpPr>
      <p:pic>
        <p:nvPicPr>
          <p:cNvPr id="124" name="Google Shape;124;g135cfce776f_0_225"/>
          <p:cNvPicPr preferRelativeResize="0"/>
          <p:nvPr/>
        </p:nvPicPr>
        <p:blipFill rotWithShape="1">
          <a:blip r:embed="rId2">
            <a:alphaModFix/>
          </a:blip>
          <a:srcRect b="0" l="0" r="0" t="0"/>
          <a:stretch/>
        </p:blipFill>
        <p:spPr>
          <a:xfrm>
            <a:off x="0" y="0"/>
            <a:ext cx="9144000" cy="4491779"/>
          </a:xfrm>
          <a:prstGeom prst="rect">
            <a:avLst/>
          </a:prstGeom>
          <a:noFill/>
          <a:ln>
            <a:noFill/>
          </a:ln>
        </p:spPr>
      </p:pic>
      <p:sp>
        <p:nvSpPr>
          <p:cNvPr id="125" name="Google Shape;125;g135cfce776f_0_225"/>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26" name="Google Shape;126;g135cfce776f_0_225"/>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127" name="Google Shape;127;g135cfce776f_0_225"/>
          <p:cNvGrpSpPr/>
          <p:nvPr/>
        </p:nvGrpSpPr>
        <p:grpSpPr>
          <a:xfrm>
            <a:off x="8700930" y="6279499"/>
            <a:ext cx="202706" cy="362724"/>
            <a:chOff x="18406074" y="10234089"/>
            <a:chExt cx="445703" cy="598160"/>
          </a:xfrm>
        </p:grpSpPr>
        <p:sp>
          <p:nvSpPr>
            <p:cNvPr id="128" name="Google Shape;128;g135cfce776f_0_225"/>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129" name="Google Shape;129;g135cfce776f_0_225"/>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130" name="Google Shape;130;g135cfce776f_0_225"/>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131" name="Google Shape;131;g135cfce776f_0_225"/>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132" name="Google Shape;132;g135cfce776f_0_225"/>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133" name="Google Shape;133;g135cfce776f_0_225"/>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34" name="Shape 134"/>
        <p:cNvGrpSpPr/>
        <p:nvPr/>
      </p:nvGrpSpPr>
      <p:grpSpPr>
        <a:xfrm>
          <a:off x="0" y="0"/>
          <a:ext cx="0" cy="0"/>
          <a:chOff x="0" y="0"/>
          <a:chExt cx="0" cy="0"/>
        </a:xfrm>
      </p:grpSpPr>
      <p:pic>
        <p:nvPicPr>
          <p:cNvPr id="135" name="Google Shape;135;g135cfce776f_0_236"/>
          <p:cNvPicPr preferRelativeResize="0"/>
          <p:nvPr/>
        </p:nvPicPr>
        <p:blipFill rotWithShape="1">
          <a:blip r:embed="rId2">
            <a:alphaModFix/>
          </a:blip>
          <a:srcRect b="0" l="0" r="0" t="0"/>
          <a:stretch/>
        </p:blipFill>
        <p:spPr>
          <a:xfrm>
            <a:off x="0" y="-31652"/>
            <a:ext cx="9144000" cy="4560444"/>
          </a:xfrm>
          <a:prstGeom prst="rect">
            <a:avLst/>
          </a:prstGeom>
          <a:noFill/>
          <a:ln>
            <a:noFill/>
          </a:ln>
        </p:spPr>
      </p:pic>
      <p:sp>
        <p:nvSpPr>
          <p:cNvPr id="136" name="Google Shape;136;g135cfce776f_0_236"/>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37" name="Google Shape;137;g135cfce776f_0_236"/>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138" name="Google Shape;138;g135cfce776f_0_236"/>
          <p:cNvGrpSpPr/>
          <p:nvPr/>
        </p:nvGrpSpPr>
        <p:grpSpPr>
          <a:xfrm>
            <a:off x="8700930" y="6279499"/>
            <a:ext cx="202706" cy="362724"/>
            <a:chOff x="18406074" y="10234089"/>
            <a:chExt cx="445703" cy="598160"/>
          </a:xfrm>
        </p:grpSpPr>
        <p:sp>
          <p:nvSpPr>
            <p:cNvPr id="139" name="Google Shape;139;g135cfce776f_0_236"/>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140" name="Google Shape;140;g135cfce776f_0_236"/>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141" name="Google Shape;141;g135cfce776f_0_236"/>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142" name="Google Shape;142;g135cfce776f_0_236"/>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143" name="Google Shape;143;g135cfce776f_0_236"/>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144" name="Google Shape;144;g135cfce776f_0_236"/>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145" name="Shape 145"/>
        <p:cNvGrpSpPr/>
        <p:nvPr/>
      </p:nvGrpSpPr>
      <p:grpSpPr>
        <a:xfrm>
          <a:off x="0" y="0"/>
          <a:ext cx="0" cy="0"/>
          <a:chOff x="0" y="0"/>
          <a:chExt cx="0" cy="0"/>
        </a:xfrm>
      </p:grpSpPr>
      <p:pic>
        <p:nvPicPr>
          <p:cNvPr id="146" name="Google Shape;146;g135cfce776f_0_247"/>
          <p:cNvPicPr preferRelativeResize="0"/>
          <p:nvPr/>
        </p:nvPicPr>
        <p:blipFill rotWithShape="1">
          <a:blip r:embed="rId2">
            <a:alphaModFix/>
          </a:blip>
          <a:srcRect b="0" l="0" r="0" t="0"/>
          <a:stretch/>
        </p:blipFill>
        <p:spPr>
          <a:xfrm>
            <a:off x="0" y="-13477"/>
            <a:ext cx="9147648" cy="4569040"/>
          </a:xfrm>
          <a:prstGeom prst="rect">
            <a:avLst/>
          </a:prstGeom>
          <a:noFill/>
          <a:ln>
            <a:noFill/>
          </a:ln>
        </p:spPr>
      </p:pic>
      <p:sp>
        <p:nvSpPr>
          <p:cNvPr id="147" name="Google Shape;147;g135cfce776f_0_247"/>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48" name="Google Shape;148;g135cfce776f_0_247"/>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nvGrpSpPr>
          <p:cNvPr id="149" name="Google Shape;149;g135cfce776f_0_247"/>
          <p:cNvGrpSpPr/>
          <p:nvPr/>
        </p:nvGrpSpPr>
        <p:grpSpPr>
          <a:xfrm>
            <a:off x="8700930" y="6279499"/>
            <a:ext cx="202706" cy="362724"/>
            <a:chOff x="18406074" y="10234089"/>
            <a:chExt cx="445703" cy="598160"/>
          </a:xfrm>
        </p:grpSpPr>
        <p:sp>
          <p:nvSpPr>
            <p:cNvPr id="150" name="Google Shape;150;g135cfce776f_0_247"/>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151" name="Google Shape;151;g135cfce776f_0_247"/>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152" name="Google Shape;152;g135cfce776f_0_247"/>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153" name="Google Shape;153;g135cfce776f_0_247"/>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lnSpc>
                <a:spcPct val="100000"/>
              </a:lnSpc>
              <a:spcBef>
                <a:spcPts val="0"/>
              </a:spcBef>
              <a:spcAft>
                <a:spcPts val="0"/>
              </a:spcAft>
              <a:buSzPts val="700"/>
              <a:buNone/>
              <a:defRPr sz="2700"/>
            </a:lvl1pPr>
            <a:lvl2pPr lvl="1" rtl="0" algn="l">
              <a:lnSpc>
                <a:spcPct val="100000"/>
              </a:lnSpc>
              <a:spcBef>
                <a:spcPts val="0"/>
              </a:spcBef>
              <a:spcAft>
                <a:spcPts val="0"/>
              </a:spcAft>
              <a:buSzPts val="700"/>
              <a:buNone/>
              <a:defRPr/>
            </a:lvl2pPr>
            <a:lvl3pPr lvl="2" rtl="0" algn="l">
              <a:lnSpc>
                <a:spcPct val="100000"/>
              </a:lnSpc>
              <a:spcBef>
                <a:spcPts val="0"/>
              </a:spcBef>
              <a:spcAft>
                <a:spcPts val="0"/>
              </a:spcAft>
              <a:buSzPts val="700"/>
              <a:buNone/>
              <a:defRPr/>
            </a:lvl3pPr>
            <a:lvl4pPr lvl="3" rtl="0" algn="l">
              <a:lnSpc>
                <a:spcPct val="100000"/>
              </a:lnSpc>
              <a:spcBef>
                <a:spcPts val="0"/>
              </a:spcBef>
              <a:spcAft>
                <a:spcPts val="0"/>
              </a:spcAft>
              <a:buSzPts val="700"/>
              <a:buNone/>
              <a:defRPr/>
            </a:lvl4pPr>
            <a:lvl5pPr lvl="4" rtl="0" algn="l">
              <a:lnSpc>
                <a:spcPct val="100000"/>
              </a:lnSpc>
              <a:spcBef>
                <a:spcPts val="0"/>
              </a:spcBef>
              <a:spcAft>
                <a:spcPts val="0"/>
              </a:spcAft>
              <a:buSzPts val="700"/>
              <a:buNone/>
              <a:defRPr/>
            </a:lvl5pPr>
            <a:lvl6pPr lvl="5" rtl="0" algn="l">
              <a:lnSpc>
                <a:spcPct val="100000"/>
              </a:lnSpc>
              <a:spcBef>
                <a:spcPts val="0"/>
              </a:spcBef>
              <a:spcAft>
                <a:spcPts val="0"/>
              </a:spcAft>
              <a:buSzPts val="700"/>
              <a:buNone/>
              <a:defRPr/>
            </a:lvl6pPr>
            <a:lvl7pPr lvl="6" rtl="0" algn="l">
              <a:lnSpc>
                <a:spcPct val="100000"/>
              </a:lnSpc>
              <a:spcBef>
                <a:spcPts val="0"/>
              </a:spcBef>
              <a:spcAft>
                <a:spcPts val="0"/>
              </a:spcAft>
              <a:buSzPts val="700"/>
              <a:buNone/>
              <a:defRPr/>
            </a:lvl7pPr>
            <a:lvl8pPr lvl="7" rtl="0" algn="l">
              <a:lnSpc>
                <a:spcPct val="100000"/>
              </a:lnSpc>
              <a:spcBef>
                <a:spcPts val="0"/>
              </a:spcBef>
              <a:spcAft>
                <a:spcPts val="0"/>
              </a:spcAft>
              <a:buSzPts val="700"/>
              <a:buNone/>
              <a:defRPr/>
            </a:lvl8pPr>
            <a:lvl9pPr lvl="8" rtl="0" algn="l">
              <a:lnSpc>
                <a:spcPct val="100000"/>
              </a:lnSpc>
              <a:spcBef>
                <a:spcPts val="0"/>
              </a:spcBef>
              <a:spcAft>
                <a:spcPts val="0"/>
              </a:spcAft>
              <a:buSzPts val="700"/>
              <a:buNone/>
              <a:defRPr/>
            </a:lvl9pPr>
          </a:lstStyle>
          <a:p/>
        </p:txBody>
      </p:sp>
      <p:cxnSp>
        <p:nvCxnSpPr>
          <p:cNvPr id="154" name="Google Shape;154;g135cfce776f_0_247"/>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155" name="Google Shape;155;g135cfce776f_0_247"/>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lnSpc>
                <a:spcPct val="100000"/>
              </a:lnSpc>
              <a:spcBef>
                <a:spcPts val="0"/>
              </a:spcBef>
              <a:spcAft>
                <a:spcPts val="0"/>
              </a:spcAft>
              <a:buSzPts val="700"/>
              <a:buNone/>
              <a:defRPr>
                <a:latin typeface="Arial"/>
                <a:ea typeface="Arial"/>
                <a:cs typeface="Arial"/>
                <a:sym typeface="Arial"/>
              </a:defRPr>
            </a:lvl1pPr>
            <a:lvl2pPr indent="-228600" lvl="1" marL="914400" rtl="0" algn="l">
              <a:lnSpc>
                <a:spcPct val="100000"/>
              </a:lnSpc>
              <a:spcBef>
                <a:spcPts val="0"/>
              </a:spcBef>
              <a:spcAft>
                <a:spcPts val="0"/>
              </a:spcAft>
              <a:buSzPts val="700"/>
              <a:buNone/>
              <a:defRPr/>
            </a:lvl2pPr>
            <a:lvl3pPr indent="-228600" lvl="2" marL="1371600" rtl="0" algn="l">
              <a:lnSpc>
                <a:spcPct val="100000"/>
              </a:lnSpc>
              <a:spcBef>
                <a:spcPts val="0"/>
              </a:spcBef>
              <a:spcAft>
                <a:spcPts val="0"/>
              </a:spcAft>
              <a:buSzPts val="700"/>
              <a:buNone/>
              <a:defRPr/>
            </a:lvl3pPr>
            <a:lvl4pPr indent="-228600" lvl="3" marL="1828800" rtl="0" algn="l">
              <a:lnSpc>
                <a:spcPct val="100000"/>
              </a:lnSpc>
              <a:spcBef>
                <a:spcPts val="0"/>
              </a:spcBef>
              <a:spcAft>
                <a:spcPts val="0"/>
              </a:spcAft>
              <a:buSzPts val="700"/>
              <a:buNone/>
              <a:defRPr/>
            </a:lvl4pPr>
            <a:lvl5pPr indent="-228600" lvl="4" marL="2286000" rtl="0" algn="l">
              <a:lnSpc>
                <a:spcPct val="100000"/>
              </a:lnSpc>
              <a:spcBef>
                <a:spcPts val="0"/>
              </a:spcBef>
              <a:spcAft>
                <a:spcPts val="0"/>
              </a:spcAft>
              <a:buSzPts val="700"/>
              <a:buNone/>
              <a:defRPr/>
            </a:lvl5pPr>
            <a:lvl6pPr indent="-228600" lvl="5" marL="2743200" rtl="0" algn="l">
              <a:lnSpc>
                <a:spcPct val="100000"/>
              </a:lnSpc>
              <a:spcBef>
                <a:spcPts val="0"/>
              </a:spcBef>
              <a:spcAft>
                <a:spcPts val="0"/>
              </a:spcAft>
              <a:buSzPts val="700"/>
              <a:buNone/>
              <a:defRPr/>
            </a:lvl6pPr>
            <a:lvl7pPr indent="-228600" lvl="6" marL="3200400" rtl="0" algn="l">
              <a:lnSpc>
                <a:spcPct val="100000"/>
              </a:lnSpc>
              <a:spcBef>
                <a:spcPts val="0"/>
              </a:spcBef>
              <a:spcAft>
                <a:spcPts val="0"/>
              </a:spcAft>
              <a:buSzPts val="700"/>
              <a:buNone/>
              <a:defRPr/>
            </a:lvl7pPr>
            <a:lvl8pPr indent="-228600" lvl="7" marL="3657600" rtl="0" algn="l">
              <a:lnSpc>
                <a:spcPct val="100000"/>
              </a:lnSpc>
              <a:spcBef>
                <a:spcPts val="0"/>
              </a:spcBef>
              <a:spcAft>
                <a:spcPts val="0"/>
              </a:spcAft>
              <a:buSzPts val="700"/>
              <a:buNone/>
              <a:defRPr/>
            </a:lvl8pPr>
            <a:lvl9pPr indent="-228600" lvl="8" marL="4114800" rtl="0" algn="l">
              <a:lnSpc>
                <a:spcPct val="100000"/>
              </a:lnSpc>
              <a:spcBef>
                <a:spcPts val="0"/>
              </a:spcBef>
              <a:spcAft>
                <a:spcPts val="0"/>
              </a:spcAft>
              <a:buSzPts val="7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2" name="Shape 162"/>
        <p:cNvGrpSpPr/>
        <p:nvPr/>
      </p:nvGrpSpPr>
      <p:grpSpPr>
        <a:xfrm>
          <a:off x="0" y="0"/>
          <a:ext cx="0" cy="0"/>
          <a:chOff x="0" y="0"/>
          <a:chExt cx="0" cy="0"/>
        </a:xfrm>
      </p:grpSpPr>
      <p:pic>
        <p:nvPicPr>
          <p:cNvPr id="163" name="Google Shape;163;g135cfce776f_0_459"/>
          <p:cNvPicPr preferRelativeResize="0"/>
          <p:nvPr/>
        </p:nvPicPr>
        <p:blipFill rotWithShape="1">
          <a:blip r:embed="rId2">
            <a:alphaModFix/>
          </a:blip>
          <a:srcRect b="0" l="0" r="0" t="0"/>
          <a:stretch/>
        </p:blipFill>
        <p:spPr>
          <a:xfrm>
            <a:off x="0" y="5006"/>
            <a:ext cx="9144000" cy="5143500"/>
          </a:xfrm>
          <a:prstGeom prst="rect">
            <a:avLst/>
          </a:prstGeom>
          <a:noFill/>
          <a:ln>
            <a:noFill/>
          </a:ln>
        </p:spPr>
      </p:pic>
      <p:sp>
        <p:nvSpPr>
          <p:cNvPr id="164" name="Google Shape;164;g135cfce776f_0_459"/>
          <p:cNvSpPr/>
          <p:nvPr/>
        </p:nvSpPr>
        <p:spPr>
          <a:xfrm>
            <a:off x="2316356" y="4468096"/>
            <a:ext cx="4866074" cy="32404"/>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65" name="Google Shape;165;g135cfce776f_0_459"/>
          <p:cNvSpPr/>
          <p:nvPr/>
        </p:nvSpPr>
        <p:spPr>
          <a:xfrm>
            <a:off x="2316356" y="3834001"/>
            <a:ext cx="4866074" cy="633262"/>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66" name="Google Shape;166;g135cfce776f_0_459"/>
          <p:cNvSpPr txBox="1"/>
          <p:nvPr>
            <p:ph idx="1" type="body"/>
          </p:nvPr>
        </p:nvSpPr>
        <p:spPr>
          <a:xfrm>
            <a:off x="2337113" y="3881760"/>
            <a:ext cx="4843500" cy="504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2700">
                <a:solidFill>
                  <a:schemeClr val="dk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67" name="Google Shape;167;g135cfce776f_0_459"/>
          <p:cNvSpPr txBox="1"/>
          <p:nvPr>
            <p:ph idx="2" type="body"/>
          </p:nvPr>
        </p:nvSpPr>
        <p:spPr>
          <a:xfrm>
            <a:off x="2145923" y="3181445"/>
            <a:ext cx="5198700" cy="5601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30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68" name="Google Shape;168;g135cfce776f_0_459"/>
          <p:cNvSpPr txBox="1"/>
          <p:nvPr>
            <p:ph idx="3" type="body"/>
          </p:nvPr>
        </p:nvSpPr>
        <p:spPr>
          <a:xfrm>
            <a:off x="2316356" y="4655238"/>
            <a:ext cx="4864500" cy="2985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sz="1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pic>
        <p:nvPicPr>
          <p:cNvPr id="169" name="Google Shape;169;g135cfce776f_0_459"/>
          <p:cNvPicPr preferRelativeResize="0"/>
          <p:nvPr/>
        </p:nvPicPr>
        <p:blipFill rotWithShape="1">
          <a:blip r:embed="rId3">
            <a:alphaModFix/>
          </a:blip>
          <a:srcRect b="0" l="0" r="0" t="0"/>
          <a:stretch/>
        </p:blipFill>
        <p:spPr>
          <a:xfrm>
            <a:off x="3406545" y="5145301"/>
            <a:ext cx="2829421" cy="930811"/>
          </a:xfrm>
          <a:prstGeom prst="rect">
            <a:avLst/>
          </a:prstGeom>
          <a:noFill/>
          <a:ln>
            <a:noFill/>
          </a:ln>
        </p:spPr>
      </p:pic>
      <p:pic>
        <p:nvPicPr>
          <p:cNvPr id="170" name="Google Shape;170;g135cfce776f_0_459"/>
          <p:cNvPicPr preferRelativeResize="0"/>
          <p:nvPr/>
        </p:nvPicPr>
        <p:blipFill rotWithShape="1">
          <a:blip r:embed="rId4">
            <a:alphaModFix/>
          </a:blip>
          <a:srcRect b="0" l="0" r="0" t="0"/>
          <a:stretch/>
        </p:blipFill>
        <p:spPr>
          <a:xfrm>
            <a:off x="3734609" y="6235425"/>
            <a:ext cx="1921388" cy="379107"/>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171" name="Shape 171"/>
        <p:cNvGrpSpPr/>
        <p:nvPr/>
      </p:nvGrpSpPr>
      <p:grpSpPr>
        <a:xfrm>
          <a:off x="0" y="0"/>
          <a:ext cx="0" cy="0"/>
          <a:chOff x="0" y="0"/>
          <a:chExt cx="0" cy="0"/>
        </a:xfrm>
      </p:grpSpPr>
      <p:sp>
        <p:nvSpPr>
          <p:cNvPr id="172" name="Google Shape;172;g135cfce776f_0_468"/>
          <p:cNvSpPr/>
          <p:nvPr/>
        </p:nvSpPr>
        <p:spPr>
          <a:xfrm>
            <a:off x="6641923" y="1072405"/>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73" name="Google Shape;173;g135cfce776f_0_468"/>
          <p:cNvSpPr/>
          <p:nvPr/>
        </p:nvSpPr>
        <p:spPr>
          <a:xfrm>
            <a:off x="4737235" y="1072405"/>
            <a:ext cx="1543726" cy="4614501"/>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74" name="Google Shape;174;g135cfce776f_0_468"/>
          <p:cNvSpPr/>
          <p:nvPr/>
        </p:nvSpPr>
        <p:spPr>
          <a:xfrm>
            <a:off x="2886920" y="1099589"/>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75" name="Google Shape;175;g135cfce776f_0_468"/>
          <p:cNvSpPr/>
          <p:nvPr/>
        </p:nvSpPr>
        <p:spPr>
          <a:xfrm>
            <a:off x="1016851" y="1103824"/>
            <a:ext cx="1543726" cy="4595589"/>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76" name="Google Shape;176;g135cfce776f_0_468"/>
          <p:cNvSpPr txBox="1"/>
          <p:nvPr>
            <p:ph idx="1" type="body"/>
          </p:nvPr>
        </p:nvSpPr>
        <p:spPr>
          <a:xfrm>
            <a:off x="1106176"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77" name="Google Shape;177;g135cfce776f_0_468"/>
          <p:cNvSpPr txBox="1"/>
          <p:nvPr>
            <p:ph idx="2" type="body"/>
          </p:nvPr>
        </p:nvSpPr>
        <p:spPr>
          <a:xfrm>
            <a:off x="1106176"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78" name="Google Shape;178;g135cfce776f_0_468"/>
          <p:cNvSpPr txBox="1"/>
          <p:nvPr>
            <p:ph idx="3" type="body"/>
          </p:nvPr>
        </p:nvSpPr>
        <p:spPr>
          <a:xfrm>
            <a:off x="1146591"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79" name="Google Shape;179;g135cfce776f_0_468"/>
          <p:cNvSpPr txBox="1"/>
          <p:nvPr>
            <p:ph idx="4" type="body"/>
          </p:nvPr>
        </p:nvSpPr>
        <p:spPr>
          <a:xfrm>
            <a:off x="2988192"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80" name="Google Shape;180;g135cfce776f_0_468"/>
          <p:cNvSpPr txBox="1"/>
          <p:nvPr>
            <p:ph idx="5" type="body"/>
          </p:nvPr>
        </p:nvSpPr>
        <p:spPr>
          <a:xfrm>
            <a:off x="2988192"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81" name="Google Shape;181;g135cfce776f_0_468"/>
          <p:cNvSpPr txBox="1"/>
          <p:nvPr>
            <p:ph idx="6" type="body"/>
          </p:nvPr>
        </p:nvSpPr>
        <p:spPr>
          <a:xfrm>
            <a:off x="3028607"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82" name="Google Shape;182;g135cfce776f_0_468"/>
          <p:cNvSpPr txBox="1"/>
          <p:nvPr>
            <p:ph idx="7" type="body"/>
          </p:nvPr>
        </p:nvSpPr>
        <p:spPr>
          <a:xfrm>
            <a:off x="4840661"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83" name="Google Shape;183;g135cfce776f_0_468"/>
          <p:cNvSpPr txBox="1"/>
          <p:nvPr>
            <p:ph idx="8" type="body"/>
          </p:nvPr>
        </p:nvSpPr>
        <p:spPr>
          <a:xfrm>
            <a:off x="4840661"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84" name="Google Shape;184;g135cfce776f_0_468"/>
          <p:cNvSpPr txBox="1"/>
          <p:nvPr>
            <p:ph idx="9" type="body"/>
          </p:nvPr>
        </p:nvSpPr>
        <p:spPr>
          <a:xfrm>
            <a:off x="4881076"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85" name="Google Shape;185;g135cfce776f_0_468"/>
          <p:cNvSpPr txBox="1"/>
          <p:nvPr>
            <p:ph idx="13" type="body"/>
          </p:nvPr>
        </p:nvSpPr>
        <p:spPr>
          <a:xfrm>
            <a:off x="6751582" y="3013130"/>
            <a:ext cx="13671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18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86" name="Google Shape;186;g135cfce776f_0_468"/>
          <p:cNvSpPr txBox="1"/>
          <p:nvPr>
            <p:ph idx="14" type="body"/>
          </p:nvPr>
        </p:nvSpPr>
        <p:spPr>
          <a:xfrm>
            <a:off x="6751582" y="1334322"/>
            <a:ext cx="1344300" cy="13998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b="1" sz="7600">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87" name="Google Shape;187;g135cfce776f_0_468"/>
          <p:cNvSpPr txBox="1"/>
          <p:nvPr>
            <p:ph idx="15" type="body"/>
          </p:nvPr>
        </p:nvSpPr>
        <p:spPr>
          <a:xfrm>
            <a:off x="6791997" y="3582948"/>
            <a:ext cx="1326300" cy="336000"/>
          </a:xfrm>
          <a:prstGeom prst="rect">
            <a:avLst/>
          </a:prstGeom>
          <a:noFill/>
          <a:ln>
            <a:noFill/>
          </a:ln>
        </p:spPr>
        <p:txBody>
          <a:bodyPr anchorCtr="0" anchor="t" bIns="0" lIns="0" spcFirstLastPara="1" rIns="0" wrap="square" tIns="0">
            <a:spAutoFit/>
          </a:bodyPr>
          <a:lstStyle>
            <a:lvl1pPr indent="-228600" lvl="0" marL="457200" rtl="0" algn="ctr">
              <a:spcBef>
                <a:spcPts val="0"/>
              </a:spcBef>
              <a:spcAft>
                <a:spcPts val="0"/>
              </a:spcAft>
              <a:buSzPts val="700"/>
              <a:buNone/>
              <a:defRPr>
                <a:solidFill>
                  <a:schemeClr val="lt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188" name="Google Shape;188;g135cfce776f_0_468"/>
          <p:cNvSpPr/>
          <p:nvPr/>
        </p:nvSpPr>
        <p:spPr>
          <a:xfrm>
            <a:off x="1627955"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89" name="Google Shape;189;g135cfce776f_0_468"/>
          <p:cNvSpPr/>
          <p:nvPr/>
        </p:nvSpPr>
        <p:spPr>
          <a:xfrm>
            <a:off x="3487518"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90" name="Google Shape;190;g135cfce776f_0_468"/>
          <p:cNvSpPr/>
          <p:nvPr/>
        </p:nvSpPr>
        <p:spPr>
          <a:xfrm>
            <a:off x="7275343" y="3475208"/>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91" name="Google Shape;191;g135cfce776f_0_468"/>
          <p:cNvSpPr/>
          <p:nvPr/>
        </p:nvSpPr>
        <p:spPr>
          <a:xfrm>
            <a:off x="5334481" y="3468543"/>
            <a:ext cx="342087" cy="36647"/>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92" name="Google Shape;192;g135cfce776f_0_468"/>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193" name="Google Shape;193;g135cfce776f_0_468"/>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194" name="Google Shape;194;g135cfce776f_0_468"/>
          <p:cNvGrpSpPr/>
          <p:nvPr/>
        </p:nvGrpSpPr>
        <p:grpSpPr>
          <a:xfrm>
            <a:off x="8700930" y="6279499"/>
            <a:ext cx="202706" cy="362724"/>
            <a:chOff x="18406074" y="10234089"/>
            <a:chExt cx="445703" cy="598160"/>
          </a:xfrm>
        </p:grpSpPr>
        <p:sp>
          <p:nvSpPr>
            <p:cNvPr id="195" name="Google Shape;195;g135cfce776f_0_468"/>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196" name="Google Shape;196;g135cfce776f_0_468"/>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197" name="Google Shape;197;g135cfce776f_0_468"/>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198" name="Shape 198"/>
        <p:cNvGrpSpPr/>
        <p:nvPr/>
      </p:nvGrpSpPr>
      <p:grpSpPr>
        <a:xfrm>
          <a:off x="0" y="0"/>
          <a:ext cx="0" cy="0"/>
          <a:chOff x="0" y="0"/>
          <a:chExt cx="0" cy="0"/>
        </a:xfrm>
      </p:grpSpPr>
      <p:sp>
        <p:nvSpPr>
          <p:cNvPr id="199" name="Google Shape;199;g135cfce776f_0_495"/>
          <p:cNvSpPr/>
          <p:nvPr/>
        </p:nvSpPr>
        <p:spPr>
          <a:xfrm>
            <a:off x="0" y="502542"/>
            <a:ext cx="2250000" cy="708300"/>
          </a:xfrm>
          <a:prstGeom prst="rect">
            <a:avLst/>
          </a:prstGeom>
          <a:solidFill>
            <a:srgbClr val="317DE2"/>
          </a:solidFill>
          <a:ln>
            <a:noFill/>
          </a:ln>
        </p:spPr>
        <p:txBody>
          <a:bodyPr anchorCtr="0" anchor="ctr" bIns="23100" lIns="46200" spcFirstLastPara="1" rIns="46200" wrap="square" tIns="23100">
            <a:noAutofit/>
          </a:bodyPr>
          <a:lstStyle/>
          <a:p>
            <a:pPr indent="0" lvl="0" marL="0" marR="0" rtl="0" algn="ctr">
              <a:spcBef>
                <a:spcPts val="0"/>
              </a:spcBef>
              <a:spcAft>
                <a:spcPts val="0"/>
              </a:spcAft>
              <a:buNone/>
            </a:pPr>
            <a:r>
              <a:t/>
            </a:r>
            <a:endParaRPr sz="900">
              <a:solidFill>
                <a:schemeClr val="lt1"/>
              </a:solidFill>
              <a:latin typeface="Calibri"/>
              <a:ea typeface="Calibri"/>
              <a:cs typeface="Calibri"/>
              <a:sym typeface="Calibri"/>
            </a:endParaRPr>
          </a:p>
        </p:txBody>
      </p:sp>
      <p:sp>
        <p:nvSpPr>
          <p:cNvPr id="200" name="Google Shape;200;g135cfce776f_0_495"/>
          <p:cNvSpPr/>
          <p:nvPr/>
        </p:nvSpPr>
        <p:spPr>
          <a:xfrm>
            <a:off x="2273513" y="502542"/>
            <a:ext cx="69341" cy="699821"/>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1" name="Google Shape;201;g135cfce776f_0_495"/>
          <p:cNvSpPr txBox="1"/>
          <p:nvPr>
            <p:ph idx="1" type="body"/>
          </p:nvPr>
        </p:nvSpPr>
        <p:spPr>
          <a:xfrm>
            <a:off x="261092" y="763102"/>
            <a:ext cx="1975500" cy="8958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b="1" sz="2400">
                <a:solidFill>
                  <a:schemeClr val="dk1"/>
                </a:solidFill>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02" name="Google Shape;202;g135cfce776f_0_495"/>
          <p:cNvSpPr txBox="1"/>
          <p:nvPr>
            <p:ph idx="2" type="body"/>
          </p:nvPr>
        </p:nvSpPr>
        <p:spPr>
          <a:xfrm>
            <a:off x="261381" y="1765521"/>
            <a:ext cx="1975500" cy="7467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sz="1000">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
        <p:nvSpPr>
          <p:cNvPr id="203" name="Google Shape;203;g135cfce776f_0_495"/>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04" name="Google Shape;204;g135cfce776f_0_495"/>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05" name="Google Shape;205;g135cfce776f_0_495"/>
          <p:cNvGrpSpPr/>
          <p:nvPr/>
        </p:nvGrpSpPr>
        <p:grpSpPr>
          <a:xfrm>
            <a:off x="8700930" y="6279499"/>
            <a:ext cx="202706" cy="362724"/>
            <a:chOff x="18406074" y="10234089"/>
            <a:chExt cx="445703" cy="598160"/>
          </a:xfrm>
        </p:grpSpPr>
        <p:sp>
          <p:nvSpPr>
            <p:cNvPr id="206" name="Google Shape;206;g135cfce776f_0_495"/>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07" name="Google Shape;207;g135cfce776f_0_495"/>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208" name="Google Shape;208;g135cfce776f_0_495"/>
          <p:cNvPicPr preferRelativeResize="0"/>
          <p:nvPr/>
        </p:nvPicPr>
        <p:blipFill rotWithShape="1">
          <a:blip r:embed="rId3">
            <a:alphaModFix/>
          </a:blip>
          <a:srcRect b="0" l="0" r="0" t="0"/>
          <a:stretch/>
        </p:blipFill>
        <p:spPr>
          <a:xfrm>
            <a:off x="5606264" y="6277351"/>
            <a:ext cx="1921388" cy="379107"/>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09" name="Shape 209"/>
        <p:cNvGrpSpPr/>
        <p:nvPr/>
      </p:nvGrpSpPr>
      <p:grpSpPr>
        <a:xfrm>
          <a:off x="0" y="0"/>
          <a:ext cx="0" cy="0"/>
          <a:chOff x="0" y="0"/>
          <a:chExt cx="0" cy="0"/>
        </a:xfrm>
      </p:grpSpPr>
      <p:pic>
        <p:nvPicPr>
          <p:cNvPr id="210" name="Google Shape;210;g135cfce776f_0_506"/>
          <p:cNvPicPr preferRelativeResize="0"/>
          <p:nvPr/>
        </p:nvPicPr>
        <p:blipFill rotWithShape="1">
          <a:blip r:embed="rId2">
            <a:alphaModFix/>
          </a:blip>
          <a:srcRect b="0" l="0" r="0" t="0"/>
          <a:stretch/>
        </p:blipFill>
        <p:spPr>
          <a:xfrm>
            <a:off x="0" y="0"/>
            <a:ext cx="9144000" cy="4474182"/>
          </a:xfrm>
          <a:prstGeom prst="rect">
            <a:avLst/>
          </a:prstGeom>
          <a:noFill/>
          <a:ln>
            <a:noFill/>
          </a:ln>
        </p:spPr>
      </p:pic>
      <p:sp>
        <p:nvSpPr>
          <p:cNvPr id="211" name="Google Shape;211;g135cfce776f_0_506"/>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12" name="Google Shape;212;g135cfce776f_0_506"/>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13" name="Google Shape;213;g135cfce776f_0_506"/>
          <p:cNvGrpSpPr/>
          <p:nvPr/>
        </p:nvGrpSpPr>
        <p:grpSpPr>
          <a:xfrm>
            <a:off x="8700930" y="6279499"/>
            <a:ext cx="202706" cy="362724"/>
            <a:chOff x="18406074" y="10234089"/>
            <a:chExt cx="445703" cy="598160"/>
          </a:xfrm>
        </p:grpSpPr>
        <p:sp>
          <p:nvSpPr>
            <p:cNvPr id="214" name="Google Shape;214;g135cfce776f_0_506"/>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15" name="Google Shape;215;g135cfce776f_0_506"/>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16" name="Google Shape;216;g135cfce776f_0_506"/>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17" name="Google Shape;217;g135cfce776f_0_506"/>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18" name="Google Shape;218;g135cfce776f_0_506"/>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19" name="Google Shape;219;g135cfce776f_0_506"/>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20" name="Shape 220"/>
        <p:cNvGrpSpPr/>
        <p:nvPr/>
      </p:nvGrpSpPr>
      <p:grpSpPr>
        <a:xfrm>
          <a:off x="0" y="0"/>
          <a:ext cx="0" cy="0"/>
          <a:chOff x="0" y="0"/>
          <a:chExt cx="0" cy="0"/>
        </a:xfrm>
      </p:grpSpPr>
      <p:pic>
        <p:nvPicPr>
          <p:cNvPr id="221" name="Google Shape;221;g135cfce776f_0_517"/>
          <p:cNvPicPr preferRelativeResize="0"/>
          <p:nvPr/>
        </p:nvPicPr>
        <p:blipFill rotWithShape="1">
          <a:blip r:embed="rId2">
            <a:alphaModFix/>
          </a:blip>
          <a:srcRect b="0" l="0" r="0" t="0"/>
          <a:stretch/>
        </p:blipFill>
        <p:spPr>
          <a:xfrm>
            <a:off x="0" y="0"/>
            <a:ext cx="9144000" cy="4491779"/>
          </a:xfrm>
          <a:prstGeom prst="rect">
            <a:avLst/>
          </a:prstGeom>
          <a:noFill/>
          <a:ln>
            <a:noFill/>
          </a:ln>
        </p:spPr>
      </p:pic>
      <p:sp>
        <p:nvSpPr>
          <p:cNvPr id="222" name="Google Shape;222;g135cfce776f_0_517"/>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23" name="Google Shape;223;g135cfce776f_0_517"/>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24" name="Google Shape;224;g135cfce776f_0_517"/>
          <p:cNvGrpSpPr/>
          <p:nvPr/>
        </p:nvGrpSpPr>
        <p:grpSpPr>
          <a:xfrm>
            <a:off x="8700930" y="6279499"/>
            <a:ext cx="202706" cy="362724"/>
            <a:chOff x="18406074" y="10234089"/>
            <a:chExt cx="445703" cy="598160"/>
          </a:xfrm>
        </p:grpSpPr>
        <p:sp>
          <p:nvSpPr>
            <p:cNvPr id="225" name="Google Shape;225;g135cfce776f_0_517"/>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26" name="Google Shape;226;g135cfce776f_0_517"/>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27" name="Google Shape;227;g135cfce776f_0_517"/>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28" name="Google Shape;228;g135cfce776f_0_517"/>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29" name="Google Shape;229;g135cfce776f_0_517"/>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30" name="Google Shape;230;g135cfce776f_0_517"/>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31" name="Shape 231"/>
        <p:cNvGrpSpPr/>
        <p:nvPr/>
      </p:nvGrpSpPr>
      <p:grpSpPr>
        <a:xfrm>
          <a:off x="0" y="0"/>
          <a:ext cx="0" cy="0"/>
          <a:chOff x="0" y="0"/>
          <a:chExt cx="0" cy="0"/>
        </a:xfrm>
      </p:grpSpPr>
      <p:pic>
        <p:nvPicPr>
          <p:cNvPr id="232" name="Google Shape;232;g135cfce776f_0_528"/>
          <p:cNvPicPr preferRelativeResize="0"/>
          <p:nvPr/>
        </p:nvPicPr>
        <p:blipFill rotWithShape="1">
          <a:blip r:embed="rId2">
            <a:alphaModFix/>
          </a:blip>
          <a:srcRect b="0" l="0" r="0" t="0"/>
          <a:stretch/>
        </p:blipFill>
        <p:spPr>
          <a:xfrm>
            <a:off x="0" y="-31652"/>
            <a:ext cx="9144000" cy="4560444"/>
          </a:xfrm>
          <a:prstGeom prst="rect">
            <a:avLst/>
          </a:prstGeom>
          <a:noFill/>
          <a:ln>
            <a:noFill/>
          </a:ln>
        </p:spPr>
      </p:pic>
      <p:sp>
        <p:nvSpPr>
          <p:cNvPr id="233" name="Google Shape;233;g135cfce776f_0_528"/>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34" name="Google Shape;234;g135cfce776f_0_528"/>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35" name="Google Shape;235;g135cfce776f_0_528"/>
          <p:cNvGrpSpPr/>
          <p:nvPr/>
        </p:nvGrpSpPr>
        <p:grpSpPr>
          <a:xfrm>
            <a:off x="8700930" y="6279499"/>
            <a:ext cx="202706" cy="362724"/>
            <a:chOff x="18406074" y="10234089"/>
            <a:chExt cx="445703" cy="598160"/>
          </a:xfrm>
        </p:grpSpPr>
        <p:sp>
          <p:nvSpPr>
            <p:cNvPr id="236" name="Google Shape;236;g135cfce776f_0_528"/>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37" name="Google Shape;237;g135cfce776f_0_528"/>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38" name="Google Shape;238;g135cfce776f_0_528"/>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39" name="Google Shape;239;g135cfce776f_0_528"/>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40" name="Google Shape;240;g135cfce776f_0_528"/>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41" name="Google Shape;241;g135cfce776f_0_528"/>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242" name="Shape 242"/>
        <p:cNvGrpSpPr/>
        <p:nvPr/>
      </p:nvGrpSpPr>
      <p:grpSpPr>
        <a:xfrm>
          <a:off x="0" y="0"/>
          <a:ext cx="0" cy="0"/>
          <a:chOff x="0" y="0"/>
          <a:chExt cx="0" cy="0"/>
        </a:xfrm>
      </p:grpSpPr>
      <p:pic>
        <p:nvPicPr>
          <p:cNvPr id="243" name="Google Shape;243;g135cfce776f_0_539"/>
          <p:cNvPicPr preferRelativeResize="0"/>
          <p:nvPr/>
        </p:nvPicPr>
        <p:blipFill rotWithShape="1">
          <a:blip r:embed="rId2">
            <a:alphaModFix/>
          </a:blip>
          <a:srcRect b="0" l="0" r="0" t="0"/>
          <a:stretch/>
        </p:blipFill>
        <p:spPr>
          <a:xfrm>
            <a:off x="0" y="-13477"/>
            <a:ext cx="9147648" cy="4569040"/>
          </a:xfrm>
          <a:prstGeom prst="rect">
            <a:avLst/>
          </a:prstGeom>
          <a:noFill/>
          <a:ln>
            <a:noFill/>
          </a:ln>
        </p:spPr>
      </p:pic>
      <p:sp>
        <p:nvSpPr>
          <p:cNvPr id="244" name="Google Shape;244;g135cfce776f_0_539"/>
          <p:cNvSpPr/>
          <p:nvPr/>
        </p:nvSpPr>
        <p:spPr>
          <a:xfrm>
            <a:off x="7713335" y="6322510"/>
            <a:ext cx="736470" cy="319026"/>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sp>
        <p:nvSpPr>
          <p:cNvPr id="245" name="Google Shape;245;g135cfce776f_0_539"/>
          <p:cNvSpPr/>
          <p:nvPr/>
        </p:nvSpPr>
        <p:spPr>
          <a:xfrm>
            <a:off x="8500487" y="6349282"/>
            <a:ext cx="176822" cy="293179"/>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grpSp>
        <p:nvGrpSpPr>
          <p:cNvPr id="246" name="Google Shape;246;g135cfce776f_0_539"/>
          <p:cNvGrpSpPr/>
          <p:nvPr/>
        </p:nvGrpSpPr>
        <p:grpSpPr>
          <a:xfrm>
            <a:off x="8700930" y="6279499"/>
            <a:ext cx="202706" cy="362724"/>
            <a:chOff x="18406074" y="10234089"/>
            <a:chExt cx="445703" cy="598160"/>
          </a:xfrm>
        </p:grpSpPr>
        <p:sp>
          <p:nvSpPr>
            <p:cNvPr id="247" name="Google Shape;247;g135cfce776f_0_539"/>
            <p:cNvSpPr/>
            <p:nvPr/>
          </p:nvSpPr>
          <p:spPr>
            <a:xfrm>
              <a:off x="18406074" y="10341395"/>
              <a:ext cx="376555" cy="490854"/>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solidFill>
                  <a:schemeClr val="dk1"/>
                </a:solidFill>
                <a:latin typeface="Calibri"/>
                <a:ea typeface="Calibri"/>
                <a:cs typeface="Calibri"/>
                <a:sym typeface="Calibri"/>
              </a:endParaRPr>
            </a:p>
          </p:txBody>
        </p:sp>
        <p:pic>
          <p:nvPicPr>
            <p:cNvPr id="248" name="Google Shape;248;g135cfce776f_0_539"/>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49" name="Google Shape;249;g135cfce776f_0_539"/>
          <p:cNvPicPr preferRelativeResize="0"/>
          <p:nvPr/>
        </p:nvPicPr>
        <p:blipFill rotWithShape="1">
          <a:blip r:embed="rId4">
            <a:alphaModFix/>
          </a:blip>
          <a:srcRect b="0" l="0" r="0" t="0"/>
          <a:stretch/>
        </p:blipFill>
        <p:spPr>
          <a:xfrm>
            <a:off x="5606264" y="6277351"/>
            <a:ext cx="1921388" cy="379107"/>
          </a:xfrm>
          <a:prstGeom prst="rect">
            <a:avLst/>
          </a:prstGeom>
          <a:noFill/>
          <a:ln>
            <a:noFill/>
          </a:ln>
        </p:spPr>
      </p:pic>
      <p:sp>
        <p:nvSpPr>
          <p:cNvPr id="250" name="Google Shape;250;g135cfce776f_0_539"/>
          <p:cNvSpPr txBox="1"/>
          <p:nvPr>
            <p:ph type="title"/>
          </p:nvPr>
        </p:nvSpPr>
        <p:spPr>
          <a:xfrm>
            <a:off x="601284" y="4994314"/>
            <a:ext cx="2751000" cy="1410000"/>
          </a:xfrm>
          <a:prstGeom prst="rect">
            <a:avLst/>
          </a:prstGeom>
          <a:noFill/>
          <a:ln>
            <a:noFill/>
          </a:ln>
        </p:spPr>
        <p:txBody>
          <a:bodyPr anchorCtr="0" anchor="t" bIns="0" lIns="0" spcFirstLastPara="1" rIns="0" wrap="square" tIns="0">
            <a:spAutoFit/>
          </a:bodyPr>
          <a:lstStyle>
            <a:lvl1pPr lvl="0" rtl="0" algn="l">
              <a:spcBef>
                <a:spcPts val="0"/>
              </a:spcBef>
              <a:spcAft>
                <a:spcPts val="0"/>
              </a:spcAft>
              <a:buSzPts val="700"/>
              <a:buNone/>
              <a:defRPr sz="2700"/>
            </a:lvl1pPr>
            <a:lvl2pPr lvl="1" rtl="0">
              <a:spcBef>
                <a:spcPts val="0"/>
              </a:spcBef>
              <a:spcAft>
                <a:spcPts val="0"/>
              </a:spcAft>
              <a:buSzPts val="700"/>
              <a:buNone/>
              <a:defRPr/>
            </a:lvl2pPr>
            <a:lvl3pPr lvl="2" rtl="0">
              <a:spcBef>
                <a:spcPts val="0"/>
              </a:spcBef>
              <a:spcAft>
                <a:spcPts val="0"/>
              </a:spcAft>
              <a:buSzPts val="700"/>
              <a:buNone/>
              <a:defRPr/>
            </a:lvl3pPr>
            <a:lvl4pPr lvl="3" rtl="0">
              <a:spcBef>
                <a:spcPts val="0"/>
              </a:spcBef>
              <a:spcAft>
                <a:spcPts val="0"/>
              </a:spcAft>
              <a:buSzPts val="700"/>
              <a:buNone/>
              <a:defRPr/>
            </a:lvl4pPr>
            <a:lvl5pPr lvl="4" rtl="0">
              <a:spcBef>
                <a:spcPts val="0"/>
              </a:spcBef>
              <a:spcAft>
                <a:spcPts val="0"/>
              </a:spcAft>
              <a:buSzPts val="700"/>
              <a:buNone/>
              <a:defRPr/>
            </a:lvl5pPr>
            <a:lvl6pPr lvl="5" rtl="0">
              <a:spcBef>
                <a:spcPts val="0"/>
              </a:spcBef>
              <a:spcAft>
                <a:spcPts val="0"/>
              </a:spcAft>
              <a:buSzPts val="700"/>
              <a:buNone/>
              <a:defRPr/>
            </a:lvl6pPr>
            <a:lvl7pPr lvl="6" rtl="0">
              <a:spcBef>
                <a:spcPts val="0"/>
              </a:spcBef>
              <a:spcAft>
                <a:spcPts val="0"/>
              </a:spcAft>
              <a:buSzPts val="700"/>
              <a:buNone/>
              <a:defRPr/>
            </a:lvl7pPr>
            <a:lvl8pPr lvl="7" rtl="0">
              <a:spcBef>
                <a:spcPts val="0"/>
              </a:spcBef>
              <a:spcAft>
                <a:spcPts val="0"/>
              </a:spcAft>
              <a:buSzPts val="700"/>
              <a:buNone/>
              <a:defRPr/>
            </a:lvl8pPr>
            <a:lvl9pPr lvl="8" rtl="0">
              <a:spcBef>
                <a:spcPts val="0"/>
              </a:spcBef>
              <a:spcAft>
                <a:spcPts val="0"/>
              </a:spcAft>
              <a:buSzPts val="700"/>
              <a:buNone/>
              <a:defRPr/>
            </a:lvl9pPr>
          </a:lstStyle>
          <a:p/>
        </p:txBody>
      </p:sp>
      <p:cxnSp>
        <p:nvCxnSpPr>
          <p:cNvPr id="251" name="Google Shape;251;g135cfce776f_0_539"/>
          <p:cNvCxnSpPr/>
          <p:nvPr/>
        </p:nvCxnSpPr>
        <p:spPr>
          <a:xfrm>
            <a:off x="3566911" y="4769025"/>
            <a:ext cx="0" cy="1635000"/>
          </a:xfrm>
          <a:prstGeom prst="straightConnector1">
            <a:avLst/>
          </a:prstGeom>
          <a:noFill/>
          <a:ln cap="flat" cmpd="sng" w="76200">
            <a:solidFill>
              <a:schemeClr val="dk1"/>
            </a:solidFill>
            <a:prstDash val="solid"/>
            <a:round/>
            <a:headEnd len="sm" w="sm" type="none"/>
            <a:tailEnd len="sm" w="sm" type="none"/>
          </a:ln>
        </p:spPr>
      </p:cxnSp>
      <p:sp>
        <p:nvSpPr>
          <p:cNvPr id="252" name="Google Shape;252;g135cfce776f_0_539"/>
          <p:cNvSpPr txBox="1"/>
          <p:nvPr>
            <p:ph idx="1" type="body"/>
          </p:nvPr>
        </p:nvSpPr>
        <p:spPr>
          <a:xfrm>
            <a:off x="3781601" y="4954565"/>
            <a:ext cx="5091300" cy="1154400"/>
          </a:xfrm>
          <a:prstGeom prst="rect">
            <a:avLst/>
          </a:prstGeom>
          <a:noFill/>
          <a:ln>
            <a:noFill/>
          </a:ln>
        </p:spPr>
        <p:txBody>
          <a:bodyPr anchorCtr="0" anchor="t" bIns="0" lIns="0" spcFirstLastPara="1" rIns="0" wrap="square" tIns="0">
            <a:spAutoFit/>
          </a:bodyPr>
          <a:lstStyle>
            <a:lvl1pPr indent="-228600" lvl="0" marL="457200" rtl="0" algn="l">
              <a:spcBef>
                <a:spcPts val="0"/>
              </a:spcBef>
              <a:spcAft>
                <a:spcPts val="0"/>
              </a:spcAft>
              <a:buSzPts val="700"/>
              <a:buNone/>
              <a:defRPr>
                <a:latin typeface="Arial"/>
                <a:ea typeface="Arial"/>
                <a:cs typeface="Arial"/>
                <a:sym typeface="Arial"/>
              </a:defRPr>
            </a:lvl1pPr>
            <a:lvl2pPr indent="-228600" lvl="1" marL="914400" rtl="0" algn="l">
              <a:spcBef>
                <a:spcPts val="0"/>
              </a:spcBef>
              <a:spcAft>
                <a:spcPts val="0"/>
              </a:spcAft>
              <a:buSzPts val="700"/>
              <a:buNone/>
              <a:defRPr/>
            </a:lvl2pPr>
            <a:lvl3pPr indent="-228600" lvl="2" marL="1371600" rtl="0" algn="l">
              <a:spcBef>
                <a:spcPts val="0"/>
              </a:spcBef>
              <a:spcAft>
                <a:spcPts val="0"/>
              </a:spcAft>
              <a:buSzPts val="700"/>
              <a:buNone/>
              <a:defRPr/>
            </a:lvl3pPr>
            <a:lvl4pPr indent="-228600" lvl="3" marL="1828800" rtl="0" algn="l">
              <a:spcBef>
                <a:spcPts val="0"/>
              </a:spcBef>
              <a:spcAft>
                <a:spcPts val="0"/>
              </a:spcAft>
              <a:buSzPts val="700"/>
              <a:buNone/>
              <a:defRPr/>
            </a:lvl4pPr>
            <a:lvl5pPr indent="-228600" lvl="4" marL="2286000" rtl="0" algn="l">
              <a:spcBef>
                <a:spcPts val="0"/>
              </a:spcBef>
              <a:spcAft>
                <a:spcPts val="0"/>
              </a:spcAft>
              <a:buSzPts val="700"/>
              <a:buNone/>
              <a:defRPr/>
            </a:lvl5pPr>
            <a:lvl6pPr indent="-228600" lvl="5" marL="2743200" rtl="0" algn="l">
              <a:spcBef>
                <a:spcPts val="0"/>
              </a:spcBef>
              <a:spcAft>
                <a:spcPts val="0"/>
              </a:spcAft>
              <a:buSzPts val="700"/>
              <a:buNone/>
              <a:defRPr/>
            </a:lvl6pPr>
            <a:lvl7pPr indent="-228600" lvl="6" marL="3200400" rtl="0" algn="l">
              <a:spcBef>
                <a:spcPts val="0"/>
              </a:spcBef>
              <a:spcAft>
                <a:spcPts val="0"/>
              </a:spcAft>
              <a:buSzPts val="700"/>
              <a:buNone/>
              <a:defRPr/>
            </a:lvl7pPr>
            <a:lvl8pPr indent="-228600" lvl="7" marL="3657600" rtl="0" algn="l">
              <a:spcBef>
                <a:spcPts val="0"/>
              </a:spcBef>
              <a:spcAft>
                <a:spcPts val="0"/>
              </a:spcAft>
              <a:buSzPts val="700"/>
              <a:buNone/>
              <a:defRPr/>
            </a:lvl8pPr>
            <a:lvl9pPr indent="-228600" lvl="8" marL="4114800" rtl="0" algn="l">
              <a:spcBef>
                <a:spcPts val="0"/>
              </a:spcBef>
              <a:spcAft>
                <a:spcPts val="0"/>
              </a:spcAft>
              <a:buSzPts val="7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2.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3.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1888F"/>
        </a:solidFill>
      </p:bgPr>
    </p:bg>
    <p:spTree>
      <p:nvGrpSpPr>
        <p:cNvPr id="5" name="Shape 5"/>
        <p:cNvGrpSpPr/>
        <p:nvPr/>
      </p:nvGrpSpPr>
      <p:grpSpPr>
        <a:xfrm>
          <a:off x="0" y="0"/>
          <a:ext cx="0" cy="0"/>
          <a:chOff x="0" y="0"/>
          <a:chExt cx="0" cy="0"/>
        </a:xfrm>
      </p:grpSpPr>
      <p:sp>
        <p:nvSpPr>
          <p:cNvPr id="6" name="Google Shape;6;p28"/>
          <p:cNvSpPr/>
          <p:nvPr/>
        </p:nvSpPr>
        <p:spPr>
          <a:xfrm flipH="1">
            <a:off x="-720" y="0"/>
            <a:ext cx="4629240" cy="6857640"/>
          </a:xfrm>
          <a:custGeom>
            <a:rect b="b" l="l" r="r" t="t"/>
            <a:pathLst>
              <a:path extrusionOk="0" h="6858000" w="6172782">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28"/>
          <p:cNvSpPr/>
          <p:nvPr/>
        </p:nvSpPr>
        <p:spPr>
          <a:xfrm>
            <a:off x="0" y="11880"/>
            <a:ext cx="4517640" cy="6840360"/>
          </a:xfrm>
          <a:custGeom>
            <a:rect b="b" l="l" r="r" t="t"/>
            <a:pathLst>
              <a:path extrusionOk="0" h="6858000" w="6024154">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 name="Google Shape;8;p28"/>
          <p:cNvPicPr preferRelativeResize="0"/>
          <p:nvPr/>
        </p:nvPicPr>
        <p:blipFill rotWithShape="1">
          <a:blip r:embed="rId2">
            <a:alphaModFix/>
          </a:blip>
          <a:srcRect b="0" l="0" r="0" t="0"/>
          <a:stretch/>
        </p:blipFill>
        <p:spPr>
          <a:xfrm>
            <a:off x="5190120" y="212400"/>
            <a:ext cx="3747960" cy="585720"/>
          </a:xfrm>
          <a:prstGeom prst="rect">
            <a:avLst/>
          </a:prstGeom>
          <a:noFill/>
          <a:ln>
            <a:noFill/>
          </a:ln>
        </p:spPr>
      </p:pic>
      <p:sp>
        <p:nvSpPr>
          <p:cNvPr id="9" name="Google Shape;9;p28"/>
          <p:cNvSpPr txBox="1"/>
          <p:nvPr>
            <p:ph type="title"/>
          </p:nvPr>
        </p:nvSpPr>
        <p:spPr>
          <a:xfrm>
            <a:off x="3993840" y="2487600"/>
            <a:ext cx="4894560" cy="28908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28"/>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g135cfce776f_0_161"/>
          <p:cNvSpPr txBox="1"/>
          <p:nvPr>
            <p:ph type="title"/>
          </p:nvPr>
        </p:nvSpPr>
        <p:spPr>
          <a:xfrm>
            <a:off x="400431" y="1462579"/>
            <a:ext cx="1799400" cy="8076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700"/>
              <a:buFont typeface="Arial"/>
              <a:buNone/>
              <a:defRPr b="1" i="0" sz="4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61" name="Google Shape;61;g135cfce776f_0_161"/>
          <p:cNvSpPr txBox="1"/>
          <p:nvPr>
            <p:ph idx="1" type="body"/>
          </p:nvPr>
        </p:nvSpPr>
        <p:spPr>
          <a:xfrm>
            <a:off x="457200" y="1577340"/>
            <a:ext cx="8229600" cy="452640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Calibri"/>
                <a:ea typeface="Calibri"/>
                <a:cs typeface="Calibri"/>
                <a:sym typeface="Calibri"/>
              </a:defRPr>
            </a:lvl9pPr>
          </a:lstStyle>
          <a:p/>
        </p:txBody>
      </p:sp>
      <p:sp>
        <p:nvSpPr>
          <p:cNvPr id="62" name="Google Shape;62;g135cfce776f_0_161"/>
          <p:cNvSpPr txBox="1"/>
          <p:nvPr>
            <p:ph idx="11" type="ftr"/>
          </p:nvPr>
        </p:nvSpPr>
        <p:spPr>
          <a:xfrm>
            <a:off x="3108960" y="6377940"/>
            <a:ext cx="292590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7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63" name="Google Shape;63;g135cfce776f_0_161"/>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7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64" name="Google Shape;64;g135cfce776f_0_161"/>
          <p:cNvSpPr txBox="1"/>
          <p:nvPr>
            <p:ph idx="12" type="sldNum"/>
          </p:nvPr>
        </p:nvSpPr>
        <p:spPr>
          <a:xfrm>
            <a:off x="6583680" y="6377940"/>
            <a:ext cx="2103000" cy="1386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6" name="Shape 156"/>
        <p:cNvGrpSpPr/>
        <p:nvPr/>
      </p:nvGrpSpPr>
      <p:grpSpPr>
        <a:xfrm>
          <a:off x="0" y="0"/>
          <a:ext cx="0" cy="0"/>
          <a:chOff x="0" y="0"/>
          <a:chExt cx="0" cy="0"/>
        </a:xfrm>
      </p:grpSpPr>
      <p:sp>
        <p:nvSpPr>
          <p:cNvPr id="157" name="Google Shape;157;g135cfce776f_0_453"/>
          <p:cNvSpPr txBox="1"/>
          <p:nvPr>
            <p:ph type="title"/>
          </p:nvPr>
        </p:nvSpPr>
        <p:spPr>
          <a:xfrm>
            <a:off x="400431" y="1462579"/>
            <a:ext cx="1799400" cy="8076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700"/>
              <a:buNone/>
              <a:defRPr b="1" i="0" sz="4300" u="none" cap="none" strike="noStrike">
                <a:solidFill>
                  <a:schemeClr val="dk1"/>
                </a:solidFill>
                <a:latin typeface="Arial"/>
                <a:ea typeface="Arial"/>
                <a:cs typeface="Arial"/>
                <a:sym typeface="Arial"/>
              </a:defRPr>
            </a:lvl1pPr>
            <a:lvl2pPr lvl="1" rtl="0">
              <a:spcBef>
                <a:spcPts val="0"/>
              </a:spcBef>
              <a:spcAft>
                <a:spcPts val="0"/>
              </a:spcAft>
              <a:buSzPts val="700"/>
              <a:buNone/>
              <a:defRPr sz="900"/>
            </a:lvl2pPr>
            <a:lvl3pPr lvl="2" rtl="0">
              <a:spcBef>
                <a:spcPts val="0"/>
              </a:spcBef>
              <a:spcAft>
                <a:spcPts val="0"/>
              </a:spcAft>
              <a:buSzPts val="700"/>
              <a:buNone/>
              <a:defRPr sz="900"/>
            </a:lvl3pPr>
            <a:lvl4pPr lvl="3" rtl="0">
              <a:spcBef>
                <a:spcPts val="0"/>
              </a:spcBef>
              <a:spcAft>
                <a:spcPts val="0"/>
              </a:spcAft>
              <a:buSzPts val="700"/>
              <a:buNone/>
              <a:defRPr sz="900"/>
            </a:lvl4pPr>
            <a:lvl5pPr lvl="4" rtl="0">
              <a:spcBef>
                <a:spcPts val="0"/>
              </a:spcBef>
              <a:spcAft>
                <a:spcPts val="0"/>
              </a:spcAft>
              <a:buSzPts val="700"/>
              <a:buNone/>
              <a:defRPr sz="900"/>
            </a:lvl5pPr>
            <a:lvl6pPr lvl="5" rtl="0">
              <a:spcBef>
                <a:spcPts val="0"/>
              </a:spcBef>
              <a:spcAft>
                <a:spcPts val="0"/>
              </a:spcAft>
              <a:buSzPts val="700"/>
              <a:buNone/>
              <a:defRPr sz="900"/>
            </a:lvl6pPr>
            <a:lvl7pPr lvl="6" rtl="0">
              <a:spcBef>
                <a:spcPts val="0"/>
              </a:spcBef>
              <a:spcAft>
                <a:spcPts val="0"/>
              </a:spcAft>
              <a:buSzPts val="700"/>
              <a:buNone/>
              <a:defRPr sz="900"/>
            </a:lvl7pPr>
            <a:lvl8pPr lvl="7" rtl="0">
              <a:spcBef>
                <a:spcPts val="0"/>
              </a:spcBef>
              <a:spcAft>
                <a:spcPts val="0"/>
              </a:spcAft>
              <a:buSzPts val="700"/>
              <a:buNone/>
              <a:defRPr sz="900"/>
            </a:lvl8pPr>
            <a:lvl9pPr lvl="8" rtl="0">
              <a:spcBef>
                <a:spcPts val="0"/>
              </a:spcBef>
              <a:spcAft>
                <a:spcPts val="0"/>
              </a:spcAft>
              <a:buSzPts val="700"/>
              <a:buNone/>
              <a:defRPr sz="900"/>
            </a:lvl9pPr>
          </a:lstStyle>
          <a:p/>
        </p:txBody>
      </p:sp>
      <p:sp>
        <p:nvSpPr>
          <p:cNvPr id="158" name="Google Shape;158;g135cfce776f_0_453"/>
          <p:cNvSpPr txBox="1"/>
          <p:nvPr>
            <p:ph idx="1" type="body"/>
          </p:nvPr>
        </p:nvSpPr>
        <p:spPr>
          <a:xfrm>
            <a:off x="457200" y="1577340"/>
            <a:ext cx="8229600" cy="452640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700"/>
              <a:buNone/>
              <a:defRPr b="0" i="0" sz="900" u="none" cap="none" strike="noStrike">
                <a:latin typeface="Calibri"/>
                <a:ea typeface="Calibri"/>
                <a:cs typeface="Calibri"/>
                <a:sym typeface="Calibri"/>
              </a:defRPr>
            </a:lvl1pPr>
            <a:lvl2pPr indent="-228600" lvl="1" marL="914400" marR="0" rtl="0" algn="l">
              <a:spcBef>
                <a:spcPts val="0"/>
              </a:spcBef>
              <a:spcAft>
                <a:spcPts val="0"/>
              </a:spcAft>
              <a:buSzPts val="700"/>
              <a:buNone/>
              <a:defRPr b="0" i="0" sz="900" u="none" cap="none" strike="noStrike">
                <a:latin typeface="Calibri"/>
                <a:ea typeface="Calibri"/>
                <a:cs typeface="Calibri"/>
                <a:sym typeface="Calibri"/>
              </a:defRPr>
            </a:lvl2pPr>
            <a:lvl3pPr indent="-228600" lvl="2" marL="1371600" marR="0" rtl="0" algn="l">
              <a:spcBef>
                <a:spcPts val="0"/>
              </a:spcBef>
              <a:spcAft>
                <a:spcPts val="0"/>
              </a:spcAft>
              <a:buSzPts val="700"/>
              <a:buNone/>
              <a:defRPr b="0" i="0" sz="900" u="none" cap="none" strike="noStrike">
                <a:latin typeface="Calibri"/>
                <a:ea typeface="Calibri"/>
                <a:cs typeface="Calibri"/>
                <a:sym typeface="Calibri"/>
              </a:defRPr>
            </a:lvl3pPr>
            <a:lvl4pPr indent="-228600" lvl="3" marL="1828800" marR="0" rtl="0" algn="l">
              <a:spcBef>
                <a:spcPts val="0"/>
              </a:spcBef>
              <a:spcAft>
                <a:spcPts val="0"/>
              </a:spcAft>
              <a:buSzPts val="700"/>
              <a:buNone/>
              <a:defRPr b="0" i="0" sz="900" u="none" cap="none" strike="noStrike">
                <a:latin typeface="Calibri"/>
                <a:ea typeface="Calibri"/>
                <a:cs typeface="Calibri"/>
                <a:sym typeface="Calibri"/>
              </a:defRPr>
            </a:lvl4pPr>
            <a:lvl5pPr indent="-228600" lvl="4" marL="2286000" marR="0" rtl="0" algn="l">
              <a:spcBef>
                <a:spcPts val="0"/>
              </a:spcBef>
              <a:spcAft>
                <a:spcPts val="0"/>
              </a:spcAft>
              <a:buSzPts val="700"/>
              <a:buNone/>
              <a:defRPr b="0" i="0" sz="900" u="none" cap="none" strike="noStrike">
                <a:latin typeface="Calibri"/>
                <a:ea typeface="Calibri"/>
                <a:cs typeface="Calibri"/>
                <a:sym typeface="Calibri"/>
              </a:defRPr>
            </a:lvl5pPr>
            <a:lvl6pPr indent="-228600" lvl="5" marL="2743200" marR="0" rtl="0" algn="l">
              <a:spcBef>
                <a:spcPts val="0"/>
              </a:spcBef>
              <a:spcAft>
                <a:spcPts val="0"/>
              </a:spcAft>
              <a:buSzPts val="700"/>
              <a:buNone/>
              <a:defRPr b="0" i="0" sz="900" u="none" cap="none" strike="noStrike">
                <a:latin typeface="Calibri"/>
                <a:ea typeface="Calibri"/>
                <a:cs typeface="Calibri"/>
                <a:sym typeface="Calibri"/>
              </a:defRPr>
            </a:lvl6pPr>
            <a:lvl7pPr indent="-228600" lvl="6" marL="3200400" marR="0" rtl="0" algn="l">
              <a:spcBef>
                <a:spcPts val="0"/>
              </a:spcBef>
              <a:spcAft>
                <a:spcPts val="0"/>
              </a:spcAft>
              <a:buSzPts val="700"/>
              <a:buNone/>
              <a:defRPr b="0" i="0" sz="900" u="none" cap="none" strike="noStrike">
                <a:latin typeface="Calibri"/>
                <a:ea typeface="Calibri"/>
                <a:cs typeface="Calibri"/>
                <a:sym typeface="Calibri"/>
              </a:defRPr>
            </a:lvl7pPr>
            <a:lvl8pPr indent="-228600" lvl="7" marL="3657600" marR="0" rtl="0" algn="l">
              <a:spcBef>
                <a:spcPts val="0"/>
              </a:spcBef>
              <a:spcAft>
                <a:spcPts val="0"/>
              </a:spcAft>
              <a:buSzPts val="700"/>
              <a:buNone/>
              <a:defRPr b="0" i="0" sz="900" u="none" cap="none" strike="noStrike">
                <a:latin typeface="Calibri"/>
                <a:ea typeface="Calibri"/>
                <a:cs typeface="Calibri"/>
                <a:sym typeface="Calibri"/>
              </a:defRPr>
            </a:lvl8pPr>
            <a:lvl9pPr indent="-228600" lvl="8" marL="4114800" marR="0" rtl="0" algn="l">
              <a:spcBef>
                <a:spcPts val="0"/>
              </a:spcBef>
              <a:spcAft>
                <a:spcPts val="0"/>
              </a:spcAft>
              <a:buSzPts val="700"/>
              <a:buNone/>
              <a:defRPr b="0" i="0" sz="900" u="none" cap="none" strike="noStrike">
                <a:latin typeface="Calibri"/>
                <a:ea typeface="Calibri"/>
                <a:cs typeface="Calibri"/>
                <a:sym typeface="Calibri"/>
              </a:defRPr>
            </a:lvl9pPr>
          </a:lstStyle>
          <a:p/>
        </p:txBody>
      </p:sp>
      <p:sp>
        <p:nvSpPr>
          <p:cNvPr id="159" name="Google Shape;159;g135cfce776f_0_453"/>
          <p:cNvSpPr txBox="1"/>
          <p:nvPr>
            <p:ph idx="11" type="ftr"/>
          </p:nvPr>
        </p:nvSpPr>
        <p:spPr>
          <a:xfrm>
            <a:off x="3108960" y="6377940"/>
            <a:ext cx="2925900"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7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160" name="Google Shape;160;g135cfce776f_0_453"/>
          <p:cNvSpPr txBox="1"/>
          <p:nvPr>
            <p:ph idx="10" type="dt"/>
          </p:nvPr>
        </p:nvSpPr>
        <p:spPr>
          <a:xfrm>
            <a:off x="457200" y="6377940"/>
            <a:ext cx="210300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7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161" name="Google Shape;161;g135cfce776f_0_453"/>
          <p:cNvSpPr txBox="1"/>
          <p:nvPr>
            <p:ph idx="12" type="sldNum"/>
          </p:nvPr>
        </p:nvSpPr>
        <p:spPr>
          <a:xfrm>
            <a:off x="6583680" y="6377940"/>
            <a:ext cx="2103000" cy="1386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5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2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image" Target="../media/image3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3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image" Target="../media/image5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hyperlink" Target="http://www.youtube.com/watch?v=iCoTo6n1DYw" TargetMode="External"/><Relationship Id="rId4" Type="http://schemas.openxmlformats.org/officeDocument/2006/relationships/image" Target="../media/image2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 Id="rId3"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hyperlink" Target="http://www.youtube.com/watch?v=-BhQEntPrFE" TargetMode="External"/><Relationship Id="rId4" Type="http://schemas.openxmlformats.org/officeDocument/2006/relationships/image" Target="../media/image2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 Id="rId3"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 Id="rId3" Type="http://schemas.openxmlformats.org/officeDocument/2006/relationships/image" Target="../media/image4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2.xml"/><Relationship Id="rId3" Type="http://schemas.openxmlformats.org/officeDocument/2006/relationships/image" Target="../media/image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 Id="rId3"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4.xml"/><Relationship Id="rId3"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6.xml"/><Relationship Id="rId3" Type="http://schemas.openxmlformats.org/officeDocument/2006/relationships/image" Target="../media/image4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9.xml"/><Relationship Id="rId3" Type="http://schemas.openxmlformats.org/officeDocument/2006/relationships/hyperlink" Target="http://example.com/resources" TargetMode="External"/><Relationship Id="rId4" Type="http://schemas.openxmlformats.org/officeDocument/2006/relationships/hyperlink" Target="http://example.com/resource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0.xml"/><Relationship Id="rId3"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1.xml"/><Relationship Id="rId3"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2.xml"/><Relationship Id="rId3" Type="http://schemas.openxmlformats.org/officeDocument/2006/relationships/image" Target="../media/image5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3.xml"/><Relationship Id="rId3" Type="http://schemas.openxmlformats.org/officeDocument/2006/relationships/image" Target="../media/image5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 Id="rId3" Type="http://schemas.openxmlformats.org/officeDocument/2006/relationships/image" Target="../media/image4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 Id="rId3"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135cfce776f_0_432"/>
          <p:cNvSpPr txBox="1"/>
          <p:nvPr>
            <p:ph idx="1" type="body"/>
          </p:nvPr>
        </p:nvSpPr>
        <p:spPr>
          <a:xfrm>
            <a:off x="2337113" y="3881760"/>
            <a:ext cx="4843500" cy="4155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SIY6122</a:t>
            </a:r>
            <a:endParaRPr/>
          </a:p>
        </p:txBody>
      </p:sp>
      <p:sp>
        <p:nvSpPr>
          <p:cNvPr id="258" name="Google Shape;258;g135cfce776f_0_432"/>
          <p:cNvSpPr txBox="1"/>
          <p:nvPr>
            <p:ph idx="2" type="body"/>
          </p:nvPr>
        </p:nvSpPr>
        <p:spPr>
          <a:xfrm>
            <a:off x="2145923" y="1886045"/>
            <a:ext cx="5198700" cy="1847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3.2.1 Revisando formatos de codificación para habilitar la traspaso de información entre plataformas</a:t>
            </a:r>
            <a:endParaRPr/>
          </a:p>
        </p:txBody>
      </p:sp>
      <p:sp>
        <p:nvSpPr>
          <p:cNvPr id="259" name="Google Shape;259;g135cfce776f_0_432"/>
          <p:cNvSpPr txBox="1"/>
          <p:nvPr>
            <p:ph idx="3" type="body"/>
          </p:nvPr>
        </p:nvSpPr>
        <p:spPr>
          <a:xfrm>
            <a:off x="2316356" y="4655238"/>
            <a:ext cx="4864500" cy="246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s-ES"/>
              <a:t>Profesor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f43f1e1f0c_0_6"/>
          <p:cNvSpPr txBox="1"/>
          <p:nvPr>
            <p:ph idx="1" type="body"/>
          </p:nvPr>
        </p:nvSpPr>
        <p:spPr>
          <a:xfrm>
            <a:off x="2503576" y="458300"/>
            <a:ext cx="62643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Como lograr la automatización en la comunicación para dispositivos IoT</a:t>
            </a:r>
            <a:endParaRPr/>
          </a:p>
        </p:txBody>
      </p:sp>
      <p:sp>
        <p:nvSpPr>
          <p:cNvPr id="265" name="Google Shape;265;gf43f1e1f0c_0_6"/>
          <p:cNvSpPr/>
          <p:nvPr/>
        </p:nvSpPr>
        <p:spPr>
          <a:xfrm>
            <a:off x="294125" y="1799950"/>
            <a:ext cx="8555100" cy="42510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ctr">
              <a:lnSpc>
                <a:spcPct val="115000"/>
              </a:lnSpc>
              <a:spcBef>
                <a:spcPts val="1200"/>
              </a:spcBef>
              <a:spcAft>
                <a:spcPts val="0"/>
              </a:spcAft>
              <a:buClr>
                <a:schemeClr val="dk1"/>
              </a:buClr>
              <a:buSzPts val="1100"/>
              <a:buFont typeface="Arial"/>
              <a:buNone/>
            </a:pPr>
            <a:r>
              <a:rPr lang="es-ES" sz="1800">
                <a:solidFill>
                  <a:schemeClr val="dk1"/>
                </a:solidFill>
              </a:rPr>
              <a:t>La automatización es cualquier proceso impulsado de forma automática que reduce y, a la larga, elimina, la necesidad de intervención humana.</a:t>
            </a:r>
            <a:endParaRPr sz="18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s-ES" sz="1800">
                <a:solidFill>
                  <a:schemeClr val="dk1"/>
                </a:solidFill>
              </a:rPr>
              <a:t>La automatización estuvo una vez limitada a la industria de fabricación. Las tareas altamente repetitivas, como el ensamblaje automotriz, se derivaron a las máquinas y así nació la línea de montaje moderna. Las máquinas son excelentes repitiendo la misma tarea sin fatigarse y sin los errores que los seres humanos son propensos a cometer en estos trabajos.</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f43f1e1f0c_0_12"/>
          <p:cNvSpPr txBox="1"/>
          <p:nvPr>
            <p:ph idx="1" type="body"/>
          </p:nvPr>
        </p:nvSpPr>
        <p:spPr>
          <a:xfrm>
            <a:off x="2503576" y="458300"/>
            <a:ext cx="62643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Como lograr la automatización en la comunicación para dispositivos IoT</a:t>
            </a:r>
            <a:endParaRPr/>
          </a:p>
        </p:txBody>
      </p:sp>
      <p:sp>
        <p:nvSpPr>
          <p:cNvPr id="271" name="Google Shape;271;gf43f1e1f0c_0_12"/>
          <p:cNvSpPr/>
          <p:nvPr/>
        </p:nvSpPr>
        <p:spPr>
          <a:xfrm>
            <a:off x="294125" y="1799950"/>
            <a:ext cx="8555100" cy="3048000"/>
          </a:xfrm>
          <a:prstGeom prst="rect">
            <a:avLst/>
          </a:prstGeom>
          <a:noFill/>
          <a:ln>
            <a:noFill/>
          </a:ln>
        </p:spPr>
        <p:txBody>
          <a:bodyPr anchorCtr="0" anchor="t" bIns="45000" lIns="90000" spcFirstLastPara="1" rIns="90000" wrap="square" tIns="45000">
            <a:noAutofit/>
          </a:bodyPr>
          <a:lstStyle/>
          <a:p>
            <a:pPr indent="0" lvl="0" marL="0" rtl="0" algn="ctr">
              <a:lnSpc>
                <a:spcPct val="115000"/>
              </a:lnSpc>
              <a:spcBef>
                <a:spcPts val="1200"/>
              </a:spcBef>
              <a:spcAft>
                <a:spcPts val="0"/>
              </a:spcAft>
              <a:buClr>
                <a:schemeClr val="dk1"/>
              </a:buClr>
              <a:buSzPts val="1100"/>
              <a:buFont typeface="Arial"/>
              <a:buNone/>
            </a:pPr>
            <a:r>
              <a:rPr lang="es-ES" sz="1800"/>
              <a:t>¿Pueden los dispositivos pensar? ¿Pueden ellos aprender basados en su alrededor? En este contexto, hay muchas definiciones de la palabra "pensar". Una posible definición es la capacidad para conectar una serie de partes relacionadas de información y usarlas para alterar un curso de acción.</a:t>
            </a:r>
            <a:endParaRPr sz="1800"/>
          </a:p>
          <a:p>
            <a:pPr indent="0" lvl="0" marL="0" rtl="0" algn="ctr">
              <a:lnSpc>
                <a:spcPct val="115000"/>
              </a:lnSpc>
              <a:spcBef>
                <a:spcPts val="1200"/>
              </a:spcBef>
              <a:spcAft>
                <a:spcPts val="1200"/>
              </a:spcAft>
              <a:buClr>
                <a:schemeClr val="dk1"/>
              </a:buClr>
              <a:buSzPts val="1100"/>
              <a:buFont typeface="Arial"/>
              <a:buNone/>
            </a:pPr>
            <a:r>
              <a:rPr lang="es-ES" sz="1800"/>
              <a:t>Actualmente muchos dispositivos incorporan tecnologías inteligentes, que ayudan a determinar su comportamiento. Esto puede ser tan simple como cuando un dispositivo inteligente reduce su consumo de energía durante períodos de alta demanda o tan complejo como conducir un auto de manera autónoma.</a:t>
            </a:r>
            <a:endParaRPr i="0" sz="1800" u="none" cap="none" strike="noStrike">
              <a:solidFill>
                <a:srgbClr val="000000"/>
              </a:solidFill>
            </a:endParaRPr>
          </a:p>
        </p:txBody>
      </p:sp>
      <p:pic>
        <p:nvPicPr>
          <p:cNvPr id="272" name="Google Shape;272;gf43f1e1f0c_0_12"/>
          <p:cNvPicPr preferRelativeResize="0"/>
          <p:nvPr/>
        </p:nvPicPr>
        <p:blipFill>
          <a:blip r:embed="rId3">
            <a:alphaModFix/>
          </a:blip>
          <a:stretch>
            <a:fillRect/>
          </a:stretch>
        </p:blipFill>
        <p:spPr>
          <a:xfrm>
            <a:off x="3526975" y="4597575"/>
            <a:ext cx="2524260" cy="17052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135cfce776f_0_449"/>
          <p:cNvSpPr txBox="1"/>
          <p:nvPr>
            <p:ph type="title"/>
          </p:nvPr>
        </p:nvSpPr>
        <p:spPr>
          <a:xfrm>
            <a:off x="601284" y="4994314"/>
            <a:ext cx="2751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Formato de Datos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135cfce776f_0_442"/>
          <p:cNvSpPr txBox="1"/>
          <p:nvPr>
            <p:ph idx="1" type="body"/>
          </p:nvPr>
        </p:nvSpPr>
        <p:spPr>
          <a:xfrm>
            <a:off x="2503576" y="458300"/>
            <a:ext cx="6264300" cy="738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Formato de Datos para la comunicación automática entre plataformas</a:t>
            </a:r>
            <a:endParaRPr/>
          </a:p>
        </p:txBody>
      </p:sp>
      <p:sp>
        <p:nvSpPr>
          <p:cNvPr id="283" name="Google Shape;283;g135cfce776f_0_442"/>
          <p:cNvSpPr/>
          <p:nvPr/>
        </p:nvSpPr>
        <p:spPr>
          <a:xfrm>
            <a:off x="294125" y="1799950"/>
            <a:ext cx="8555100" cy="42510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marR="0" rtl="0" algn="ctr">
              <a:lnSpc>
                <a:spcPct val="90000"/>
              </a:lnSpc>
              <a:spcBef>
                <a:spcPts val="1001"/>
              </a:spcBef>
              <a:spcAft>
                <a:spcPts val="0"/>
              </a:spcAft>
              <a:buNone/>
            </a:pPr>
            <a:r>
              <a:rPr lang="es-ES" sz="1800">
                <a:solidFill>
                  <a:schemeClr val="dk1"/>
                </a:solidFill>
              </a:rPr>
              <a:t>Cuando se comparten datos con personas, las posibilidades para desplegar la información son casi ilimitadas. Por ejemplo, imagina como un restaurante puede presentar su menú. Puede ser solamente texto, una lista con viñetas, o imágenes con una descripción textual, o solamente imágenes Todas estas son maneras diferentes en las cuales el restaurante puede presentar la información de su menú. Una formato bien diseñado, es dictado por su facilidad de interpretación. Este mismo principio aplica a la datos compartidos entre computadoras. Una computadora debe poner los datos en un formato que otra computadora pueda entender.</a:t>
            </a:r>
            <a:endParaRPr i="0" sz="1800" u="none" cap="none" strike="noStrike">
              <a:solidFill>
                <a:schemeClr val="dk1"/>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f43f1e1f0c_0_19"/>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Clr>
                <a:schemeClr val="dk1"/>
              </a:buClr>
              <a:buSzPts val="1100"/>
              <a:buFont typeface="Arial"/>
              <a:buNone/>
            </a:pPr>
            <a:r>
              <a:rPr lang="es-ES"/>
              <a:t>El concepto del formato de datos</a:t>
            </a:r>
            <a:endParaRPr/>
          </a:p>
          <a:p>
            <a:pPr indent="0" lvl="0" marL="0" rtl="0" algn="l">
              <a:spcBef>
                <a:spcPts val="400"/>
              </a:spcBef>
              <a:spcAft>
                <a:spcPts val="0"/>
              </a:spcAft>
              <a:buNone/>
            </a:pPr>
            <a:r>
              <a:t/>
            </a:r>
            <a:endParaRPr/>
          </a:p>
        </p:txBody>
      </p:sp>
      <p:sp>
        <p:nvSpPr>
          <p:cNvPr id="289" name="Google Shape;289;gf43f1e1f0c_0_19"/>
          <p:cNvSpPr/>
          <p:nvPr/>
        </p:nvSpPr>
        <p:spPr>
          <a:xfrm>
            <a:off x="294125" y="1190350"/>
            <a:ext cx="8555100" cy="42510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ctr">
              <a:lnSpc>
                <a:spcPct val="115000"/>
              </a:lnSpc>
              <a:spcBef>
                <a:spcPts val="1200"/>
              </a:spcBef>
              <a:spcAft>
                <a:spcPts val="0"/>
              </a:spcAft>
              <a:buClr>
                <a:schemeClr val="dk1"/>
              </a:buClr>
              <a:buSzPts val="1100"/>
              <a:buFont typeface="Arial"/>
              <a:buNone/>
            </a:pPr>
            <a:r>
              <a:rPr lang="es-ES" sz="1800">
                <a:solidFill>
                  <a:schemeClr val="dk1"/>
                </a:solidFill>
              </a:rPr>
              <a:t>Los formatos son simplemente una manera de almacenar e intercambiar datos de una manera estructurada. Uno de esos formatos es el Lenguaje de marcas de hipertexto (Hypertext Markup Language - HTML). HTML es un estándar que describe la estructura de las páginas web, como se aprecia en la imagen.</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pic>
        <p:nvPicPr>
          <p:cNvPr id="290" name="Google Shape;290;gf43f1e1f0c_0_19"/>
          <p:cNvPicPr preferRelativeResize="0"/>
          <p:nvPr/>
        </p:nvPicPr>
        <p:blipFill>
          <a:blip r:embed="rId3">
            <a:alphaModFix/>
          </a:blip>
          <a:stretch>
            <a:fillRect/>
          </a:stretch>
        </p:blipFill>
        <p:spPr>
          <a:xfrm>
            <a:off x="1285225" y="3123200"/>
            <a:ext cx="4108100" cy="35170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gf43f1e1f0c_0_28"/>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El concepto del formato de datos</a:t>
            </a:r>
            <a:endParaRPr/>
          </a:p>
          <a:p>
            <a:pPr indent="0" lvl="0" marL="0" rtl="0" algn="l">
              <a:spcBef>
                <a:spcPts val="400"/>
              </a:spcBef>
              <a:spcAft>
                <a:spcPts val="0"/>
              </a:spcAft>
              <a:buNone/>
            </a:pPr>
            <a:r>
              <a:t/>
            </a:r>
            <a:endParaRPr/>
          </a:p>
        </p:txBody>
      </p:sp>
      <p:sp>
        <p:nvSpPr>
          <p:cNvPr id="296" name="Google Shape;296;gf43f1e1f0c_0_28"/>
          <p:cNvSpPr/>
          <p:nvPr/>
        </p:nvSpPr>
        <p:spPr>
          <a:xfrm>
            <a:off x="294125" y="1190350"/>
            <a:ext cx="8555100" cy="42510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ctr">
              <a:lnSpc>
                <a:spcPct val="115000"/>
              </a:lnSpc>
              <a:spcBef>
                <a:spcPts val="1200"/>
              </a:spcBef>
              <a:spcAft>
                <a:spcPts val="0"/>
              </a:spcAft>
              <a:buSzPts val="1100"/>
              <a:buNone/>
            </a:pPr>
            <a:r>
              <a:rPr lang="es-ES" sz="1800">
                <a:solidFill>
                  <a:schemeClr val="dk1"/>
                </a:solidFill>
              </a:rPr>
              <a:t>El formato de datos seleccionado dependerá del formato que es usado por la aplicación, herramienta o las instrucciones que usted esté usando. Muchos sistemas pueden soportar más de un formato, lo que le permite al usuario elegir el preferido.</a:t>
            </a:r>
            <a:endParaRPr sz="1800">
              <a:solidFill>
                <a:schemeClr val="dk1"/>
              </a:solidFill>
            </a:endParaRPr>
          </a:p>
          <a:p>
            <a:pPr indent="0" lvl="0" marL="0" rtl="0" algn="l">
              <a:lnSpc>
                <a:spcPct val="115000"/>
              </a:lnSpc>
              <a:spcBef>
                <a:spcPts val="1200"/>
              </a:spcBef>
              <a:spcAft>
                <a:spcPts val="0"/>
              </a:spcAft>
              <a:buSzPts val="1100"/>
              <a:buNone/>
            </a:pPr>
            <a:r>
              <a:rPr lang="es-ES" sz="1800">
                <a:solidFill>
                  <a:schemeClr val="dk1"/>
                </a:solidFill>
              </a:rPr>
              <a:t>Algunos ejemplos</a:t>
            </a:r>
            <a:endParaRPr sz="1800">
              <a:solidFill>
                <a:schemeClr val="dk1"/>
              </a:solidFill>
            </a:endParaRPr>
          </a:p>
          <a:p>
            <a:pPr indent="-298450" lvl="0" marL="457200" rtl="0" algn="l">
              <a:lnSpc>
                <a:spcPct val="115000"/>
              </a:lnSpc>
              <a:spcBef>
                <a:spcPts val="1200"/>
              </a:spcBef>
              <a:spcAft>
                <a:spcPts val="0"/>
              </a:spcAft>
              <a:buClr>
                <a:schemeClr val="dk1"/>
              </a:buClr>
              <a:buSzPts val="1100"/>
              <a:buChar char="●"/>
            </a:pPr>
            <a:r>
              <a:rPr lang="es-ES" sz="1800">
                <a:solidFill>
                  <a:schemeClr val="dk1"/>
                </a:solidFill>
              </a:rPr>
              <a:t>Notación de objeto de JavaScript (JavaScript Object Notation - JSON)</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Lenguaje de marcado extensible (XML)</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YAML no es un lenguaje de marcado (YAML Ain’t Markup Language - YAML)</a:t>
            </a:r>
            <a:endParaRPr sz="1800">
              <a:solidFill>
                <a:schemeClr val="dk1"/>
              </a:solidFill>
            </a:endParaRPr>
          </a:p>
          <a:p>
            <a:pPr indent="0" lvl="0" marL="0" rtl="0" algn="l">
              <a:lnSpc>
                <a:spcPct val="115000"/>
              </a:lnSpc>
              <a:spcBef>
                <a:spcPts val="1200"/>
              </a:spcBef>
              <a:spcAft>
                <a:spcPts val="0"/>
              </a:spcAft>
              <a:buSzPts val="1100"/>
              <a:buNone/>
            </a:pPr>
            <a:r>
              <a:t/>
            </a:r>
            <a:endParaRPr sz="1800">
              <a:solidFill>
                <a:schemeClr val="dk1"/>
              </a:solidFill>
            </a:endParaRPr>
          </a:p>
          <a:p>
            <a:pPr indent="0" lvl="0" marL="0" rtl="0" algn="ctr">
              <a:lnSpc>
                <a:spcPct val="115000"/>
              </a:lnSpc>
              <a:spcBef>
                <a:spcPts val="1200"/>
              </a:spcBef>
              <a:spcAft>
                <a:spcPts val="0"/>
              </a:spcAft>
              <a:buSzPts val="1100"/>
              <a:buNone/>
            </a:pPr>
            <a:r>
              <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pic>
        <p:nvPicPr>
          <p:cNvPr id="297" name="Google Shape;297;gf43f1e1f0c_0_28"/>
          <p:cNvPicPr preferRelativeResize="0"/>
          <p:nvPr/>
        </p:nvPicPr>
        <p:blipFill>
          <a:blip r:embed="rId3">
            <a:alphaModFix/>
          </a:blip>
          <a:stretch>
            <a:fillRect/>
          </a:stretch>
        </p:blipFill>
        <p:spPr>
          <a:xfrm>
            <a:off x="424550" y="4799475"/>
            <a:ext cx="6209748" cy="17790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f43f1e1f0c_0_34"/>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Reglas</a:t>
            </a:r>
            <a:r>
              <a:rPr lang="es-ES"/>
              <a:t> del formato de datos</a:t>
            </a:r>
            <a:endParaRPr/>
          </a:p>
          <a:p>
            <a:pPr indent="0" lvl="0" marL="0" rtl="0" algn="l">
              <a:spcBef>
                <a:spcPts val="400"/>
              </a:spcBef>
              <a:spcAft>
                <a:spcPts val="0"/>
              </a:spcAft>
              <a:buNone/>
            </a:pPr>
            <a:r>
              <a:t/>
            </a:r>
            <a:endParaRPr/>
          </a:p>
        </p:txBody>
      </p:sp>
      <p:sp>
        <p:nvSpPr>
          <p:cNvPr id="303" name="Google Shape;303;gf43f1e1f0c_0_34"/>
          <p:cNvSpPr/>
          <p:nvPr/>
        </p:nvSpPr>
        <p:spPr>
          <a:xfrm>
            <a:off x="294125" y="1495150"/>
            <a:ext cx="8555100" cy="42510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l">
              <a:lnSpc>
                <a:spcPct val="115000"/>
              </a:lnSpc>
              <a:spcBef>
                <a:spcPts val="1200"/>
              </a:spcBef>
              <a:spcAft>
                <a:spcPts val="0"/>
              </a:spcAft>
              <a:buSzPts val="1100"/>
              <a:buNone/>
            </a:pPr>
            <a:r>
              <a:rPr lang="es-ES" sz="1800">
                <a:solidFill>
                  <a:schemeClr val="dk1"/>
                </a:solidFill>
              </a:rPr>
              <a:t>El formato de datos posee reglas y estructuras similares a los que tenemos en programación y lenguajes escritos. Cada formato va a tener características específicas:</a:t>
            </a:r>
            <a:endParaRPr sz="1800">
              <a:solidFill>
                <a:schemeClr val="dk1"/>
              </a:solidFill>
            </a:endParaRPr>
          </a:p>
          <a:p>
            <a:pPr indent="-298450" lvl="0" marL="457200" rtl="0" algn="l">
              <a:lnSpc>
                <a:spcPct val="115000"/>
              </a:lnSpc>
              <a:spcBef>
                <a:spcPts val="1200"/>
              </a:spcBef>
              <a:spcAft>
                <a:spcPts val="0"/>
              </a:spcAft>
              <a:buClr>
                <a:schemeClr val="dk1"/>
              </a:buClr>
              <a:buSzPts val="1100"/>
              <a:buChar char="●"/>
            </a:pPr>
            <a:r>
              <a:rPr lang="es-ES" sz="1800">
                <a:solidFill>
                  <a:schemeClr val="dk1"/>
                </a:solidFill>
              </a:rPr>
              <a:t>La sintaxis, incluye diferentes tipos de símbolos, tales como [ ], ( ), { }, el uso de espacio o sangría, comillas, comas, y más.</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¿Cómo se representan los objetos?, como caracteres, una cadena de caracteres, una lista, y vectores.</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¿Cómo se representan los pares llave/valor (key/value)? La llave (key) usualmente se encuentra al lado izquierdo e identifica o describe los datos. El valor (value) que se encuentra al lado derecho, consiste en los datos, los cuales pueden ser caracteres, cadenas de caracteres, números, listas o cualquier otro tipo de información.</a:t>
            </a:r>
            <a:endParaRPr sz="1800">
              <a:solidFill>
                <a:schemeClr val="dk1"/>
              </a:solidFill>
            </a:endParaRPr>
          </a:p>
          <a:p>
            <a:pPr indent="0" lvl="0" marL="0" rtl="0" algn="ctr">
              <a:lnSpc>
                <a:spcPct val="115000"/>
              </a:lnSpc>
              <a:spcBef>
                <a:spcPts val="1200"/>
              </a:spcBef>
              <a:spcAft>
                <a:spcPts val="0"/>
              </a:spcAft>
              <a:buSzPts val="1100"/>
              <a:buNone/>
            </a:pPr>
            <a:r>
              <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f43f1e1f0c_0_40"/>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Comparar</a:t>
            </a:r>
            <a:r>
              <a:rPr lang="es-ES"/>
              <a:t> formatos de datos</a:t>
            </a:r>
            <a:endParaRPr/>
          </a:p>
          <a:p>
            <a:pPr indent="0" lvl="0" marL="0" rtl="0" algn="l">
              <a:spcBef>
                <a:spcPts val="400"/>
              </a:spcBef>
              <a:spcAft>
                <a:spcPts val="0"/>
              </a:spcAft>
              <a:buNone/>
            </a:pPr>
            <a:r>
              <a:t/>
            </a:r>
            <a:endParaRPr/>
          </a:p>
        </p:txBody>
      </p:sp>
      <p:sp>
        <p:nvSpPr>
          <p:cNvPr id="309" name="Google Shape;309;gf43f1e1f0c_0_40"/>
          <p:cNvSpPr/>
          <p:nvPr/>
        </p:nvSpPr>
        <p:spPr>
          <a:xfrm>
            <a:off x="294125" y="1114150"/>
            <a:ext cx="8555100" cy="16545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ctr">
              <a:lnSpc>
                <a:spcPct val="115000"/>
              </a:lnSpc>
              <a:spcBef>
                <a:spcPts val="1200"/>
              </a:spcBef>
              <a:spcAft>
                <a:spcPts val="0"/>
              </a:spcAft>
              <a:buSzPts val="1100"/>
              <a:buNone/>
            </a:pPr>
            <a:r>
              <a:rPr lang="es-ES" sz="1800">
                <a:solidFill>
                  <a:schemeClr val="dk1"/>
                </a:solidFill>
              </a:rPr>
              <a:t>Cada formato de datos presenta una estructura particular la cual le permite adaptarse de mejor forma a distintas necesidades de comunicación entre plataformas</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50760" marR="0" rtl="0" algn="l">
              <a:lnSpc>
                <a:spcPct val="90000"/>
              </a:lnSpc>
              <a:spcBef>
                <a:spcPts val="1001"/>
              </a:spcBef>
              <a:spcAft>
                <a:spcPts val="0"/>
              </a:spcAft>
              <a:buClr>
                <a:srgbClr val="000000"/>
              </a:buClr>
              <a:buSzPts val="1800"/>
              <a:buFont typeface="Arial"/>
              <a:buNone/>
            </a:pPr>
            <a:r>
              <a:rPr lang="es-ES" sz="1800"/>
              <a:t>Formato JSON</a:t>
            </a:r>
            <a:endParaRPr sz="1800"/>
          </a:p>
          <a:p>
            <a:pPr indent="0" lvl="0" marL="50760" marR="0" rtl="0" algn="l">
              <a:lnSpc>
                <a:spcPct val="90000"/>
              </a:lnSpc>
              <a:spcBef>
                <a:spcPts val="1001"/>
              </a:spcBef>
              <a:spcAft>
                <a:spcPts val="0"/>
              </a:spcAft>
              <a:buClr>
                <a:srgbClr val="000000"/>
              </a:buClr>
              <a:buSzPts val="1800"/>
              <a:buFont typeface="Arial"/>
              <a:buNone/>
            </a:pPr>
            <a:r>
              <a:t/>
            </a:r>
            <a:endParaRPr sz="1800"/>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pic>
        <p:nvPicPr>
          <p:cNvPr id="310" name="Google Shape;310;gf43f1e1f0c_0_40"/>
          <p:cNvPicPr preferRelativeResize="0"/>
          <p:nvPr/>
        </p:nvPicPr>
        <p:blipFill>
          <a:blip r:embed="rId3">
            <a:alphaModFix/>
          </a:blip>
          <a:stretch>
            <a:fillRect/>
          </a:stretch>
        </p:blipFill>
        <p:spPr>
          <a:xfrm>
            <a:off x="206850" y="3966100"/>
            <a:ext cx="8839201" cy="191883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f43f1e1f0c_0_56"/>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Comparar formatos de datos</a:t>
            </a:r>
            <a:endParaRPr/>
          </a:p>
          <a:p>
            <a:pPr indent="0" lvl="0" marL="0" rtl="0" algn="l">
              <a:spcBef>
                <a:spcPts val="400"/>
              </a:spcBef>
              <a:spcAft>
                <a:spcPts val="0"/>
              </a:spcAft>
              <a:buNone/>
            </a:pPr>
            <a:r>
              <a:t/>
            </a:r>
            <a:endParaRPr/>
          </a:p>
        </p:txBody>
      </p:sp>
      <p:sp>
        <p:nvSpPr>
          <p:cNvPr id="316" name="Google Shape;316;gf43f1e1f0c_0_56"/>
          <p:cNvSpPr/>
          <p:nvPr/>
        </p:nvSpPr>
        <p:spPr>
          <a:xfrm>
            <a:off x="294125" y="1114150"/>
            <a:ext cx="8555100" cy="16545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ctr">
              <a:lnSpc>
                <a:spcPct val="115000"/>
              </a:lnSpc>
              <a:spcBef>
                <a:spcPts val="1200"/>
              </a:spcBef>
              <a:spcAft>
                <a:spcPts val="0"/>
              </a:spcAft>
              <a:buSzPts val="1100"/>
              <a:buNone/>
            </a:pPr>
            <a:r>
              <a:rPr lang="es-ES" sz="1800">
                <a:solidFill>
                  <a:schemeClr val="dk1"/>
                </a:solidFill>
              </a:rPr>
              <a:t>Cada formato de datos presenta una estructura particular la cual le permite adaptarse de mejor forma a distintas necesidades de comunicación entre plataformas</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50760" marR="0" rtl="0" algn="l">
              <a:lnSpc>
                <a:spcPct val="90000"/>
              </a:lnSpc>
              <a:spcBef>
                <a:spcPts val="1001"/>
              </a:spcBef>
              <a:spcAft>
                <a:spcPts val="0"/>
              </a:spcAft>
              <a:buClr>
                <a:srgbClr val="000000"/>
              </a:buClr>
              <a:buSzPts val="1800"/>
              <a:buFont typeface="Arial"/>
              <a:buNone/>
            </a:pPr>
            <a:r>
              <a:rPr lang="es-ES" sz="1800"/>
              <a:t>Formato YAML</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pic>
        <p:nvPicPr>
          <p:cNvPr id="317" name="Google Shape;317;gf43f1e1f0c_0_56"/>
          <p:cNvPicPr preferRelativeResize="0"/>
          <p:nvPr/>
        </p:nvPicPr>
        <p:blipFill>
          <a:blip r:embed="rId3">
            <a:alphaModFix/>
          </a:blip>
          <a:stretch>
            <a:fillRect/>
          </a:stretch>
        </p:blipFill>
        <p:spPr>
          <a:xfrm>
            <a:off x="152400" y="3857225"/>
            <a:ext cx="8839200" cy="13029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f43f1e1f0c_0_61"/>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Comparar formatos de datos</a:t>
            </a:r>
            <a:endParaRPr/>
          </a:p>
          <a:p>
            <a:pPr indent="0" lvl="0" marL="0" rtl="0" algn="l">
              <a:spcBef>
                <a:spcPts val="400"/>
              </a:spcBef>
              <a:spcAft>
                <a:spcPts val="0"/>
              </a:spcAft>
              <a:buNone/>
            </a:pPr>
            <a:r>
              <a:t/>
            </a:r>
            <a:endParaRPr/>
          </a:p>
        </p:txBody>
      </p:sp>
      <p:sp>
        <p:nvSpPr>
          <p:cNvPr id="323" name="Google Shape;323;gf43f1e1f0c_0_61"/>
          <p:cNvSpPr/>
          <p:nvPr/>
        </p:nvSpPr>
        <p:spPr>
          <a:xfrm>
            <a:off x="294125" y="1114150"/>
            <a:ext cx="8555100" cy="16545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ctr">
              <a:lnSpc>
                <a:spcPct val="115000"/>
              </a:lnSpc>
              <a:spcBef>
                <a:spcPts val="1200"/>
              </a:spcBef>
              <a:spcAft>
                <a:spcPts val="0"/>
              </a:spcAft>
              <a:buSzPts val="1100"/>
              <a:buNone/>
            </a:pPr>
            <a:r>
              <a:rPr lang="es-ES" sz="1800">
                <a:solidFill>
                  <a:schemeClr val="dk1"/>
                </a:solidFill>
              </a:rPr>
              <a:t>Cada formato de datos presenta una estructura particular la cual le permite adaptarse de mejor forma a distintas necesidades de comunicación entre plataformas</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50760" marR="0" rtl="0" algn="l">
              <a:lnSpc>
                <a:spcPct val="90000"/>
              </a:lnSpc>
              <a:spcBef>
                <a:spcPts val="1001"/>
              </a:spcBef>
              <a:spcAft>
                <a:spcPts val="0"/>
              </a:spcAft>
              <a:buClr>
                <a:srgbClr val="000000"/>
              </a:buClr>
              <a:buSzPts val="1800"/>
              <a:buFont typeface="Arial"/>
              <a:buNone/>
            </a:pPr>
            <a:r>
              <a:rPr lang="es-ES" sz="1800"/>
              <a:t>Formato XML</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pic>
        <p:nvPicPr>
          <p:cNvPr id="324" name="Google Shape;324;gf43f1e1f0c_0_61"/>
          <p:cNvPicPr preferRelativeResize="0"/>
          <p:nvPr/>
        </p:nvPicPr>
        <p:blipFill>
          <a:blip r:embed="rId3">
            <a:alphaModFix/>
          </a:blip>
          <a:stretch>
            <a:fillRect/>
          </a:stretch>
        </p:blipFill>
        <p:spPr>
          <a:xfrm>
            <a:off x="152400" y="3606850"/>
            <a:ext cx="8839198" cy="21520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f43f1e1f0c_0_46"/>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Formato de datos JSON</a:t>
            </a:r>
            <a:endParaRPr/>
          </a:p>
          <a:p>
            <a:pPr indent="0" lvl="0" marL="0" rtl="0" algn="l">
              <a:spcBef>
                <a:spcPts val="400"/>
              </a:spcBef>
              <a:spcAft>
                <a:spcPts val="0"/>
              </a:spcAft>
              <a:buNone/>
            </a:pPr>
            <a:r>
              <a:t/>
            </a:r>
            <a:endParaRPr/>
          </a:p>
        </p:txBody>
      </p:sp>
      <p:sp>
        <p:nvSpPr>
          <p:cNvPr id="330" name="Google Shape;330;gf43f1e1f0c_0_46"/>
          <p:cNvSpPr/>
          <p:nvPr/>
        </p:nvSpPr>
        <p:spPr>
          <a:xfrm>
            <a:off x="294125" y="1190350"/>
            <a:ext cx="8555100" cy="42510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ctr">
              <a:lnSpc>
                <a:spcPct val="115000"/>
              </a:lnSpc>
              <a:spcBef>
                <a:spcPts val="1200"/>
              </a:spcBef>
              <a:spcAft>
                <a:spcPts val="0"/>
              </a:spcAft>
              <a:buSzPts val="1100"/>
              <a:buNone/>
            </a:pPr>
            <a:r>
              <a:rPr lang="es-ES" sz="1800">
                <a:solidFill>
                  <a:schemeClr val="dk1"/>
                </a:solidFill>
              </a:rPr>
              <a:t>JSON es un formato legible para humanos, usado por aplicaciones para almacenar, transferir y leer información. JSON es relativamente popular y es usado por servicios web y API para brindar información pública. Esto se debe a que es fácil de analizar y puede ser usado con la mayoría de lenguajes de programación modernos, entre ellos Python.</a:t>
            </a:r>
            <a:endParaRPr sz="1800">
              <a:solidFill>
                <a:schemeClr val="dk1"/>
              </a:solidFill>
            </a:endParaRPr>
          </a:p>
          <a:p>
            <a:pPr indent="0" lvl="0" marL="0" rtl="0" algn="ctr">
              <a:lnSpc>
                <a:spcPct val="115000"/>
              </a:lnSpc>
              <a:spcBef>
                <a:spcPts val="1200"/>
              </a:spcBef>
              <a:spcAft>
                <a:spcPts val="0"/>
              </a:spcAft>
              <a:buSzPts val="1100"/>
              <a:buNone/>
            </a:pPr>
            <a:r>
              <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pic>
        <p:nvPicPr>
          <p:cNvPr id="331" name="Google Shape;331;gf43f1e1f0c_0_46"/>
          <p:cNvPicPr preferRelativeResize="0"/>
          <p:nvPr/>
        </p:nvPicPr>
        <p:blipFill>
          <a:blip r:embed="rId3">
            <a:alphaModFix/>
          </a:blip>
          <a:stretch>
            <a:fillRect/>
          </a:stretch>
        </p:blipFill>
        <p:spPr>
          <a:xfrm>
            <a:off x="1559124" y="3349450"/>
            <a:ext cx="3279025" cy="333437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f43f1e1f0c_0_112"/>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Formato de datos JSON</a:t>
            </a:r>
            <a:endParaRPr/>
          </a:p>
          <a:p>
            <a:pPr indent="0" lvl="0" marL="0" rtl="0" algn="l">
              <a:spcBef>
                <a:spcPts val="400"/>
              </a:spcBef>
              <a:spcAft>
                <a:spcPts val="0"/>
              </a:spcAft>
              <a:buNone/>
            </a:pPr>
            <a:r>
              <a:t/>
            </a:r>
            <a:endParaRPr/>
          </a:p>
        </p:txBody>
      </p:sp>
      <p:sp>
        <p:nvSpPr>
          <p:cNvPr id="337" name="Google Shape;337;gf43f1e1f0c_0_112"/>
          <p:cNvSpPr/>
          <p:nvPr/>
        </p:nvSpPr>
        <p:spPr>
          <a:xfrm>
            <a:off x="294125" y="1190350"/>
            <a:ext cx="8555100" cy="42510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l">
              <a:lnSpc>
                <a:spcPct val="115000"/>
              </a:lnSpc>
              <a:spcBef>
                <a:spcPts val="1200"/>
              </a:spcBef>
              <a:spcAft>
                <a:spcPts val="0"/>
              </a:spcAft>
              <a:buSzPts val="1100"/>
              <a:buNone/>
            </a:pPr>
            <a:r>
              <a:rPr lang="es-ES" sz="1800">
                <a:solidFill>
                  <a:schemeClr val="dk1"/>
                </a:solidFill>
              </a:rPr>
              <a:t>El siguiente ejemplo muestra el resultado parcial de ejecutar el comando </a:t>
            </a:r>
            <a:r>
              <a:rPr b="1" lang="es-ES" sz="1800">
                <a:solidFill>
                  <a:schemeClr val="dk1"/>
                </a:solidFill>
              </a:rPr>
              <a:t>show interface GigabitEthernet0/0/0</a:t>
            </a:r>
            <a:r>
              <a:rPr lang="es-ES" sz="1800">
                <a:solidFill>
                  <a:schemeClr val="dk1"/>
                </a:solidFill>
              </a:rPr>
              <a:t> en el router.</a:t>
            </a:r>
            <a:endParaRPr sz="1800">
              <a:solidFill>
                <a:schemeClr val="dk1"/>
              </a:solidFill>
            </a:endParaRPr>
          </a:p>
          <a:p>
            <a:pPr indent="0" lvl="0" marL="0" rtl="0" algn="ctr">
              <a:lnSpc>
                <a:spcPct val="115000"/>
              </a:lnSpc>
              <a:spcBef>
                <a:spcPts val="1200"/>
              </a:spcBef>
              <a:spcAft>
                <a:spcPts val="0"/>
              </a:spcAft>
              <a:buSzPts val="1100"/>
              <a:buNone/>
            </a:pPr>
            <a:r>
              <a:t/>
            </a:r>
            <a:endParaRPr sz="1800">
              <a:solidFill>
                <a:schemeClr val="dk1"/>
              </a:solidFill>
            </a:endParaRPr>
          </a:p>
          <a:p>
            <a:pPr indent="0" lvl="0" marL="0" rtl="0" algn="ctr">
              <a:lnSpc>
                <a:spcPct val="115000"/>
              </a:lnSpc>
              <a:spcBef>
                <a:spcPts val="1200"/>
              </a:spcBef>
              <a:spcAft>
                <a:spcPts val="0"/>
              </a:spcAft>
              <a:buSzPts val="1100"/>
              <a:buNone/>
            </a:pPr>
            <a:r>
              <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pic>
        <p:nvPicPr>
          <p:cNvPr id="338" name="Google Shape;338;gf43f1e1f0c_0_112"/>
          <p:cNvPicPr preferRelativeResize="0"/>
          <p:nvPr/>
        </p:nvPicPr>
        <p:blipFill>
          <a:blip r:embed="rId3">
            <a:alphaModFix/>
          </a:blip>
          <a:stretch>
            <a:fillRect/>
          </a:stretch>
        </p:blipFill>
        <p:spPr>
          <a:xfrm>
            <a:off x="152075" y="2534850"/>
            <a:ext cx="8839201" cy="870289"/>
          </a:xfrm>
          <a:prstGeom prst="rect">
            <a:avLst/>
          </a:prstGeom>
          <a:noFill/>
          <a:ln>
            <a:noFill/>
          </a:ln>
        </p:spPr>
      </p:pic>
      <p:sp>
        <p:nvSpPr>
          <p:cNvPr id="339" name="Google Shape;339;gf43f1e1f0c_0_112"/>
          <p:cNvSpPr/>
          <p:nvPr/>
        </p:nvSpPr>
        <p:spPr>
          <a:xfrm>
            <a:off x="294450" y="3857350"/>
            <a:ext cx="8555100" cy="42510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l">
              <a:lnSpc>
                <a:spcPct val="115000"/>
              </a:lnSpc>
              <a:spcBef>
                <a:spcPts val="1200"/>
              </a:spcBef>
              <a:spcAft>
                <a:spcPts val="0"/>
              </a:spcAft>
              <a:buSzPts val="1100"/>
              <a:buNone/>
            </a:pPr>
            <a:r>
              <a:rPr lang="es-ES" sz="1800">
                <a:solidFill>
                  <a:schemeClr val="dk1"/>
                </a:solidFill>
              </a:rPr>
              <a:t>De qué forma se puede estructurar esta información para ser enviada a través de Internet?</a:t>
            </a:r>
            <a:endParaRPr sz="1800">
              <a:solidFill>
                <a:schemeClr val="dk1"/>
              </a:solidFill>
            </a:endParaRPr>
          </a:p>
          <a:p>
            <a:pPr indent="0" lvl="0" marL="0" rtl="0" algn="ctr">
              <a:lnSpc>
                <a:spcPct val="115000"/>
              </a:lnSpc>
              <a:spcBef>
                <a:spcPts val="1200"/>
              </a:spcBef>
              <a:spcAft>
                <a:spcPts val="0"/>
              </a:spcAft>
              <a:buSzPts val="1100"/>
              <a:buNone/>
            </a:pPr>
            <a:r>
              <a:t/>
            </a:r>
            <a:endParaRPr sz="1800">
              <a:solidFill>
                <a:schemeClr val="dk1"/>
              </a:solidFill>
            </a:endParaRPr>
          </a:p>
          <a:p>
            <a:pPr indent="0" lvl="0" marL="0" rtl="0" algn="ctr">
              <a:lnSpc>
                <a:spcPct val="115000"/>
              </a:lnSpc>
              <a:spcBef>
                <a:spcPts val="1200"/>
              </a:spcBef>
              <a:spcAft>
                <a:spcPts val="0"/>
              </a:spcAft>
              <a:buSzPts val="1100"/>
              <a:buNone/>
            </a:pPr>
            <a:r>
              <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f43f1e1f0c_0_121"/>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Formato de datos JSON</a:t>
            </a:r>
            <a:endParaRPr/>
          </a:p>
          <a:p>
            <a:pPr indent="0" lvl="0" marL="0" rtl="0" algn="l">
              <a:spcBef>
                <a:spcPts val="400"/>
              </a:spcBef>
              <a:spcAft>
                <a:spcPts val="0"/>
              </a:spcAft>
              <a:buNone/>
            </a:pPr>
            <a:r>
              <a:t/>
            </a:r>
            <a:endParaRPr/>
          </a:p>
        </p:txBody>
      </p:sp>
      <p:sp>
        <p:nvSpPr>
          <p:cNvPr id="345" name="Google Shape;345;gf43f1e1f0c_0_121"/>
          <p:cNvSpPr/>
          <p:nvPr/>
        </p:nvSpPr>
        <p:spPr>
          <a:xfrm>
            <a:off x="294125" y="1190350"/>
            <a:ext cx="8555100" cy="4251000"/>
          </a:xfrm>
          <a:prstGeom prst="rect">
            <a:avLst/>
          </a:prstGeom>
          <a:noFill/>
          <a:ln>
            <a:noFill/>
          </a:ln>
        </p:spPr>
        <p:txBody>
          <a:bodyPr anchorCtr="0" anchor="t" bIns="45000" lIns="90000" spcFirstLastPara="1" rIns="90000" wrap="square" tIns="45000">
            <a:noAutofit/>
          </a:bodyPr>
          <a:lstStyle/>
          <a:p>
            <a:pPr indent="0" lvl="0" marL="0" marR="0" rtl="0" algn="just">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just">
              <a:lnSpc>
                <a:spcPct val="115000"/>
              </a:lnSpc>
              <a:spcBef>
                <a:spcPts val="1200"/>
              </a:spcBef>
              <a:spcAft>
                <a:spcPts val="0"/>
              </a:spcAft>
              <a:buSzPts val="1100"/>
              <a:buNone/>
            </a:pPr>
            <a:r>
              <a:rPr lang="es-ES" sz="1800">
                <a:solidFill>
                  <a:schemeClr val="dk1"/>
                </a:solidFill>
              </a:rPr>
              <a:t>Esta misma información puede ser mostrada usando el formato JSON. Nótese que cada objeto (cada par de llave/valor) es una porción de información diferente acerca de las interfaces, incluyendo su nombre, una descripción, y si se encuentra habilitada.</a:t>
            </a:r>
            <a:endParaRPr sz="1800">
              <a:solidFill>
                <a:schemeClr val="dk1"/>
              </a:solidFill>
            </a:endParaRPr>
          </a:p>
          <a:p>
            <a:pPr indent="0" lvl="0" marL="0" rtl="0" algn="just">
              <a:lnSpc>
                <a:spcPct val="115000"/>
              </a:lnSpc>
              <a:spcBef>
                <a:spcPts val="1200"/>
              </a:spcBef>
              <a:spcAft>
                <a:spcPts val="0"/>
              </a:spcAft>
              <a:buSzPts val="1100"/>
              <a:buNone/>
            </a:pPr>
            <a:r>
              <a:t/>
            </a:r>
            <a:endParaRPr sz="1800">
              <a:solidFill>
                <a:schemeClr val="dk1"/>
              </a:solidFill>
            </a:endParaRPr>
          </a:p>
          <a:p>
            <a:pPr indent="0" lvl="0" marL="0" rtl="0" algn="just">
              <a:lnSpc>
                <a:spcPct val="115000"/>
              </a:lnSpc>
              <a:spcBef>
                <a:spcPts val="1200"/>
              </a:spcBef>
              <a:spcAft>
                <a:spcPts val="0"/>
              </a:spcAft>
              <a:buSzPts val="1100"/>
              <a:buNone/>
            </a:pPr>
            <a:r>
              <a:t/>
            </a:r>
            <a:endParaRPr sz="1800">
              <a:solidFill>
                <a:schemeClr val="dk1"/>
              </a:solidFill>
            </a:endParaRPr>
          </a:p>
          <a:p>
            <a:pPr indent="0" lvl="0" marL="0" rtl="0" algn="just">
              <a:lnSpc>
                <a:spcPct val="115000"/>
              </a:lnSpc>
              <a:spcBef>
                <a:spcPts val="1200"/>
              </a:spcBef>
              <a:spcAft>
                <a:spcPts val="0"/>
              </a:spcAft>
              <a:buSzPts val="1100"/>
              <a:buNone/>
            </a:pPr>
            <a:r>
              <a:t/>
            </a:r>
            <a:endParaRPr sz="1800">
              <a:solidFill>
                <a:schemeClr val="dk1"/>
              </a:solidFill>
            </a:endParaRPr>
          </a:p>
          <a:p>
            <a:pPr indent="0" lvl="0" marL="0" marR="0" rtl="0" algn="just">
              <a:lnSpc>
                <a:spcPct val="90000"/>
              </a:lnSpc>
              <a:spcBef>
                <a:spcPts val="1200"/>
              </a:spcBef>
              <a:spcAft>
                <a:spcPts val="0"/>
              </a:spcAft>
              <a:buNone/>
            </a:pPr>
            <a:r>
              <a:t/>
            </a:r>
            <a:endParaRPr sz="1800">
              <a:solidFill>
                <a:schemeClr val="dk1"/>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pic>
        <p:nvPicPr>
          <p:cNvPr id="346" name="Google Shape;346;gf43f1e1f0c_0_121"/>
          <p:cNvPicPr preferRelativeResize="0"/>
          <p:nvPr/>
        </p:nvPicPr>
        <p:blipFill>
          <a:blip r:embed="rId3">
            <a:alphaModFix/>
          </a:blip>
          <a:stretch>
            <a:fillRect/>
          </a:stretch>
        </p:blipFill>
        <p:spPr>
          <a:xfrm>
            <a:off x="519525" y="2969500"/>
            <a:ext cx="8257348" cy="31758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f43f1e1f0c_0_136"/>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Reglas de sintaxis JSON</a:t>
            </a:r>
            <a:endParaRPr/>
          </a:p>
          <a:p>
            <a:pPr indent="0" lvl="0" marL="0" rtl="0" algn="l">
              <a:spcBef>
                <a:spcPts val="400"/>
              </a:spcBef>
              <a:spcAft>
                <a:spcPts val="0"/>
              </a:spcAft>
              <a:buNone/>
            </a:pPr>
            <a:r>
              <a:t/>
            </a:r>
            <a:endParaRPr/>
          </a:p>
        </p:txBody>
      </p:sp>
      <p:sp>
        <p:nvSpPr>
          <p:cNvPr id="352" name="Google Shape;352;gf43f1e1f0c_0_136"/>
          <p:cNvSpPr/>
          <p:nvPr/>
        </p:nvSpPr>
        <p:spPr>
          <a:xfrm>
            <a:off x="294125" y="1190350"/>
            <a:ext cx="8555100" cy="4251000"/>
          </a:xfrm>
          <a:prstGeom prst="rect">
            <a:avLst/>
          </a:prstGeom>
          <a:noFill/>
          <a:ln>
            <a:noFill/>
          </a:ln>
        </p:spPr>
        <p:txBody>
          <a:bodyPr anchorCtr="0" anchor="t" bIns="45000" lIns="90000" spcFirstLastPara="1" rIns="90000" wrap="square" tIns="45000">
            <a:noAutofit/>
          </a:bodyPr>
          <a:lstStyle/>
          <a:p>
            <a:pPr indent="0" lvl="0" marL="0" marR="0" rtl="0" algn="just">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just">
              <a:lnSpc>
                <a:spcPct val="115000"/>
              </a:lnSpc>
              <a:spcBef>
                <a:spcPts val="1200"/>
              </a:spcBef>
              <a:spcAft>
                <a:spcPts val="0"/>
              </a:spcAft>
              <a:buSzPts val="1100"/>
              <a:buNone/>
            </a:pPr>
            <a:r>
              <a:rPr lang="es-ES" sz="1800">
                <a:solidFill>
                  <a:schemeClr val="dk1"/>
                </a:solidFill>
              </a:rPr>
              <a:t>Veamos un ejemplo de uso para el formato JSON</a:t>
            </a:r>
            <a:endParaRPr sz="1800">
              <a:solidFill>
                <a:schemeClr val="dk1"/>
              </a:solidFill>
            </a:endParaRPr>
          </a:p>
          <a:p>
            <a:pPr indent="0" lvl="0" marL="0" rtl="0" algn="just">
              <a:lnSpc>
                <a:spcPct val="115000"/>
              </a:lnSpc>
              <a:spcBef>
                <a:spcPts val="1200"/>
              </a:spcBef>
              <a:spcAft>
                <a:spcPts val="0"/>
              </a:spcAft>
              <a:buSzPts val="1100"/>
              <a:buNone/>
            </a:pPr>
            <a:r>
              <a:t/>
            </a:r>
            <a:endParaRPr sz="1800">
              <a:solidFill>
                <a:schemeClr val="dk1"/>
              </a:solidFill>
            </a:endParaRPr>
          </a:p>
          <a:p>
            <a:pPr indent="0" lvl="0" marL="0" rtl="0" algn="just">
              <a:lnSpc>
                <a:spcPct val="115000"/>
              </a:lnSpc>
              <a:spcBef>
                <a:spcPts val="1200"/>
              </a:spcBef>
              <a:spcAft>
                <a:spcPts val="0"/>
              </a:spcAft>
              <a:buSzPts val="1100"/>
              <a:buNone/>
            </a:pPr>
            <a:r>
              <a:t/>
            </a:r>
            <a:endParaRPr sz="1800">
              <a:solidFill>
                <a:schemeClr val="dk1"/>
              </a:solidFill>
            </a:endParaRPr>
          </a:p>
          <a:p>
            <a:pPr indent="0" lvl="0" marL="0" rtl="0" algn="just">
              <a:lnSpc>
                <a:spcPct val="115000"/>
              </a:lnSpc>
              <a:spcBef>
                <a:spcPts val="1200"/>
              </a:spcBef>
              <a:spcAft>
                <a:spcPts val="0"/>
              </a:spcAft>
              <a:buSzPts val="1100"/>
              <a:buNone/>
            </a:pPr>
            <a:r>
              <a:t/>
            </a:r>
            <a:endParaRPr sz="1800">
              <a:solidFill>
                <a:schemeClr val="dk1"/>
              </a:solidFill>
            </a:endParaRPr>
          </a:p>
          <a:p>
            <a:pPr indent="0" lvl="0" marL="0" marR="0" rtl="0" algn="just">
              <a:lnSpc>
                <a:spcPct val="90000"/>
              </a:lnSpc>
              <a:spcBef>
                <a:spcPts val="1200"/>
              </a:spcBef>
              <a:spcAft>
                <a:spcPts val="0"/>
              </a:spcAft>
              <a:buNone/>
            </a:pPr>
            <a:r>
              <a:t/>
            </a:r>
            <a:endParaRPr sz="1800">
              <a:solidFill>
                <a:schemeClr val="dk1"/>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pic>
        <p:nvPicPr>
          <p:cNvPr descr="REDES SOCIALES:&#10;►Síguenos en FACEBOOK: https://www.facebook.com/CodigoMentor/" id="353" name="Google Shape;353;gf43f1e1f0c_0_136" title="Curso de JSON 1 - ¿Qué es JSON? | Tutorial Introducción a JSON">
            <a:hlinkClick r:id="rId3"/>
          </p:cNvPr>
          <p:cNvPicPr preferRelativeResize="0"/>
          <p:nvPr/>
        </p:nvPicPr>
        <p:blipFill>
          <a:blip r:embed="rId4">
            <a:alphaModFix/>
          </a:blip>
          <a:stretch>
            <a:fillRect/>
          </a:stretch>
        </p:blipFill>
        <p:spPr>
          <a:xfrm>
            <a:off x="2035300" y="2128175"/>
            <a:ext cx="5164900" cy="3873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gf43f1e1f0c_0_130"/>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Reglas de sintaxis</a:t>
            </a:r>
            <a:r>
              <a:rPr lang="es-ES"/>
              <a:t> JSON</a:t>
            </a:r>
            <a:endParaRPr/>
          </a:p>
          <a:p>
            <a:pPr indent="0" lvl="0" marL="0" rtl="0" algn="l">
              <a:spcBef>
                <a:spcPts val="400"/>
              </a:spcBef>
              <a:spcAft>
                <a:spcPts val="0"/>
              </a:spcAft>
              <a:buNone/>
            </a:pPr>
            <a:r>
              <a:t/>
            </a:r>
            <a:endParaRPr/>
          </a:p>
        </p:txBody>
      </p:sp>
      <p:sp>
        <p:nvSpPr>
          <p:cNvPr id="359" name="Google Shape;359;gf43f1e1f0c_0_130"/>
          <p:cNvSpPr/>
          <p:nvPr/>
        </p:nvSpPr>
        <p:spPr>
          <a:xfrm>
            <a:off x="294125" y="1190350"/>
            <a:ext cx="8555100" cy="2525400"/>
          </a:xfrm>
          <a:prstGeom prst="rect">
            <a:avLst/>
          </a:prstGeom>
          <a:noFill/>
          <a:ln>
            <a:noFill/>
          </a:ln>
        </p:spPr>
        <p:txBody>
          <a:bodyPr anchorCtr="0" anchor="t" bIns="45000" lIns="90000" spcFirstLastPara="1" rIns="90000" wrap="square" tIns="45000">
            <a:noAutofit/>
          </a:bodyPr>
          <a:lstStyle/>
          <a:p>
            <a:pPr indent="0" lvl="0" marL="0" marR="0" rtl="0" algn="just">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l">
              <a:lnSpc>
                <a:spcPct val="115000"/>
              </a:lnSpc>
              <a:spcBef>
                <a:spcPts val="1200"/>
              </a:spcBef>
              <a:spcAft>
                <a:spcPts val="0"/>
              </a:spcAft>
              <a:buSzPts val="1100"/>
              <a:buNone/>
            </a:pPr>
            <a:r>
              <a:rPr lang="es-ES" sz="1800">
                <a:solidFill>
                  <a:schemeClr val="dk1"/>
                </a:solidFill>
              </a:rPr>
              <a:t>Estas son algunas de las características de el formato JSON:</a:t>
            </a:r>
            <a:endParaRPr sz="1800">
              <a:solidFill>
                <a:schemeClr val="dk1"/>
              </a:solidFill>
            </a:endParaRPr>
          </a:p>
          <a:p>
            <a:pPr indent="-298450" lvl="0" marL="457200" rtl="0" algn="l">
              <a:lnSpc>
                <a:spcPct val="115000"/>
              </a:lnSpc>
              <a:spcBef>
                <a:spcPts val="1200"/>
              </a:spcBef>
              <a:spcAft>
                <a:spcPts val="0"/>
              </a:spcAft>
              <a:buClr>
                <a:schemeClr val="dk1"/>
              </a:buClr>
              <a:buSzPts val="1100"/>
              <a:buChar char="●"/>
            </a:pPr>
            <a:r>
              <a:rPr lang="es-ES" sz="1800">
                <a:solidFill>
                  <a:schemeClr val="dk1"/>
                </a:solidFill>
              </a:rPr>
              <a:t>JSON utiliza una estructura jerárquica y contiene valores anidados.</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Utiliza llaves { } para almacenar objetos y corchetes [ ] para almacenar vectores.</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Su información está escrita en pares llave/valor (key/value).</a:t>
            </a:r>
            <a:endParaRPr sz="1800">
              <a:solidFill>
                <a:schemeClr val="dk1"/>
              </a:solidFill>
            </a:endParaRPr>
          </a:p>
          <a:p>
            <a:pPr indent="0" lvl="0" marL="0" rtl="0" algn="just">
              <a:lnSpc>
                <a:spcPct val="115000"/>
              </a:lnSpc>
              <a:spcBef>
                <a:spcPts val="1200"/>
              </a:spcBef>
              <a:spcAft>
                <a:spcPts val="0"/>
              </a:spcAft>
              <a:buSzPts val="1100"/>
              <a:buNone/>
            </a:pPr>
            <a:r>
              <a:t/>
            </a:r>
            <a:endParaRPr sz="1800">
              <a:solidFill>
                <a:schemeClr val="dk1"/>
              </a:solidFill>
            </a:endParaRPr>
          </a:p>
          <a:p>
            <a:pPr indent="0" lvl="0" marL="0" rtl="0" algn="just">
              <a:lnSpc>
                <a:spcPct val="115000"/>
              </a:lnSpc>
              <a:spcBef>
                <a:spcPts val="1200"/>
              </a:spcBef>
              <a:spcAft>
                <a:spcPts val="0"/>
              </a:spcAft>
              <a:buSzPts val="1100"/>
              <a:buNone/>
            </a:pPr>
            <a:r>
              <a:t/>
            </a:r>
            <a:endParaRPr sz="1800">
              <a:solidFill>
                <a:schemeClr val="dk1"/>
              </a:solidFill>
            </a:endParaRPr>
          </a:p>
          <a:p>
            <a:pPr indent="0" lvl="0" marL="0" rtl="0" algn="just">
              <a:lnSpc>
                <a:spcPct val="115000"/>
              </a:lnSpc>
              <a:spcBef>
                <a:spcPts val="1200"/>
              </a:spcBef>
              <a:spcAft>
                <a:spcPts val="0"/>
              </a:spcAft>
              <a:buSzPts val="1100"/>
              <a:buNone/>
            </a:pPr>
            <a:r>
              <a:t/>
            </a:r>
            <a:endParaRPr sz="1800">
              <a:solidFill>
                <a:schemeClr val="dk1"/>
              </a:solidFill>
            </a:endParaRPr>
          </a:p>
          <a:p>
            <a:pPr indent="0" lvl="0" marL="0" rtl="0" algn="just">
              <a:lnSpc>
                <a:spcPct val="115000"/>
              </a:lnSpc>
              <a:spcBef>
                <a:spcPts val="1200"/>
              </a:spcBef>
              <a:spcAft>
                <a:spcPts val="0"/>
              </a:spcAft>
              <a:buSzPts val="1100"/>
              <a:buNone/>
            </a:pPr>
            <a:r>
              <a:t/>
            </a:r>
            <a:endParaRPr sz="1800">
              <a:solidFill>
                <a:schemeClr val="dk1"/>
              </a:solidFill>
            </a:endParaRPr>
          </a:p>
          <a:p>
            <a:pPr indent="0" lvl="0" marL="0" marR="0" rtl="0" algn="just">
              <a:lnSpc>
                <a:spcPct val="90000"/>
              </a:lnSpc>
              <a:spcBef>
                <a:spcPts val="1200"/>
              </a:spcBef>
              <a:spcAft>
                <a:spcPts val="0"/>
              </a:spcAft>
              <a:buNone/>
            </a:pPr>
            <a:r>
              <a:t/>
            </a:r>
            <a:endParaRPr sz="1800">
              <a:solidFill>
                <a:schemeClr val="dk1"/>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pic>
        <p:nvPicPr>
          <p:cNvPr id="360" name="Google Shape;360;gf43f1e1f0c_0_130"/>
          <p:cNvPicPr preferRelativeResize="0"/>
          <p:nvPr/>
        </p:nvPicPr>
        <p:blipFill>
          <a:blip r:embed="rId3">
            <a:alphaModFix/>
          </a:blip>
          <a:stretch>
            <a:fillRect/>
          </a:stretch>
        </p:blipFill>
        <p:spPr>
          <a:xfrm>
            <a:off x="3006775" y="3443625"/>
            <a:ext cx="3129794" cy="28374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gf43f1e1f0c_0_74"/>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Reglas de sintaxis JSON</a:t>
            </a:r>
            <a:endParaRPr/>
          </a:p>
          <a:p>
            <a:pPr indent="0" lvl="0" marL="0" rtl="0" algn="l">
              <a:spcBef>
                <a:spcPts val="400"/>
              </a:spcBef>
              <a:spcAft>
                <a:spcPts val="0"/>
              </a:spcAft>
              <a:buNone/>
            </a:pPr>
            <a:r>
              <a:t/>
            </a:r>
            <a:endParaRPr/>
          </a:p>
        </p:txBody>
      </p:sp>
      <p:sp>
        <p:nvSpPr>
          <p:cNvPr id="366" name="Google Shape;366;gf43f1e1f0c_0_74"/>
          <p:cNvSpPr/>
          <p:nvPr/>
        </p:nvSpPr>
        <p:spPr>
          <a:xfrm>
            <a:off x="294125" y="1190350"/>
            <a:ext cx="8555100" cy="42510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l">
              <a:lnSpc>
                <a:spcPct val="115000"/>
              </a:lnSpc>
              <a:spcBef>
                <a:spcPts val="1200"/>
              </a:spcBef>
              <a:spcAft>
                <a:spcPts val="0"/>
              </a:spcAft>
              <a:buSzPts val="1100"/>
              <a:buNone/>
            </a:pPr>
            <a:r>
              <a:rPr lang="es-ES" sz="1800">
                <a:solidFill>
                  <a:schemeClr val="dk1"/>
                </a:solidFill>
              </a:rPr>
              <a:t>En JSON, la información conocida como objetos consiste en uno o mas pares de llaves/valores (key/value) contenidos dentro de llaves { }. La sintaxis de un objecto JSON incluye:</a:t>
            </a:r>
            <a:endParaRPr sz="1800">
              <a:solidFill>
                <a:schemeClr val="dk1"/>
              </a:solidFill>
            </a:endParaRPr>
          </a:p>
          <a:p>
            <a:pPr indent="-298450" lvl="0" marL="457200" rtl="0" algn="l">
              <a:lnSpc>
                <a:spcPct val="115000"/>
              </a:lnSpc>
              <a:spcBef>
                <a:spcPts val="1200"/>
              </a:spcBef>
              <a:spcAft>
                <a:spcPts val="0"/>
              </a:spcAft>
              <a:buClr>
                <a:schemeClr val="dk1"/>
              </a:buClr>
              <a:buSzPts val="1100"/>
              <a:buChar char="●"/>
            </a:pPr>
            <a:r>
              <a:rPr lang="es-ES" sz="1800">
                <a:solidFill>
                  <a:schemeClr val="dk1"/>
                </a:solidFill>
              </a:rPr>
              <a:t>Las llaves deben ser cadenas de caracteres contenidas dentro de comillas " ".</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Los valores deben ser un tipo de información válida (cadena de caracteres, números, vectores, valores booleanos, carácter nulo, u otro objecto).</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Las llaves y los valores son separados por dos puntos ( :).</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Múltiples pares de llaves/valores dentro de un objeto se separan mediante comas.</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El espacio en blanco no tiene relevancia.</a:t>
            </a:r>
            <a:endParaRPr sz="1800">
              <a:solidFill>
                <a:schemeClr val="dk1"/>
              </a:solidFill>
            </a:endParaRPr>
          </a:p>
          <a:p>
            <a:pPr indent="0" lvl="0" marL="0" rtl="0" algn="ctr">
              <a:lnSpc>
                <a:spcPct val="115000"/>
              </a:lnSpc>
              <a:spcBef>
                <a:spcPts val="1200"/>
              </a:spcBef>
              <a:spcAft>
                <a:spcPts val="0"/>
              </a:spcAft>
              <a:buSzPts val="1100"/>
              <a:buNone/>
            </a:pPr>
            <a:r>
              <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f43f1e1f0c_0_146"/>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Reglas de sintaxis JSON</a:t>
            </a:r>
            <a:endParaRPr/>
          </a:p>
          <a:p>
            <a:pPr indent="0" lvl="0" marL="0" rtl="0" algn="l">
              <a:spcBef>
                <a:spcPts val="400"/>
              </a:spcBef>
              <a:spcAft>
                <a:spcPts val="0"/>
              </a:spcAft>
              <a:buNone/>
            </a:pPr>
            <a:r>
              <a:t/>
            </a:r>
            <a:endParaRPr/>
          </a:p>
        </p:txBody>
      </p:sp>
      <p:sp>
        <p:nvSpPr>
          <p:cNvPr id="372" name="Google Shape;372;gf43f1e1f0c_0_146"/>
          <p:cNvSpPr/>
          <p:nvPr/>
        </p:nvSpPr>
        <p:spPr>
          <a:xfrm>
            <a:off x="294125" y="1190350"/>
            <a:ext cx="8555100" cy="42510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l">
              <a:lnSpc>
                <a:spcPct val="115000"/>
              </a:lnSpc>
              <a:spcBef>
                <a:spcPts val="1200"/>
              </a:spcBef>
              <a:spcAft>
                <a:spcPts val="0"/>
              </a:spcAft>
              <a:buNone/>
            </a:pPr>
            <a:r>
              <a:rPr lang="es-ES" sz="1800">
                <a:solidFill>
                  <a:schemeClr val="dk1"/>
                </a:solidFill>
              </a:rPr>
              <a:t>En ocasiones una llave puede tener mas de un valor. Esto es conocido como un vector. Un vector en JSON es una lista ordenada de valores. Las características de un vector en JSON incluyen:</a:t>
            </a:r>
            <a:endParaRPr sz="1800">
              <a:solidFill>
                <a:schemeClr val="dk1"/>
              </a:solidFill>
            </a:endParaRPr>
          </a:p>
          <a:p>
            <a:pPr indent="-298450" lvl="0" marL="457200" rtl="0" algn="l">
              <a:lnSpc>
                <a:spcPct val="115000"/>
              </a:lnSpc>
              <a:spcBef>
                <a:spcPts val="1200"/>
              </a:spcBef>
              <a:spcAft>
                <a:spcPts val="0"/>
              </a:spcAft>
              <a:buClr>
                <a:schemeClr val="dk1"/>
              </a:buClr>
              <a:buSzPts val="1100"/>
              <a:buChar char="●"/>
            </a:pPr>
            <a:r>
              <a:rPr lang="es-ES" sz="1800">
                <a:solidFill>
                  <a:schemeClr val="dk1"/>
                </a:solidFill>
              </a:rPr>
              <a:t>La llave debe ser seguida por dos puntos (:) y una lista de valores contenidos dentro de corchetes  [ ].</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Un vector en JSON es una lista ordenada de valores.</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Un vector puede almacenar diferentes tipos de valores como caracteres, números, valores booleanos, objetos u otro vector.</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Cada valor dentro del vector es separado por una coma.</a:t>
            </a:r>
            <a:endParaRPr sz="1800">
              <a:solidFill>
                <a:schemeClr val="dk1"/>
              </a:solidFill>
            </a:endParaRPr>
          </a:p>
          <a:p>
            <a:pPr indent="0" lvl="0" marL="457200" rtl="0" algn="l">
              <a:lnSpc>
                <a:spcPct val="115000"/>
              </a:lnSpc>
              <a:spcBef>
                <a:spcPts val="1200"/>
              </a:spcBef>
              <a:spcAft>
                <a:spcPts val="0"/>
              </a:spcAft>
              <a:buNone/>
            </a:pPr>
            <a:r>
              <a:t/>
            </a:r>
            <a:endParaRPr sz="1800">
              <a:solidFill>
                <a:schemeClr val="dk1"/>
              </a:solidFill>
            </a:endParaRPr>
          </a:p>
          <a:p>
            <a:pPr indent="0" lvl="0" marL="0" rtl="0" algn="ctr">
              <a:lnSpc>
                <a:spcPct val="115000"/>
              </a:lnSpc>
              <a:spcBef>
                <a:spcPts val="1200"/>
              </a:spcBef>
              <a:spcAft>
                <a:spcPts val="0"/>
              </a:spcAft>
              <a:buSzPts val="1100"/>
              <a:buNone/>
            </a:pPr>
            <a:r>
              <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f43f1e1f0c_0_152"/>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Reglas de sintaxis JSON</a:t>
            </a:r>
            <a:endParaRPr/>
          </a:p>
          <a:p>
            <a:pPr indent="0" lvl="0" marL="0" rtl="0" algn="l">
              <a:spcBef>
                <a:spcPts val="400"/>
              </a:spcBef>
              <a:spcAft>
                <a:spcPts val="0"/>
              </a:spcAft>
              <a:buNone/>
            </a:pPr>
            <a:r>
              <a:t/>
            </a:r>
            <a:endParaRPr/>
          </a:p>
        </p:txBody>
      </p:sp>
      <p:sp>
        <p:nvSpPr>
          <p:cNvPr id="378" name="Google Shape;378;gf43f1e1f0c_0_152"/>
          <p:cNvSpPr/>
          <p:nvPr/>
        </p:nvSpPr>
        <p:spPr>
          <a:xfrm>
            <a:off x="294125" y="1190350"/>
            <a:ext cx="8555100" cy="4251000"/>
          </a:xfrm>
          <a:prstGeom prst="rect">
            <a:avLst/>
          </a:prstGeom>
          <a:noFill/>
          <a:ln>
            <a:noFill/>
          </a:ln>
        </p:spPr>
        <p:txBody>
          <a:bodyPr anchorCtr="0" anchor="t" bIns="45000" lIns="90000" spcFirstLastPara="1" rIns="90000" wrap="square" tIns="45000">
            <a:noAutofit/>
          </a:bodyPr>
          <a:lstStyle/>
          <a:p>
            <a:pPr indent="0" lvl="0" marL="0" marR="0" rtl="0" algn="just">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just">
              <a:lnSpc>
                <a:spcPct val="115000"/>
              </a:lnSpc>
              <a:spcBef>
                <a:spcPts val="1200"/>
              </a:spcBef>
              <a:spcAft>
                <a:spcPts val="0"/>
              </a:spcAft>
              <a:buNone/>
            </a:pPr>
            <a:r>
              <a:rPr lang="es-ES" sz="1800">
                <a:solidFill>
                  <a:schemeClr val="dk1"/>
                </a:solidFill>
              </a:rPr>
              <a:t>Por ejemplo, una lista de direcciones IPv4 podría verse de la siguiente manera. La llave es “addresses”. Cada entrada de la lista es un objeto independiente, separado por llaves { }. Los objetos son dos pares de llaves/valores: una dirección IPv4 ("ip") y una máscara de red ("netmask") separados por una coma. El vector es una lista separada por una coma seguido de una llave de cierre</a:t>
            </a:r>
            <a:endParaRPr sz="1800">
              <a:solidFill>
                <a:schemeClr val="dk1"/>
              </a:solidFill>
            </a:endParaRPr>
          </a:p>
          <a:p>
            <a:pPr indent="0" lvl="0" marL="457200" rtl="0" algn="just">
              <a:lnSpc>
                <a:spcPct val="115000"/>
              </a:lnSpc>
              <a:spcBef>
                <a:spcPts val="1200"/>
              </a:spcBef>
              <a:spcAft>
                <a:spcPts val="0"/>
              </a:spcAft>
              <a:buNone/>
            </a:pPr>
            <a:r>
              <a:t/>
            </a:r>
            <a:endParaRPr sz="1800">
              <a:solidFill>
                <a:schemeClr val="dk1"/>
              </a:solidFill>
            </a:endParaRPr>
          </a:p>
          <a:p>
            <a:pPr indent="0" lvl="0" marL="0" rtl="0" algn="just">
              <a:lnSpc>
                <a:spcPct val="115000"/>
              </a:lnSpc>
              <a:spcBef>
                <a:spcPts val="1200"/>
              </a:spcBef>
              <a:spcAft>
                <a:spcPts val="0"/>
              </a:spcAft>
              <a:buSzPts val="1100"/>
              <a:buNone/>
            </a:pPr>
            <a:r>
              <a:t/>
            </a:r>
            <a:endParaRPr sz="1800">
              <a:solidFill>
                <a:schemeClr val="dk1"/>
              </a:solidFill>
            </a:endParaRPr>
          </a:p>
          <a:p>
            <a:pPr indent="0" lvl="0" marL="0" marR="0" rtl="0" algn="just">
              <a:lnSpc>
                <a:spcPct val="90000"/>
              </a:lnSpc>
              <a:spcBef>
                <a:spcPts val="1200"/>
              </a:spcBef>
              <a:spcAft>
                <a:spcPts val="0"/>
              </a:spcAft>
              <a:buNone/>
            </a:pPr>
            <a:r>
              <a:t/>
            </a:r>
            <a:endParaRPr sz="1800">
              <a:solidFill>
                <a:schemeClr val="dk1"/>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just">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pic>
        <p:nvPicPr>
          <p:cNvPr id="379" name="Google Shape;379;gf43f1e1f0c_0_152"/>
          <p:cNvPicPr preferRelativeResize="0"/>
          <p:nvPr/>
        </p:nvPicPr>
        <p:blipFill>
          <a:blip r:embed="rId3">
            <a:alphaModFix/>
          </a:blip>
          <a:stretch>
            <a:fillRect/>
          </a:stretch>
        </p:blipFill>
        <p:spPr>
          <a:xfrm>
            <a:off x="1099450" y="3411025"/>
            <a:ext cx="6855875" cy="27976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f43f1e1f0c_0_159"/>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Formato de datos YAML</a:t>
            </a:r>
            <a:endParaRPr/>
          </a:p>
          <a:p>
            <a:pPr indent="0" lvl="0" marL="0" rtl="0" algn="l">
              <a:spcBef>
                <a:spcPts val="400"/>
              </a:spcBef>
              <a:spcAft>
                <a:spcPts val="0"/>
              </a:spcAft>
              <a:buNone/>
            </a:pPr>
            <a:r>
              <a:t/>
            </a:r>
            <a:endParaRPr/>
          </a:p>
        </p:txBody>
      </p:sp>
      <p:sp>
        <p:nvSpPr>
          <p:cNvPr id="385" name="Google Shape;385;gf43f1e1f0c_0_159"/>
          <p:cNvSpPr/>
          <p:nvPr/>
        </p:nvSpPr>
        <p:spPr>
          <a:xfrm>
            <a:off x="294125" y="1571350"/>
            <a:ext cx="8555100" cy="21990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200"/>
              </a:spcBef>
              <a:spcAft>
                <a:spcPts val="0"/>
              </a:spcAft>
              <a:buSzPts val="1100"/>
              <a:buNone/>
            </a:pPr>
            <a:r>
              <a:rPr lang="es-ES" sz="1800">
                <a:solidFill>
                  <a:schemeClr val="dk1"/>
                </a:solidFill>
              </a:rPr>
              <a:t>YAML es otro tipo de formato usado por aplicaciones para almacenar, transferir y leer información, el cual es legible por humanos. Algunas de las características de YAML incluyen:</a:t>
            </a:r>
            <a:endParaRPr sz="1800">
              <a:solidFill>
                <a:schemeClr val="dk1"/>
              </a:solidFill>
            </a:endParaRPr>
          </a:p>
          <a:p>
            <a:pPr indent="-298450" lvl="0" marL="457200" rtl="0" algn="l">
              <a:lnSpc>
                <a:spcPct val="115000"/>
              </a:lnSpc>
              <a:spcBef>
                <a:spcPts val="1200"/>
              </a:spcBef>
              <a:spcAft>
                <a:spcPts val="0"/>
              </a:spcAft>
              <a:buClr>
                <a:schemeClr val="dk1"/>
              </a:buClr>
              <a:buSzPts val="1100"/>
              <a:buChar char="●"/>
            </a:pPr>
            <a:r>
              <a:rPr lang="es-ES" sz="1800">
                <a:solidFill>
                  <a:schemeClr val="dk1"/>
                </a:solidFill>
              </a:rPr>
              <a:t>Es considerado una versión mejorada de JSON.</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Tiene un formato minimalista, lo cual lo hace fácil de leer y escribir.</a:t>
            </a:r>
            <a:endParaRPr sz="1800">
              <a:solidFill>
                <a:schemeClr val="dk1"/>
              </a:solidFill>
            </a:endParaRPr>
          </a:p>
          <a:p>
            <a:pPr indent="-298450" lvl="0" marL="457200" rtl="0" algn="l">
              <a:lnSpc>
                <a:spcPct val="115000"/>
              </a:lnSpc>
              <a:spcBef>
                <a:spcPts val="0"/>
              </a:spcBef>
              <a:spcAft>
                <a:spcPts val="0"/>
              </a:spcAft>
              <a:buClr>
                <a:schemeClr val="dk1"/>
              </a:buClr>
              <a:buSzPts val="1100"/>
              <a:buChar char="●"/>
            </a:pPr>
            <a:r>
              <a:rPr lang="es-ES" sz="1800">
                <a:solidFill>
                  <a:schemeClr val="dk1"/>
                </a:solidFill>
              </a:rPr>
              <a:t>Utilizar la sangría para definir su estructura, sin utilizar corchetes o comas .</a:t>
            </a:r>
            <a:endParaRPr sz="1800">
              <a:solidFill>
                <a:schemeClr val="dk1"/>
              </a:solidFill>
            </a:endParaRPr>
          </a:p>
          <a:p>
            <a:pPr indent="0" lvl="0" marL="0" rtl="0" algn="ctr">
              <a:lnSpc>
                <a:spcPct val="115000"/>
              </a:lnSpc>
              <a:spcBef>
                <a:spcPts val="1200"/>
              </a:spcBef>
              <a:spcAft>
                <a:spcPts val="1200"/>
              </a:spcAft>
              <a:buSzPts val="1100"/>
              <a:buNone/>
            </a:pPr>
            <a:r>
              <a:t/>
            </a:r>
            <a:endParaRPr sz="1800">
              <a:solidFill>
                <a:schemeClr val="dk1"/>
              </a:solidFill>
            </a:endParaRPr>
          </a:p>
        </p:txBody>
      </p:sp>
      <p:pic>
        <p:nvPicPr>
          <p:cNvPr id="386" name="Google Shape;386;gf43f1e1f0c_0_159"/>
          <p:cNvPicPr preferRelativeResize="0"/>
          <p:nvPr/>
        </p:nvPicPr>
        <p:blipFill>
          <a:blip r:embed="rId3">
            <a:alphaModFix/>
          </a:blip>
          <a:stretch>
            <a:fillRect/>
          </a:stretch>
        </p:blipFill>
        <p:spPr>
          <a:xfrm>
            <a:off x="1186525" y="3813900"/>
            <a:ext cx="4281308" cy="2782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f43f1e1f0c_0_167"/>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Formato de datos YAML v/s JSON</a:t>
            </a:r>
            <a:endParaRPr/>
          </a:p>
          <a:p>
            <a:pPr indent="0" lvl="0" marL="0" rtl="0" algn="l">
              <a:spcBef>
                <a:spcPts val="400"/>
              </a:spcBef>
              <a:spcAft>
                <a:spcPts val="0"/>
              </a:spcAft>
              <a:buNone/>
            </a:pPr>
            <a:r>
              <a:t/>
            </a:r>
            <a:endParaRPr/>
          </a:p>
        </p:txBody>
      </p:sp>
      <p:sp>
        <p:nvSpPr>
          <p:cNvPr id="392" name="Google Shape;392;gf43f1e1f0c_0_167"/>
          <p:cNvSpPr/>
          <p:nvPr/>
        </p:nvSpPr>
        <p:spPr>
          <a:xfrm>
            <a:off x="294125" y="1571350"/>
            <a:ext cx="8555100" cy="1719900"/>
          </a:xfrm>
          <a:prstGeom prst="rect">
            <a:avLst/>
          </a:prstGeom>
          <a:noFill/>
          <a:ln>
            <a:noFill/>
          </a:ln>
        </p:spPr>
        <p:txBody>
          <a:bodyPr anchorCtr="0" anchor="t" bIns="45000" lIns="90000" spcFirstLastPara="1" rIns="90000" wrap="square" tIns="45000">
            <a:noAutofit/>
          </a:bodyPr>
          <a:lstStyle/>
          <a:p>
            <a:pPr indent="0" lvl="0" marL="0" rtl="0" algn="just">
              <a:lnSpc>
                <a:spcPct val="115000"/>
              </a:lnSpc>
              <a:spcBef>
                <a:spcPts val="1200"/>
              </a:spcBef>
              <a:spcAft>
                <a:spcPts val="0"/>
              </a:spcAft>
              <a:buSzPts val="1100"/>
              <a:buNone/>
            </a:pPr>
            <a:r>
              <a:rPr lang="es-ES">
                <a:solidFill>
                  <a:schemeClr val="dk1"/>
                </a:solidFill>
              </a:rPr>
              <a:t>La misma información en formato YAML es más fácil de leer. Similar a JSON, un objeto en YAML se compone de uno o </a:t>
            </a:r>
            <a:r>
              <a:rPr lang="es-ES">
                <a:solidFill>
                  <a:schemeClr val="dk1"/>
                </a:solidFill>
              </a:rPr>
              <a:t>más</a:t>
            </a:r>
            <a:r>
              <a:rPr lang="es-ES">
                <a:solidFill>
                  <a:schemeClr val="dk1"/>
                </a:solidFill>
              </a:rPr>
              <a:t> pares de llaves/valores. Las llaves y los valores, son separados por medio de dos puntos sin el uso de comillas. En YAML, un guión es usado para separar cada elemento de </a:t>
            </a:r>
            <a:r>
              <a:rPr lang="es-ES">
                <a:solidFill>
                  <a:schemeClr val="dk1"/>
                </a:solidFill>
              </a:rPr>
              <a:t>una lista</a:t>
            </a:r>
            <a:r>
              <a:rPr lang="es-ES">
                <a:solidFill>
                  <a:schemeClr val="dk1"/>
                </a:solidFill>
              </a:rPr>
              <a:t>. El siguiente ejemplo lo muestra para las tres direcciones IPv4.</a:t>
            </a:r>
            <a:endParaRPr>
              <a:solidFill>
                <a:schemeClr val="dk1"/>
              </a:solidFill>
            </a:endParaRPr>
          </a:p>
          <a:p>
            <a:pPr indent="0" lvl="0" marL="0" rtl="0" algn="just">
              <a:lnSpc>
                <a:spcPct val="115000"/>
              </a:lnSpc>
              <a:spcBef>
                <a:spcPts val="1200"/>
              </a:spcBef>
              <a:spcAft>
                <a:spcPts val="1200"/>
              </a:spcAft>
              <a:buSzPts val="1100"/>
              <a:buNone/>
            </a:pPr>
            <a:r>
              <a:rPr lang="es-ES">
                <a:solidFill>
                  <a:schemeClr val="dk1"/>
                </a:solidFill>
              </a:rPr>
              <a:t>Ejemplo versión JSON</a:t>
            </a:r>
            <a:endParaRPr>
              <a:solidFill>
                <a:schemeClr val="dk1"/>
              </a:solidFill>
            </a:endParaRPr>
          </a:p>
        </p:txBody>
      </p:sp>
      <p:pic>
        <p:nvPicPr>
          <p:cNvPr id="393" name="Google Shape;393;gf43f1e1f0c_0_167"/>
          <p:cNvPicPr preferRelativeResize="0"/>
          <p:nvPr/>
        </p:nvPicPr>
        <p:blipFill>
          <a:blip r:embed="rId3">
            <a:alphaModFix/>
          </a:blip>
          <a:stretch>
            <a:fillRect/>
          </a:stretch>
        </p:blipFill>
        <p:spPr>
          <a:xfrm>
            <a:off x="1774375" y="3030000"/>
            <a:ext cx="5679710" cy="3261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f43f1e1f0c_0_175"/>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Formato de datos YAML v/s JSON</a:t>
            </a:r>
            <a:endParaRPr/>
          </a:p>
          <a:p>
            <a:pPr indent="0" lvl="0" marL="0" rtl="0" algn="l">
              <a:spcBef>
                <a:spcPts val="400"/>
              </a:spcBef>
              <a:spcAft>
                <a:spcPts val="0"/>
              </a:spcAft>
              <a:buNone/>
            </a:pPr>
            <a:r>
              <a:t/>
            </a:r>
            <a:endParaRPr/>
          </a:p>
        </p:txBody>
      </p:sp>
      <p:sp>
        <p:nvSpPr>
          <p:cNvPr id="399" name="Google Shape;399;gf43f1e1f0c_0_175"/>
          <p:cNvSpPr/>
          <p:nvPr/>
        </p:nvSpPr>
        <p:spPr>
          <a:xfrm>
            <a:off x="294125" y="1571350"/>
            <a:ext cx="8555100" cy="1719900"/>
          </a:xfrm>
          <a:prstGeom prst="rect">
            <a:avLst/>
          </a:prstGeom>
          <a:noFill/>
          <a:ln>
            <a:noFill/>
          </a:ln>
        </p:spPr>
        <p:txBody>
          <a:bodyPr anchorCtr="0" anchor="t" bIns="45000" lIns="90000" spcFirstLastPara="1" rIns="90000" wrap="square" tIns="45000">
            <a:noAutofit/>
          </a:bodyPr>
          <a:lstStyle/>
          <a:p>
            <a:pPr indent="0" lvl="0" marL="0" rtl="0" algn="just">
              <a:lnSpc>
                <a:spcPct val="115000"/>
              </a:lnSpc>
              <a:spcBef>
                <a:spcPts val="1200"/>
              </a:spcBef>
              <a:spcAft>
                <a:spcPts val="0"/>
              </a:spcAft>
              <a:buSzPts val="1100"/>
              <a:buNone/>
            </a:pPr>
            <a:r>
              <a:rPr lang="es-ES">
                <a:solidFill>
                  <a:schemeClr val="dk1"/>
                </a:solidFill>
              </a:rPr>
              <a:t>La misma información en formato YAML es más fácil de leer. Similar a JSON, un objeto en YAML se compone de uno o más pares de llaves/valores. Las llaves y los valores, son separados por medio de dos puntos sin el uso de comillas. En YAML, un guión es usado para separar cada elemento de una lista. El siguiente ejemplo lo muestra para las tres direcciones IPv4.</a:t>
            </a:r>
            <a:endParaRPr>
              <a:solidFill>
                <a:schemeClr val="dk1"/>
              </a:solidFill>
            </a:endParaRPr>
          </a:p>
          <a:p>
            <a:pPr indent="0" lvl="0" marL="0" rtl="0" algn="just">
              <a:lnSpc>
                <a:spcPct val="115000"/>
              </a:lnSpc>
              <a:spcBef>
                <a:spcPts val="1200"/>
              </a:spcBef>
              <a:spcAft>
                <a:spcPts val="1200"/>
              </a:spcAft>
              <a:buSzPts val="1100"/>
              <a:buNone/>
            </a:pPr>
            <a:r>
              <a:rPr lang="es-ES">
                <a:solidFill>
                  <a:schemeClr val="dk1"/>
                </a:solidFill>
              </a:rPr>
              <a:t>Ejemplo versión YAML</a:t>
            </a:r>
            <a:endParaRPr>
              <a:solidFill>
                <a:schemeClr val="dk1"/>
              </a:solidFill>
            </a:endParaRPr>
          </a:p>
        </p:txBody>
      </p:sp>
      <p:pic>
        <p:nvPicPr>
          <p:cNvPr id="400" name="Google Shape;400;gf43f1e1f0c_0_175"/>
          <p:cNvPicPr preferRelativeResize="0"/>
          <p:nvPr/>
        </p:nvPicPr>
        <p:blipFill>
          <a:blip r:embed="rId3">
            <a:alphaModFix/>
          </a:blip>
          <a:stretch>
            <a:fillRect/>
          </a:stretch>
        </p:blipFill>
        <p:spPr>
          <a:xfrm>
            <a:off x="411213" y="3365675"/>
            <a:ext cx="8321573" cy="25961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gf43f1e1f0c_0_182"/>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Formato de datos XML</a:t>
            </a:r>
            <a:endParaRPr/>
          </a:p>
          <a:p>
            <a:pPr indent="0" lvl="0" marL="0" rtl="0" algn="l">
              <a:spcBef>
                <a:spcPts val="400"/>
              </a:spcBef>
              <a:spcAft>
                <a:spcPts val="0"/>
              </a:spcAft>
              <a:buNone/>
            </a:pPr>
            <a:r>
              <a:t/>
            </a:r>
            <a:endParaRPr/>
          </a:p>
        </p:txBody>
      </p:sp>
      <p:sp>
        <p:nvSpPr>
          <p:cNvPr id="406" name="Google Shape;406;gf43f1e1f0c_0_182"/>
          <p:cNvSpPr/>
          <p:nvPr/>
        </p:nvSpPr>
        <p:spPr>
          <a:xfrm>
            <a:off x="294125" y="1571350"/>
            <a:ext cx="8555100" cy="2199000"/>
          </a:xfrm>
          <a:prstGeom prst="rect">
            <a:avLst/>
          </a:prstGeom>
          <a:noFill/>
          <a:ln>
            <a:noFill/>
          </a:ln>
        </p:spPr>
        <p:txBody>
          <a:bodyPr anchorCtr="0" anchor="t" bIns="45000" lIns="90000" spcFirstLastPara="1" rIns="90000" wrap="square" tIns="45000">
            <a:noAutofit/>
          </a:bodyPr>
          <a:lstStyle/>
          <a:p>
            <a:pPr indent="0" lvl="0" marL="0" rtl="0" algn="just">
              <a:lnSpc>
                <a:spcPct val="115000"/>
              </a:lnSpc>
              <a:spcBef>
                <a:spcPts val="1200"/>
              </a:spcBef>
              <a:spcAft>
                <a:spcPts val="0"/>
              </a:spcAft>
              <a:buNone/>
            </a:pPr>
            <a:r>
              <a:rPr lang="es-ES">
                <a:solidFill>
                  <a:schemeClr val="dk1"/>
                </a:solidFill>
              </a:rPr>
              <a:t>XML es un formato más que legible para humanos, y se utiliza para almacenar, transferir y leer información desde aplicaciones. Algunas de las características de XML incluyen:</a:t>
            </a:r>
            <a:endParaRPr>
              <a:solidFill>
                <a:schemeClr val="dk1"/>
              </a:solidFill>
            </a:endParaRPr>
          </a:p>
          <a:p>
            <a:pPr indent="0" lvl="0" marL="0" marR="0" rtl="0" algn="just">
              <a:lnSpc>
                <a:spcPct val="115000"/>
              </a:lnSpc>
              <a:spcBef>
                <a:spcPts val="1200"/>
              </a:spcBef>
              <a:spcAft>
                <a:spcPts val="0"/>
              </a:spcAft>
              <a:buNone/>
            </a:pPr>
            <a:r>
              <a:rPr lang="es-ES" sz="1700">
                <a:solidFill>
                  <a:schemeClr val="dk1"/>
                </a:solidFill>
              </a:rPr>
              <a:t>Es</a:t>
            </a:r>
            <a:r>
              <a:rPr lang="es-ES">
                <a:solidFill>
                  <a:schemeClr val="dk1"/>
                </a:solidFill>
              </a:rPr>
              <a:t> similar a HTML , el cual es el lenguaje de marcado generalizado para la creación de páginas y aplicaciones web.</a:t>
            </a:r>
            <a:endParaRPr>
              <a:solidFill>
                <a:schemeClr val="dk1"/>
              </a:solidFill>
            </a:endParaRPr>
          </a:p>
          <a:p>
            <a:pPr indent="-317500" lvl="0" marL="457200" rtl="0" algn="just">
              <a:lnSpc>
                <a:spcPct val="115000"/>
              </a:lnSpc>
              <a:spcBef>
                <a:spcPts val="1200"/>
              </a:spcBef>
              <a:spcAft>
                <a:spcPts val="0"/>
              </a:spcAft>
              <a:buClr>
                <a:schemeClr val="dk1"/>
              </a:buClr>
              <a:buSzPts val="1400"/>
              <a:buChar char="●"/>
            </a:pPr>
            <a:r>
              <a:rPr lang="es-ES">
                <a:solidFill>
                  <a:schemeClr val="dk1"/>
                </a:solidFill>
              </a:rPr>
              <a:t>Es auto-descriptivo. Contiene información dentro de un conjunto de etiquetas: </a:t>
            </a:r>
            <a:r>
              <a:rPr b="1" lang="es-ES">
                <a:solidFill>
                  <a:schemeClr val="dk1"/>
                </a:solidFill>
              </a:rPr>
              <a:t>&lt;tag&gt;data&lt;/tag&gt;</a:t>
            </a:r>
            <a:endParaRPr b="1">
              <a:solidFill>
                <a:schemeClr val="dk1"/>
              </a:solidFill>
            </a:endParaRPr>
          </a:p>
          <a:p>
            <a:pPr indent="-317500" lvl="0" marL="457200" rtl="0" algn="just">
              <a:lnSpc>
                <a:spcPct val="115000"/>
              </a:lnSpc>
              <a:spcBef>
                <a:spcPts val="0"/>
              </a:spcBef>
              <a:spcAft>
                <a:spcPts val="0"/>
              </a:spcAft>
              <a:buClr>
                <a:schemeClr val="dk1"/>
              </a:buClr>
              <a:buSzPts val="1400"/>
              <a:buChar char="●"/>
            </a:pPr>
            <a:r>
              <a:rPr lang="es-ES">
                <a:solidFill>
                  <a:schemeClr val="dk1"/>
                </a:solidFill>
              </a:rPr>
              <a:t>A diferencia de HTML, XML no utiliza etiquetas predefinidas, ni una estructura de documento.</a:t>
            </a:r>
            <a:endParaRPr>
              <a:solidFill>
                <a:schemeClr val="dk1"/>
              </a:solidFill>
            </a:endParaRPr>
          </a:p>
          <a:p>
            <a:pPr indent="0" lvl="0" marL="457200" rtl="0" algn="just">
              <a:lnSpc>
                <a:spcPct val="115000"/>
              </a:lnSpc>
              <a:spcBef>
                <a:spcPts val="1200"/>
              </a:spcBef>
              <a:spcAft>
                <a:spcPts val="0"/>
              </a:spcAft>
              <a:buNone/>
            </a:pPr>
            <a:r>
              <a:t/>
            </a:r>
            <a:endParaRPr sz="2100">
              <a:solidFill>
                <a:schemeClr val="dk1"/>
              </a:solidFill>
            </a:endParaRPr>
          </a:p>
          <a:p>
            <a:pPr indent="0" lvl="0" marL="0" rtl="0" algn="just">
              <a:lnSpc>
                <a:spcPct val="115000"/>
              </a:lnSpc>
              <a:spcBef>
                <a:spcPts val="1200"/>
              </a:spcBef>
              <a:spcAft>
                <a:spcPts val="1200"/>
              </a:spcAft>
              <a:buSzPts val="1100"/>
              <a:buNone/>
            </a:pPr>
            <a:r>
              <a:t/>
            </a:r>
            <a:endParaRPr sz="2100">
              <a:solidFill>
                <a:schemeClr val="dk1"/>
              </a:solidFill>
            </a:endParaRPr>
          </a:p>
        </p:txBody>
      </p:sp>
      <p:pic>
        <p:nvPicPr>
          <p:cNvPr id="407" name="Google Shape;407;gf43f1e1f0c_0_182"/>
          <p:cNvPicPr preferRelativeResize="0"/>
          <p:nvPr/>
        </p:nvPicPr>
        <p:blipFill>
          <a:blip r:embed="rId3">
            <a:alphaModFix/>
          </a:blip>
          <a:stretch>
            <a:fillRect/>
          </a:stretch>
        </p:blipFill>
        <p:spPr>
          <a:xfrm>
            <a:off x="933727" y="3707300"/>
            <a:ext cx="7655901" cy="23598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f43f1e1f0c_0_190"/>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Formato de datos XML</a:t>
            </a:r>
            <a:endParaRPr/>
          </a:p>
          <a:p>
            <a:pPr indent="0" lvl="0" marL="0" rtl="0" algn="l">
              <a:spcBef>
                <a:spcPts val="400"/>
              </a:spcBef>
              <a:spcAft>
                <a:spcPts val="0"/>
              </a:spcAft>
              <a:buNone/>
            </a:pPr>
            <a:r>
              <a:t/>
            </a:r>
            <a:endParaRPr/>
          </a:p>
        </p:txBody>
      </p:sp>
      <p:sp>
        <p:nvSpPr>
          <p:cNvPr id="413" name="Google Shape;413;gf43f1e1f0c_0_190"/>
          <p:cNvSpPr/>
          <p:nvPr/>
        </p:nvSpPr>
        <p:spPr>
          <a:xfrm>
            <a:off x="294125" y="1571350"/>
            <a:ext cx="8555100" cy="2199000"/>
          </a:xfrm>
          <a:prstGeom prst="rect">
            <a:avLst/>
          </a:prstGeom>
          <a:noFill/>
          <a:ln>
            <a:noFill/>
          </a:ln>
        </p:spPr>
        <p:txBody>
          <a:bodyPr anchorCtr="0" anchor="t" bIns="45000" lIns="90000" spcFirstLastPara="1" rIns="90000" wrap="square" tIns="45000">
            <a:noAutofit/>
          </a:bodyPr>
          <a:lstStyle/>
          <a:p>
            <a:pPr indent="-317500" lvl="0" marL="457200" rtl="0" algn="just">
              <a:lnSpc>
                <a:spcPct val="115000"/>
              </a:lnSpc>
              <a:spcBef>
                <a:spcPts val="1200"/>
              </a:spcBef>
              <a:spcAft>
                <a:spcPts val="0"/>
              </a:spcAft>
              <a:buClr>
                <a:schemeClr val="dk1"/>
              </a:buClr>
              <a:buSzPts val="1400"/>
              <a:buChar char="●"/>
            </a:pPr>
            <a:r>
              <a:rPr lang="es-ES">
                <a:solidFill>
                  <a:schemeClr val="dk1"/>
                </a:solidFill>
              </a:rPr>
              <a:t>Los </a:t>
            </a:r>
            <a:r>
              <a:rPr lang="es-ES">
                <a:solidFill>
                  <a:schemeClr val="dk1"/>
                </a:solidFill>
              </a:rPr>
              <a:t>objetos</a:t>
            </a:r>
            <a:r>
              <a:rPr lang="es-ES">
                <a:solidFill>
                  <a:schemeClr val="dk1"/>
                </a:solidFill>
              </a:rPr>
              <a:t> XML se componen de uno o más pares de llave/valor (key/value), en los cuales la etiqueta inicial funciona como llave: </a:t>
            </a:r>
            <a:r>
              <a:rPr b="1" lang="es-ES">
                <a:solidFill>
                  <a:schemeClr val="dk1"/>
                </a:solidFill>
              </a:rPr>
              <a:t>&lt;key&gt;value&lt;/key&gt;</a:t>
            </a:r>
            <a:r>
              <a:rPr lang="es-ES">
                <a:solidFill>
                  <a:schemeClr val="dk1"/>
                </a:solidFill>
              </a:rPr>
              <a:t>.</a:t>
            </a:r>
            <a:endParaRPr>
              <a:solidFill>
                <a:schemeClr val="dk1"/>
              </a:solidFill>
            </a:endParaRPr>
          </a:p>
          <a:p>
            <a:pPr indent="0" lvl="0" marL="457200" rtl="0" algn="just">
              <a:lnSpc>
                <a:spcPct val="115000"/>
              </a:lnSpc>
              <a:spcBef>
                <a:spcPts val="1200"/>
              </a:spcBef>
              <a:spcAft>
                <a:spcPts val="0"/>
              </a:spcAft>
              <a:buNone/>
            </a:pPr>
            <a:r>
              <a:t/>
            </a:r>
            <a:endParaRPr>
              <a:solidFill>
                <a:schemeClr val="dk1"/>
              </a:solidFill>
            </a:endParaRPr>
          </a:p>
          <a:p>
            <a:pPr indent="0" lvl="0" marL="0" rtl="0" algn="just">
              <a:lnSpc>
                <a:spcPct val="115000"/>
              </a:lnSpc>
              <a:spcBef>
                <a:spcPts val="1200"/>
              </a:spcBef>
              <a:spcAft>
                <a:spcPts val="1200"/>
              </a:spcAft>
              <a:buSzPts val="1100"/>
              <a:buNone/>
            </a:pPr>
            <a:r>
              <a:t/>
            </a:r>
            <a:endParaRPr>
              <a:solidFill>
                <a:schemeClr val="dk1"/>
              </a:solidFill>
            </a:endParaRPr>
          </a:p>
        </p:txBody>
      </p:sp>
      <p:pic>
        <p:nvPicPr>
          <p:cNvPr id="414" name="Google Shape;414;gf43f1e1f0c_0_190"/>
          <p:cNvPicPr preferRelativeResize="0"/>
          <p:nvPr/>
        </p:nvPicPr>
        <p:blipFill>
          <a:blip r:embed="rId3">
            <a:alphaModFix/>
          </a:blip>
          <a:stretch>
            <a:fillRect/>
          </a:stretch>
        </p:blipFill>
        <p:spPr>
          <a:xfrm>
            <a:off x="1426025" y="2311650"/>
            <a:ext cx="6461549" cy="3711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gf43f1e1f0c_0_198"/>
          <p:cNvSpPr txBox="1"/>
          <p:nvPr>
            <p:ph idx="1" type="body"/>
          </p:nvPr>
        </p:nvSpPr>
        <p:spPr>
          <a:xfrm>
            <a:off x="2503576" y="4583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Formato de datos XML</a:t>
            </a:r>
            <a:endParaRPr/>
          </a:p>
          <a:p>
            <a:pPr indent="0" lvl="0" marL="0" rtl="0" algn="l">
              <a:spcBef>
                <a:spcPts val="400"/>
              </a:spcBef>
              <a:spcAft>
                <a:spcPts val="0"/>
              </a:spcAft>
              <a:buNone/>
            </a:pPr>
            <a:r>
              <a:t/>
            </a:r>
            <a:endParaRPr/>
          </a:p>
        </p:txBody>
      </p:sp>
      <p:sp>
        <p:nvSpPr>
          <p:cNvPr id="420" name="Google Shape;420;gf43f1e1f0c_0_198"/>
          <p:cNvSpPr/>
          <p:nvPr/>
        </p:nvSpPr>
        <p:spPr>
          <a:xfrm>
            <a:off x="294125" y="1571350"/>
            <a:ext cx="8555100" cy="2199000"/>
          </a:xfrm>
          <a:prstGeom prst="rect">
            <a:avLst/>
          </a:prstGeom>
          <a:noFill/>
          <a:ln>
            <a:noFill/>
          </a:ln>
        </p:spPr>
        <p:txBody>
          <a:bodyPr anchorCtr="0" anchor="t" bIns="45000" lIns="90000" spcFirstLastPara="1" rIns="90000" wrap="square" tIns="45000">
            <a:noAutofit/>
          </a:bodyPr>
          <a:lstStyle/>
          <a:p>
            <a:pPr indent="0" lvl="0" marL="0" rtl="0" algn="just">
              <a:lnSpc>
                <a:spcPct val="115000"/>
              </a:lnSpc>
              <a:spcBef>
                <a:spcPts val="1200"/>
              </a:spcBef>
              <a:spcAft>
                <a:spcPts val="0"/>
              </a:spcAft>
              <a:buNone/>
            </a:pPr>
            <a:r>
              <a:rPr lang="es-ES">
                <a:solidFill>
                  <a:schemeClr val="dk1"/>
                </a:solidFill>
              </a:rPr>
              <a:t>El siguiente ejemplo muestra la misma información de GigabitEthernet2 en formato XML. Nótese como los valores están contenidos dentro de las etiquetas de objeto. En este ejemplo, cada par de llaves/valores esta en una línea separada y en algunas se utiliza sangría. Esto último no es requerido, pero se utiliza para mejorar la lectura. La lista utiliza instancias repetitivas de las etiquetas </a:t>
            </a:r>
            <a:r>
              <a:rPr b="1" lang="es-ES">
                <a:solidFill>
                  <a:schemeClr val="dk1"/>
                </a:solidFill>
              </a:rPr>
              <a:t>&lt;tag&gt;&lt;/tag&gt;</a:t>
            </a:r>
            <a:r>
              <a:rPr lang="es-ES">
                <a:solidFill>
                  <a:schemeClr val="dk1"/>
                </a:solidFill>
              </a:rPr>
              <a:t> para cada elemento de la lista Los elementos dentro de estas instancias representan uno o más pares de llaves/valores (key/value).</a:t>
            </a:r>
            <a:endParaRPr>
              <a:solidFill>
                <a:schemeClr val="dk1"/>
              </a:solidFill>
            </a:endParaRPr>
          </a:p>
          <a:p>
            <a:pPr indent="0" lvl="0" marL="0" rtl="0" algn="just">
              <a:lnSpc>
                <a:spcPct val="115000"/>
              </a:lnSpc>
              <a:spcBef>
                <a:spcPts val="1200"/>
              </a:spcBef>
              <a:spcAft>
                <a:spcPts val="1200"/>
              </a:spcAft>
              <a:buSzPts val="1100"/>
              <a:buNone/>
            </a:pPr>
            <a:r>
              <a:t/>
            </a:r>
            <a:endParaRPr>
              <a:solidFill>
                <a:schemeClr val="dk1"/>
              </a:solidFill>
            </a:endParaRPr>
          </a:p>
        </p:txBody>
      </p:sp>
      <p:pic>
        <p:nvPicPr>
          <p:cNvPr id="421" name="Google Shape;421;gf43f1e1f0c_0_198"/>
          <p:cNvPicPr preferRelativeResize="0"/>
          <p:nvPr/>
        </p:nvPicPr>
        <p:blipFill>
          <a:blip r:embed="rId3">
            <a:alphaModFix/>
          </a:blip>
          <a:stretch>
            <a:fillRect/>
          </a:stretch>
        </p:blipFill>
        <p:spPr>
          <a:xfrm>
            <a:off x="1579025" y="3280775"/>
            <a:ext cx="5543822" cy="2782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13498dbd088_0_1"/>
          <p:cNvSpPr txBox="1"/>
          <p:nvPr>
            <p:ph type="title"/>
          </p:nvPr>
        </p:nvSpPr>
        <p:spPr>
          <a:xfrm>
            <a:off x="601284" y="4994314"/>
            <a:ext cx="2751000" cy="415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ES"/>
              <a:t>API</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f43f1e1f0c_0_80"/>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Que es?</a:t>
            </a:r>
            <a:endParaRPr/>
          </a:p>
          <a:p>
            <a:pPr indent="0" lvl="0" marL="0" rtl="0" algn="l">
              <a:spcBef>
                <a:spcPts val="400"/>
              </a:spcBef>
              <a:spcAft>
                <a:spcPts val="0"/>
              </a:spcAft>
              <a:buNone/>
            </a:pPr>
            <a:r>
              <a:t/>
            </a:r>
            <a:endParaRPr/>
          </a:p>
        </p:txBody>
      </p:sp>
      <p:sp>
        <p:nvSpPr>
          <p:cNvPr id="432" name="Google Shape;432;gf43f1e1f0c_0_80"/>
          <p:cNvSpPr/>
          <p:nvPr/>
        </p:nvSpPr>
        <p:spPr>
          <a:xfrm>
            <a:off x="294125" y="1190350"/>
            <a:ext cx="8555100" cy="42510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ctr">
              <a:lnSpc>
                <a:spcPct val="115000"/>
              </a:lnSpc>
              <a:spcBef>
                <a:spcPts val="1200"/>
              </a:spcBef>
              <a:spcAft>
                <a:spcPts val="0"/>
              </a:spcAft>
              <a:buSzPts val="1100"/>
              <a:buNone/>
            </a:pPr>
            <a:r>
              <a:rPr lang="es-ES" sz="1800">
                <a:solidFill>
                  <a:schemeClr val="dk1"/>
                </a:solidFill>
              </a:rPr>
              <a:t>Los formatos compartidos entre dispositivos inteligentes generalmente utilizan una interfaz de programación de aplicaciones (Application Programming Interface - API). Como aprenderás en este tema, API es un programa que permite a otras aplicaciones acceder a su información o sus servicios.</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sp>
        <p:nvSpPr>
          <p:cNvPr id="433" name="Google Shape;433;gf43f1e1f0c_0_80"/>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pic>
        <p:nvPicPr>
          <p:cNvPr descr="En este video aprenderás qué es una API y para que sirve. &#10;También aprenderás un poco de la historia de las APIs, qué cosas puedes hacer con ellas, cómo construirlas y que beneficios te pueden traer.&#10;Una API es uno de los conceptos básicos que todo desarrollador debe saber y es además la piedra fundacional de otros elementos como, por ejemplo, GraphQL.&#10;&#10;▬▬▬▬▬▬▬▬▬▬▬▬▬▬▬▬▬▬▬▬▬▬▬▬▬&#10;💥ME ENCUENTRAS TAMBIÉN AQUÍ 👇&#10;&#10;Sitio Web  ►https://thecodercave.com/&#10;Twitter      ► https://twitter.com/CaveCoder&#10;Discord     ► https://discord.com/invite/3p6HVMuAj2&#10;▬▬▬▬▬▬▬▬▬▬▬▬▬▬▬▬▬▬▬▬▬▬▬▬▬&#10;💻 CURSOS PREMIUM 👇&#10;&#10;🚀🚀Curso Completo de C# desde Cero🚀🚀&#10;https://bit.ly/3jLyIv4&#10;&#10;🔥 🔥 Curso Completo de Blazor desde Cero🔥 🔥 &#10;https://bit.ly/38DtZXz&#10;&#10;👉Curso Práctico de SQL para principiantes 👈&#10;https://bit.ly/2R6KVOX&#10;&#10;📚 Curso de GIT y Github para Principiantes📚 &#10;https://bit.ly/30Fbhz4&#10;&#10;Descuento del 60% en todos mis cursos 👉 https://thecodercave.com/descuento/&#10;▬▬▬▬▬▬▬▬▬▬▬▬▬▬▬▬▬▬▬▬▬▬▬▬▬&#10;📚 RECURSOS RECOMENDADOS 👇&#10;&#10;🔥GANA EN DÓLARES desde Latinoamérica y emigra a cualquier parte del mundo.&#10;Talently ► https://bit.ly/3miVyNQ&#10;&#10;¿QUIERES APRENDER INGLÉS?👇&#10;Italki ► $10 de regalo con tu primera compra&#10;👉 http://go.italki.com/TheCoderCaveesp&#10;&#10;Busuu ► App gratis con descuento para su sección Premium&#10;👉https://www.dpbolvw.net/click-100312834-14507491&#10;&#10;&#10;Dominios  ► Namecheap: 👇&#10;👉 https://www.kqzyfj.com/8h117p-85-7NPOORPQWQVNPPSQUTST&#10;&#10;Hosting ► Bluehost: 👇&#10;👉 https://www.bluehost.com/track/gabmoroni/&#10;&#10;Nota: Los links en la descripción son links de afiliado, lo que significa que recibiré una pequeña comisión si te registras usando esos links sin ningún costo extra para ti. Todos los links de afiliados son productos o servicios en los que creo y uso personalmente.&#10;&#10;Music from https://filmmusic.io&#10;&quot;Blippy Trance&quot; by Kevin MacLeod (https://incompetech.com)&#10;License: CC BY (http://creativecommons.org/licenses/by/4.0/)" id="434" name="Google Shape;434;gf43f1e1f0c_0_80" title="¿Qué es una API?">
            <a:hlinkClick r:id="rId3"/>
          </p:cNvPr>
          <p:cNvPicPr preferRelativeResize="0"/>
          <p:nvPr/>
        </p:nvPicPr>
        <p:blipFill>
          <a:blip r:embed="rId4">
            <a:alphaModFix/>
          </a:blip>
          <a:stretch>
            <a:fillRect/>
          </a:stretch>
        </p:blipFill>
        <p:spPr>
          <a:xfrm>
            <a:off x="2438525" y="294752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1000"/>
                                        <p:tgtEl>
                                          <p:spTgt spid="4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13498dbd088_0_9"/>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El concepto</a:t>
            </a:r>
            <a:endParaRPr/>
          </a:p>
          <a:p>
            <a:pPr indent="0" lvl="0" marL="0" rtl="0" algn="l">
              <a:spcBef>
                <a:spcPts val="400"/>
              </a:spcBef>
              <a:spcAft>
                <a:spcPts val="0"/>
              </a:spcAft>
              <a:buNone/>
            </a:pPr>
            <a:r>
              <a:t/>
            </a:r>
            <a:endParaRPr/>
          </a:p>
        </p:txBody>
      </p:sp>
      <p:sp>
        <p:nvSpPr>
          <p:cNvPr id="440" name="Google Shape;440;g13498dbd088_0_9"/>
          <p:cNvSpPr/>
          <p:nvPr/>
        </p:nvSpPr>
        <p:spPr>
          <a:xfrm>
            <a:off x="294125" y="1190350"/>
            <a:ext cx="8555100" cy="42510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ctr">
              <a:lnSpc>
                <a:spcPct val="115000"/>
              </a:lnSpc>
              <a:spcBef>
                <a:spcPts val="1200"/>
              </a:spcBef>
              <a:spcAft>
                <a:spcPts val="0"/>
              </a:spcAft>
              <a:buClr>
                <a:schemeClr val="dk1"/>
              </a:buClr>
              <a:buSzPts val="1100"/>
              <a:buFont typeface="Arial"/>
              <a:buNone/>
            </a:pPr>
            <a:r>
              <a:rPr lang="es-ES" sz="1800">
                <a:solidFill>
                  <a:schemeClr val="dk1"/>
                </a:solidFill>
              </a:rPr>
              <a:t>Las APIs se encuentra prácticamente en todos los sistemas. Amazon Web Services, Facebook, y dispositivos de automatización como los termostatos, refrigeradores y sistemas inalámbricos de iluminación utilizan APIs. También se utilizan en la creación de redes automatizadas</a:t>
            </a:r>
            <a:endParaRPr sz="18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s-ES" sz="1800">
                <a:solidFill>
                  <a:schemeClr val="dk1"/>
                </a:solidFill>
              </a:rPr>
              <a:t>API es un programa que permite a otras aplicaciones acceder a su información o sus servicios. Es un conjunto de reglas que describe cómo una aplicación puede interactuar con otra, y las instrucciones para que esa interacción ocurra. El usuario envía una solicitud API a un servidor solicitando información específica y recibe una respuesta API desde el servidor con la información solicitada.</a:t>
            </a:r>
            <a:endParaRPr sz="1800">
              <a:solidFill>
                <a:schemeClr val="dk1"/>
              </a:solidFill>
            </a:endParaRPr>
          </a:p>
          <a:p>
            <a:pPr indent="0" lvl="0" marL="0" rtl="0" algn="ctr">
              <a:lnSpc>
                <a:spcPct val="115000"/>
              </a:lnSpc>
              <a:spcBef>
                <a:spcPts val="1200"/>
              </a:spcBef>
              <a:spcAft>
                <a:spcPts val="0"/>
              </a:spcAft>
              <a:buSzPts val="1100"/>
              <a:buNone/>
            </a:pPr>
            <a:r>
              <a:t/>
            </a:r>
            <a:endParaRPr sz="1800">
              <a:solidFill>
                <a:schemeClr val="dk1"/>
              </a:solidFill>
            </a:endParaRPr>
          </a:p>
          <a:p>
            <a:pPr indent="0" lvl="0" marL="0" marR="0" rtl="0" algn="ctr">
              <a:lnSpc>
                <a:spcPct val="90000"/>
              </a:lnSpc>
              <a:spcBef>
                <a:spcPts val="1200"/>
              </a:spcBef>
              <a:spcAft>
                <a:spcPts val="0"/>
              </a:spcAft>
              <a:buNone/>
            </a:pPr>
            <a:r>
              <a:t/>
            </a:r>
            <a:endParaRPr sz="1800">
              <a:solidFill>
                <a:schemeClr val="dk1"/>
              </a:solidFill>
            </a:endParaRPr>
          </a:p>
          <a:p>
            <a:pPr indent="0" lvl="0" marL="0" rtl="0" algn="ctr">
              <a:lnSpc>
                <a:spcPct val="115000"/>
              </a:lnSpc>
              <a:spcBef>
                <a:spcPts val="1800"/>
              </a:spcBef>
              <a:spcAft>
                <a:spcPts val="0"/>
              </a:spcAft>
              <a:buClr>
                <a:schemeClr val="dk1"/>
              </a:buClr>
              <a:buSzPts val="11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sp>
        <p:nvSpPr>
          <p:cNvPr id="441" name="Google Shape;441;g13498dbd088_0_9"/>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g13498dbd088_0_17"/>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El concepto</a:t>
            </a:r>
            <a:endParaRPr/>
          </a:p>
          <a:p>
            <a:pPr indent="0" lvl="0" marL="0" rtl="0" algn="l">
              <a:spcBef>
                <a:spcPts val="400"/>
              </a:spcBef>
              <a:spcAft>
                <a:spcPts val="0"/>
              </a:spcAft>
              <a:buNone/>
            </a:pPr>
            <a:r>
              <a:t/>
            </a:r>
            <a:endParaRPr/>
          </a:p>
        </p:txBody>
      </p:sp>
      <p:sp>
        <p:nvSpPr>
          <p:cNvPr id="447" name="Google Shape;447;g13498dbd088_0_17"/>
          <p:cNvSpPr/>
          <p:nvPr/>
        </p:nvSpPr>
        <p:spPr>
          <a:xfrm>
            <a:off x="294125" y="1190350"/>
            <a:ext cx="8555100" cy="29595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800" u="none" cap="none" strike="noStrike">
              <a:solidFill>
                <a:srgbClr val="000000"/>
              </a:solidFill>
            </a:endParaRPr>
          </a:p>
          <a:p>
            <a:pPr indent="0" lvl="0" marL="0" rtl="0" algn="ctr">
              <a:lnSpc>
                <a:spcPct val="115000"/>
              </a:lnSpc>
              <a:spcBef>
                <a:spcPts val="1200"/>
              </a:spcBef>
              <a:spcAft>
                <a:spcPts val="0"/>
              </a:spcAft>
              <a:buSzPts val="1100"/>
              <a:buNone/>
            </a:pPr>
            <a:r>
              <a:rPr lang="es-ES" sz="1800">
                <a:solidFill>
                  <a:schemeClr val="dk1"/>
                </a:solidFill>
              </a:rPr>
              <a:t>Una API es similar a un mesero en un restaurante, como se muestra en el siguiente ejemplo. Un cliente desea que le entreguen comida a su mesa. La comida está en la cocina donde es cocinada y preparada. El mesero es el mensajero, similar a una API. El mesero (la API) es una persona que toma la orden del cliente (la solicitud) y le dice a la cocina que hacer. Cuando la comida esta lista, el mesero entrega la comida (la respuesta) al cliente.</a:t>
            </a:r>
            <a:endParaRPr i="0" sz="1800" u="none" cap="none" strike="noStrike">
              <a:solidFill>
                <a:srgbClr val="000000"/>
              </a:solidFill>
            </a:endParaRPr>
          </a:p>
          <a:p>
            <a:pPr indent="0" lvl="0" marL="50760" marR="0" rtl="0" algn="ctr">
              <a:lnSpc>
                <a:spcPct val="90000"/>
              </a:lnSpc>
              <a:spcBef>
                <a:spcPts val="1200"/>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90000"/>
              </a:lnSpc>
              <a:spcBef>
                <a:spcPts val="1001"/>
              </a:spcBef>
              <a:spcAft>
                <a:spcPts val="0"/>
              </a:spcAft>
              <a:buClr>
                <a:srgbClr val="000000"/>
              </a:buClr>
              <a:buSzPts val="1800"/>
              <a:buFont typeface="Arial"/>
              <a:buNone/>
            </a:pPr>
            <a:r>
              <a:t/>
            </a:r>
            <a:endParaRPr i="0" sz="1800" u="none" cap="none" strike="noStrike">
              <a:solidFill>
                <a:srgbClr val="000000"/>
              </a:solidFill>
            </a:endParaRPr>
          </a:p>
          <a:p>
            <a:pPr indent="0" lvl="0" marL="50760" marR="0" rtl="0" algn="ctr">
              <a:lnSpc>
                <a:spcPct val="100000"/>
              </a:lnSpc>
              <a:spcBef>
                <a:spcPts val="0"/>
              </a:spcBef>
              <a:spcAft>
                <a:spcPts val="0"/>
              </a:spcAft>
              <a:buClr>
                <a:srgbClr val="000000"/>
              </a:buClr>
              <a:buSzPts val="1800"/>
              <a:buFont typeface="Arial"/>
              <a:buNone/>
            </a:pPr>
            <a:r>
              <a:t/>
            </a:r>
            <a:endParaRPr i="0" sz="1800" u="none" cap="none" strike="noStrike">
              <a:solidFill>
                <a:srgbClr val="000000"/>
              </a:solidFill>
            </a:endParaRPr>
          </a:p>
        </p:txBody>
      </p:sp>
      <p:sp>
        <p:nvSpPr>
          <p:cNvPr id="448" name="Google Shape;448;g13498dbd088_0_17"/>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pic>
        <p:nvPicPr>
          <p:cNvPr id="449" name="Google Shape;449;g13498dbd088_0_17"/>
          <p:cNvPicPr preferRelativeResize="0"/>
          <p:nvPr/>
        </p:nvPicPr>
        <p:blipFill>
          <a:blip r:embed="rId3">
            <a:alphaModFix/>
          </a:blip>
          <a:stretch>
            <a:fillRect/>
          </a:stretch>
        </p:blipFill>
        <p:spPr>
          <a:xfrm>
            <a:off x="1986625" y="3752000"/>
            <a:ext cx="5453929" cy="24033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13498dbd088_0_25"/>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Un ejemplo</a:t>
            </a:r>
            <a:endParaRPr/>
          </a:p>
          <a:p>
            <a:pPr indent="0" lvl="0" marL="0" rtl="0" algn="l">
              <a:spcBef>
                <a:spcPts val="400"/>
              </a:spcBef>
              <a:spcAft>
                <a:spcPts val="0"/>
              </a:spcAft>
              <a:buNone/>
            </a:pPr>
            <a:r>
              <a:t/>
            </a:r>
            <a:endParaRPr/>
          </a:p>
        </p:txBody>
      </p:sp>
      <p:sp>
        <p:nvSpPr>
          <p:cNvPr id="455" name="Google Shape;455;g13498dbd088_0_25"/>
          <p:cNvSpPr/>
          <p:nvPr/>
        </p:nvSpPr>
        <p:spPr>
          <a:xfrm>
            <a:off x="294125" y="1190350"/>
            <a:ext cx="8555100" cy="1655400"/>
          </a:xfrm>
          <a:prstGeom prst="rect">
            <a:avLst/>
          </a:prstGeom>
          <a:noFill/>
          <a:ln>
            <a:noFill/>
          </a:ln>
        </p:spPr>
        <p:txBody>
          <a:bodyPr anchorCtr="0" anchor="t" bIns="45000" lIns="90000" spcFirstLastPara="1" rIns="90000" wrap="square" tIns="45000">
            <a:noAutofit/>
          </a:bodyPr>
          <a:lstStyle/>
          <a:p>
            <a:pPr indent="0" lvl="0" marL="0" marR="0" rtl="0" algn="just">
              <a:lnSpc>
                <a:spcPct val="90000"/>
              </a:lnSpc>
              <a:spcBef>
                <a:spcPts val="0"/>
              </a:spcBef>
              <a:spcAft>
                <a:spcPts val="0"/>
              </a:spcAft>
              <a:buClr>
                <a:srgbClr val="000000"/>
              </a:buClr>
              <a:buSzPts val="1800"/>
              <a:buFont typeface="Arial"/>
              <a:buNone/>
            </a:pPr>
            <a:r>
              <a:t/>
            </a:r>
            <a:endParaRPr i="0" sz="1300" u="none" cap="none" strike="noStrike">
              <a:solidFill>
                <a:srgbClr val="000000"/>
              </a:solidFill>
            </a:endParaRPr>
          </a:p>
          <a:p>
            <a:pPr indent="0" lvl="0" marL="0" rtl="0" algn="just">
              <a:lnSpc>
                <a:spcPct val="115000"/>
              </a:lnSpc>
              <a:spcBef>
                <a:spcPts val="1200"/>
              </a:spcBef>
              <a:spcAft>
                <a:spcPts val="1200"/>
              </a:spcAft>
              <a:buSzPts val="1100"/>
              <a:buNone/>
            </a:pPr>
            <a:r>
              <a:rPr lang="es-ES" sz="1300">
                <a:solidFill>
                  <a:schemeClr val="dk1"/>
                </a:solidFill>
              </a:rPr>
              <a:t>Para entender realmente cómo se pueden utilizar las API para proporcionar datos y servicios, veremos dos opciones para reservar reservas de aerolíneas. La primera opción utiliza el sitio web de una aerolínea específica, como se muestra en la figura. Mediante el sitio web de la aerolínea, el usuario ingresa la información para realizar una solicitud de reserva. El sitio web interactúa directamente con la propia base de datos de la aerolínea y proporciona al usuario información que coincide con la solicitud del usuario.</a:t>
            </a:r>
            <a:endParaRPr i="0" sz="1300" u="none" cap="none" strike="noStrike">
              <a:solidFill>
                <a:srgbClr val="000000"/>
              </a:solidFill>
            </a:endParaRPr>
          </a:p>
        </p:txBody>
      </p:sp>
      <p:sp>
        <p:nvSpPr>
          <p:cNvPr id="456" name="Google Shape;456;g13498dbd088_0_25"/>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pic>
        <p:nvPicPr>
          <p:cNvPr id="457" name="Google Shape;457;g13498dbd088_0_25"/>
          <p:cNvPicPr preferRelativeResize="0"/>
          <p:nvPr/>
        </p:nvPicPr>
        <p:blipFill>
          <a:blip r:embed="rId3">
            <a:alphaModFix/>
          </a:blip>
          <a:stretch>
            <a:fillRect/>
          </a:stretch>
        </p:blipFill>
        <p:spPr>
          <a:xfrm>
            <a:off x="1772625" y="2845750"/>
            <a:ext cx="5789350" cy="33384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13498dbd088_0_34"/>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Un ejemplo</a:t>
            </a:r>
            <a:endParaRPr/>
          </a:p>
          <a:p>
            <a:pPr indent="0" lvl="0" marL="0" rtl="0" algn="l">
              <a:spcBef>
                <a:spcPts val="400"/>
              </a:spcBef>
              <a:spcAft>
                <a:spcPts val="0"/>
              </a:spcAft>
              <a:buNone/>
            </a:pPr>
            <a:r>
              <a:t/>
            </a:r>
            <a:endParaRPr/>
          </a:p>
        </p:txBody>
      </p:sp>
      <p:sp>
        <p:nvSpPr>
          <p:cNvPr id="463" name="Google Shape;463;g13498dbd088_0_34"/>
          <p:cNvSpPr/>
          <p:nvPr/>
        </p:nvSpPr>
        <p:spPr>
          <a:xfrm>
            <a:off x="294125" y="1190350"/>
            <a:ext cx="8555100" cy="1655400"/>
          </a:xfrm>
          <a:prstGeom prst="rect">
            <a:avLst/>
          </a:prstGeom>
          <a:noFill/>
          <a:ln>
            <a:noFill/>
          </a:ln>
        </p:spPr>
        <p:txBody>
          <a:bodyPr anchorCtr="0" anchor="t" bIns="45000" lIns="90000" spcFirstLastPara="1" rIns="90000" wrap="square" tIns="45000">
            <a:noAutofit/>
          </a:bodyPr>
          <a:lstStyle/>
          <a:p>
            <a:pPr indent="0" lvl="0" marL="0" marR="0" rtl="0" algn="just">
              <a:lnSpc>
                <a:spcPct val="90000"/>
              </a:lnSpc>
              <a:spcBef>
                <a:spcPts val="0"/>
              </a:spcBef>
              <a:spcAft>
                <a:spcPts val="0"/>
              </a:spcAft>
              <a:buClr>
                <a:srgbClr val="000000"/>
              </a:buClr>
              <a:buSzPts val="1800"/>
              <a:buFont typeface="Arial"/>
              <a:buNone/>
            </a:pPr>
            <a:r>
              <a:t/>
            </a:r>
            <a:endParaRPr i="0" sz="1300" u="none" cap="none" strike="noStrike">
              <a:solidFill>
                <a:srgbClr val="000000"/>
              </a:solidFill>
            </a:endParaRPr>
          </a:p>
          <a:p>
            <a:pPr indent="0" lvl="0" marL="0" rtl="0" algn="l">
              <a:lnSpc>
                <a:spcPct val="115000"/>
              </a:lnSpc>
              <a:spcBef>
                <a:spcPts val="1200"/>
              </a:spcBef>
              <a:spcAft>
                <a:spcPts val="0"/>
              </a:spcAft>
              <a:buSzPts val="1100"/>
              <a:buNone/>
            </a:pPr>
            <a:r>
              <a:rPr lang="es-ES" sz="1300">
                <a:solidFill>
                  <a:schemeClr val="dk1"/>
                </a:solidFill>
              </a:rPr>
              <a:t>En lugar de utilizar un sitio web de aerolínea individual que tiene acceso directo a su propia información, hay una segunda opción. Los usuarios pueden utilizar un sitio de viaje para acceder a esta misma información, no sólo desde una aerolínea específica, sino una variedad de aerolíneas. En este caso, el usuario introduce información de reserva similar. El sitio web del servicio de viajes interactúa con las diversas bases de datos de aerolíneas mediante las API proporcionadas por cada aerolínea. El servicio de viaje utiliza cada API de aerolínea para solicitar información a esa aerolínea específica y, a continuación, muestra la información de todas las aerolíneas en su página web, como se muestra en la figura.</a:t>
            </a:r>
            <a:endParaRPr sz="1300">
              <a:solidFill>
                <a:schemeClr val="dk1"/>
              </a:solidFill>
            </a:endParaRPr>
          </a:p>
          <a:p>
            <a:pPr indent="0" lvl="0" marL="0" rtl="0" algn="just">
              <a:lnSpc>
                <a:spcPct val="115000"/>
              </a:lnSpc>
              <a:spcBef>
                <a:spcPts val="1200"/>
              </a:spcBef>
              <a:spcAft>
                <a:spcPts val="1200"/>
              </a:spcAft>
              <a:buSzPts val="1100"/>
              <a:buNone/>
            </a:pPr>
            <a:r>
              <a:t/>
            </a:r>
            <a:endParaRPr sz="1300">
              <a:solidFill>
                <a:schemeClr val="dk1"/>
              </a:solidFill>
            </a:endParaRPr>
          </a:p>
        </p:txBody>
      </p:sp>
      <p:sp>
        <p:nvSpPr>
          <p:cNvPr id="464" name="Google Shape;464;g13498dbd088_0_34"/>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pic>
        <p:nvPicPr>
          <p:cNvPr id="465" name="Google Shape;465;g13498dbd088_0_34"/>
          <p:cNvPicPr preferRelativeResize="0"/>
          <p:nvPr/>
        </p:nvPicPr>
        <p:blipFill>
          <a:blip r:embed="rId3">
            <a:alphaModFix/>
          </a:blip>
          <a:stretch>
            <a:fillRect/>
          </a:stretch>
        </p:blipFill>
        <p:spPr>
          <a:xfrm>
            <a:off x="896300" y="3336775"/>
            <a:ext cx="6726824" cy="33382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13498dbd088_0_43"/>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Tipos de APIs + Servicios</a:t>
            </a:r>
            <a:endParaRPr/>
          </a:p>
          <a:p>
            <a:pPr indent="0" lvl="0" marL="0" rtl="0" algn="l">
              <a:spcBef>
                <a:spcPts val="400"/>
              </a:spcBef>
              <a:spcAft>
                <a:spcPts val="0"/>
              </a:spcAft>
              <a:buNone/>
            </a:pPr>
            <a:r>
              <a:t/>
            </a:r>
            <a:endParaRPr/>
          </a:p>
        </p:txBody>
      </p:sp>
      <p:sp>
        <p:nvSpPr>
          <p:cNvPr id="471" name="Google Shape;471;g13498dbd088_0_43"/>
          <p:cNvSpPr/>
          <p:nvPr/>
        </p:nvSpPr>
        <p:spPr>
          <a:xfrm>
            <a:off x="294125" y="1190350"/>
            <a:ext cx="8555100" cy="1655400"/>
          </a:xfrm>
          <a:prstGeom prst="rect">
            <a:avLst/>
          </a:prstGeom>
          <a:noFill/>
          <a:ln>
            <a:noFill/>
          </a:ln>
        </p:spPr>
        <p:txBody>
          <a:bodyPr anchorCtr="0" anchor="t" bIns="45000" lIns="90000" spcFirstLastPara="1" rIns="90000" wrap="square" tIns="45000">
            <a:noAutofit/>
          </a:bodyPr>
          <a:lstStyle/>
          <a:p>
            <a:pPr indent="0" lvl="0" marL="0" marR="0" rtl="0" algn="just">
              <a:lnSpc>
                <a:spcPct val="90000"/>
              </a:lnSpc>
              <a:spcBef>
                <a:spcPts val="0"/>
              </a:spcBef>
              <a:spcAft>
                <a:spcPts val="0"/>
              </a:spcAft>
              <a:buClr>
                <a:srgbClr val="000000"/>
              </a:buClr>
              <a:buSzPts val="1800"/>
              <a:buFont typeface="Arial"/>
              <a:buNone/>
            </a:pPr>
            <a:r>
              <a:t/>
            </a:r>
            <a:endParaRPr i="0" sz="1700" u="none" cap="none" strike="noStrike">
              <a:solidFill>
                <a:srgbClr val="000000"/>
              </a:solidFill>
            </a:endParaRPr>
          </a:p>
          <a:p>
            <a:pPr indent="0" lvl="0" marL="0" rtl="0" algn="l">
              <a:lnSpc>
                <a:spcPct val="115000"/>
              </a:lnSpc>
              <a:spcBef>
                <a:spcPts val="1200"/>
              </a:spcBef>
              <a:spcAft>
                <a:spcPts val="0"/>
              </a:spcAft>
              <a:buSzPts val="1100"/>
              <a:buNone/>
            </a:pPr>
            <a:r>
              <a:rPr lang="es-ES" sz="1700">
                <a:solidFill>
                  <a:schemeClr val="dk1"/>
                </a:solidFill>
              </a:rPr>
              <a:t>Un servicio web es un servicio que está disponible a través de Internet, utilizando la World Wide Web. Existen cuatro tipos de APIs de servicios web:</a:t>
            </a:r>
            <a:endParaRPr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s-ES" sz="1700">
                <a:solidFill>
                  <a:schemeClr val="dk1"/>
                </a:solidFill>
              </a:rPr>
              <a:t>Protocolo simple de acceso a objetos (SOAP, Simple Object Access Protocol)</a:t>
            </a:r>
            <a:endParaRPr sz="1700">
              <a:solidFill>
                <a:schemeClr val="dk1"/>
              </a:solidFill>
            </a:endParaRPr>
          </a:p>
          <a:p>
            <a:pPr indent="-323850" lvl="0" marL="457200" rtl="0" algn="l">
              <a:lnSpc>
                <a:spcPct val="115000"/>
              </a:lnSpc>
              <a:spcBef>
                <a:spcPts val="0"/>
              </a:spcBef>
              <a:spcAft>
                <a:spcPts val="0"/>
              </a:spcAft>
              <a:buClr>
                <a:schemeClr val="dk1"/>
              </a:buClr>
              <a:buSzPts val="1500"/>
              <a:buChar char="●"/>
            </a:pPr>
            <a:r>
              <a:rPr lang="es-ES" sz="1700">
                <a:solidFill>
                  <a:schemeClr val="dk1"/>
                </a:solidFill>
              </a:rPr>
              <a:t>Transferencia de estado representacional (REST, Representational State Transfer)</a:t>
            </a:r>
            <a:endParaRPr sz="1700">
              <a:solidFill>
                <a:schemeClr val="dk1"/>
              </a:solidFill>
            </a:endParaRPr>
          </a:p>
          <a:p>
            <a:pPr indent="-323850" lvl="0" marL="457200" rtl="0" algn="l">
              <a:lnSpc>
                <a:spcPct val="115000"/>
              </a:lnSpc>
              <a:spcBef>
                <a:spcPts val="0"/>
              </a:spcBef>
              <a:spcAft>
                <a:spcPts val="0"/>
              </a:spcAft>
              <a:buClr>
                <a:schemeClr val="dk1"/>
              </a:buClr>
              <a:buSzPts val="1500"/>
              <a:buChar char="●"/>
            </a:pPr>
            <a:r>
              <a:rPr lang="es-ES" sz="1700">
                <a:solidFill>
                  <a:schemeClr val="dk1"/>
                </a:solidFill>
              </a:rPr>
              <a:t>Llamada a procedimiento remoto de lenguaje de marcado extensible (XML-RPC, eXtensible Markup Language-Remote Procedure Call)</a:t>
            </a:r>
            <a:endParaRPr sz="1700">
              <a:solidFill>
                <a:schemeClr val="dk1"/>
              </a:solidFill>
            </a:endParaRPr>
          </a:p>
          <a:p>
            <a:pPr indent="-323850" lvl="0" marL="457200" rtl="0" algn="l">
              <a:lnSpc>
                <a:spcPct val="115000"/>
              </a:lnSpc>
              <a:spcBef>
                <a:spcPts val="0"/>
              </a:spcBef>
              <a:spcAft>
                <a:spcPts val="0"/>
              </a:spcAft>
              <a:buClr>
                <a:schemeClr val="dk1"/>
              </a:buClr>
              <a:buSzPts val="1500"/>
              <a:buChar char="●"/>
            </a:pPr>
            <a:r>
              <a:rPr lang="es-ES" sz="1700">
                <a:solidFill>
                  <a:schemeClr val="dk1"/>
                </a:solidFill>
              </a:rPr>
              <a:t>Llamada a procedimiento remoto de notación de objetos JavaScript (JSON-RPC, JavaScript Object Notation-Remote Procedure Call)</a:t>
            </a:r>
            <a:endParaRPr sz="1700">
              <a:solidFill>
                <a:schemeClr val="dk1"/>
              </a:solidFill>
            </a:endParaRPr>
          </a:p>
          <a:p>
            <a:pPr indent="0" lvl="0" marL="0" rtl="0" algn="l">
              <a:lnSpc>
                <a:spcPct val="115000"/>
              </a:lnSpc>
              <a:spcBef>
                <a:spcPts val="1200"/>
              </a:spcBef>
              <a:spcAft>
                <a:spcPts val="0"/>
              </a:spcAft>
              <a:buSzPts val="1100"/>
              <a:buNone/>
            </a:pPr>
            <a:r>
              <a:t/>
            </a:r>
            <a:endParaRPr sz="1700">
              <a:solidFill>
                <a:schemeClr val="dk1"/>
              </a:solidFill>
            </a:endParaRPr>
          </a:p>
          <a:p>
            <a:pPr indent="0" lvl="0" marL="0" rtl="0" algn="just">
              <a:lnSpc>
                <a:spcPct val="115000"/>
              </a:lnSpc>
              <a:spcBef>
                <a:spcPts val="1200"/>
              </a:spcBef>
              <a:spcAft>
                <a:spcPts val="1200"/>
              </a:spcAft>
              <a:buSzPts val="1100"/>
              <a:buNone/>
            </a:pPr>
            <a:r>
              <a:t/>
            </a:r>
            <a:endParaRPr sz="1700">
              <a:solidFill>
                <a:schemeClr val="dk1"/>
              </a:solidFill>
            </a:endParaRPr>
          </a:p>
        </p:txBody>
      </p:sp>
      <p:sp>
        <p:nvSpPr>
          <p:cNvPr id="472" name="Google Shape;472;g13498dbd088_0_43"/>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pic>
        <p:nvPicPr>
          <p:cNvPr id="473" name="Google Shape;473;g13498dbd088_0_43"/>
          <p:cNvPicPr preferRelativeResize="0"/>
          <p:nvPr/>
        </p:nvPicPr>
        <p:blipFill>
          <a:blip r:embed="rId3">
            <a:alphaModFix/>
          </a:blip>
          <a:stretch>
            <a:fillRect/>
          </a:stretch>
        </p:blipFill>
        <p:spPr>
          <a:xfrm>
            <a:off x="1986675" y="4197375"/>
            <a:ext cx="5310400" cy="22758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13498dbd088_0_52"/>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Tipos de APIs + Servicios</a:t>
            </a:r>
            <a:endParaRPr/>
          </a:p>
          <a:p>
            <a:pPr indent="0" lvl="0" marL="0" rtl="0" algn="l">
              <a:spcBef>
                <a:spcPts val="400"/>
              </a:spcBef>
              <a:spcAft>
                <a:spcPts val="0"/>
              </a:spcAft>
              <a:buNone/>
            </a:pPr>
            <a:r>
              <a:t/>
            </a:r>
            <a:endParaRPr/>
          </a:p>
        </p:txBody>
      </p:sp>
      <p:sp>
        <p:nvSpPr>
          <p:cNvPr id="479" name="Google Shape;479;g13498dbd088_0_52"/>
          <p:cNvSpPr/>
          <p:nvPr/>
        </p:nvSpPr>
        <p:spPr>
          <a:xfrm>
            <a:off x="294125" y="1190350"/>
            <a:ext cx="8555100" cy="1655400"/>
          </a:xfrm>
          <a:prstGeom prst="rect">
            <a:avLst/>
          </a:prstGeom>
          <a:noFill/>
          <a:ln>
            <a:noFill/>
          </a:ln>
        </p:spPr>
        <p:txBody>
          <a:bodyPr anchorCtr="0" anchor="t" bIns="45000" lIns="90000" spcFirstLastPara="1" rIns="90000" wrap="square" tIns="45000">
            <a:noAutofit/>
          </a:bodyPr>
          <a:lstStyle/>
          <a:p>
            <a:pPr indent="0" lvl="0" marL="0" marR="0" rtl="0" algn="just">
              <a:lnSpc>
                <a:spcPct val="90000"/>
              </a:lnSpc>
              <a:spcBef>
                <a:spcPts val="0"/>
              </a:spcBef>
              <a:spcAft>
                <a:spcPts val="0"/>
              </a:spcAft>
              <a:buClr>
                <a:srgbClr val="000000"/>
              </a:buClr>
              <a:buSzPts val="1800"/>
              <a:buFont typeface="Arial"/>
              <a:buNone/>
            </a:pPr>
            <a:r>
              <a:t/>
            </a:r>
            <a:endParaRPr i="0" sz="1700" u="none" cap="none" strike="noStrike">
              <a:solidFill>
                <a:srgbClr val="000000"/>
              </a:solidFill>
            </a:endParaRPr>
          </a:p>
          <a:p>
            <a:pPr indent="0" lvl="0" marL="0" rtl="0" algn="l">
              <a:lnSpc>
                <a:spcPct val="115000"/>
              </a:lnSpc>
              <a:spcBef>
                <a:spcPts val="1200"/>
              </a:spcBef>
              <a:spcAft>
                <a:spcPts val="0"/>
              </a:spcAft>
              <a:buSzPts val="1100"/>
              <a:buNone/>
            </a:pPr>
            <a:r>
              <a:rPr lang="es-ES" sz="1700">
                <a:solidFill>
                  <a:schemeClr val="dk1"/>
                </a:solidFill>
              </a:rPr>
              <a:t>Un servicio web es un servicio que está disponible a través de Internet, utilizando la World Wide Web:</a:t>
            </a:r>
            <a:endParaRPr sz="1700">
              <a:solidFill>
                <a:schemeClr val="dk1"/>
              </a:solidFill>
            </a:endParaRPr>
          </a:p>
          <a:p>
            <a:pPr indent="0" lvl="0" marL="0" rtl="0" algn="l">
              <a:lnSpc>
                <a:spcPct val="115000"/>
              </a:lnSpc>
              <a:spcBef>
                <a:spcPts val="1200"/>
              </a:spcBef>
              <a:spcAft>
                <a:spcPts val="0"/>
              </a:spcAft>
              <a:buSzPts val="1100"/>
              <a:buNone/>
            </a:pPr>
            <a:r>
              <a:t/>
            </a:r>
            <a:endParaRPr sz="1700">
              <a:solidFill>
                <a:schemeClr val="dk1"/>
              </a:solidFill>
            </a:endParaRPr>
          </a:p>
          <a:p>
            <a:pPr indent="0" lvl="0" marL="0" rtl="0" algn="just">
              <a:lnSpc>
                <a:spcPct val="115000"/>
              </a:lnSpc>
              <a:spcBef>
                <a:spcPts val="1200"/>
              </a:spcBef>
              <a:spcAft>
                <a:spcPts val="1200"/>
              </a:spcAft>
              <a:buSzPts val="1100"/>
              <a:buNone/>
            </a:pPr>
            <a:r>
              <a:t/>
            </a:r>
            <a:endParaRPr sz="1700">
              <a:solidFill>
                <a:schemeClr val="dk1"/>
              </a:solidFill>
            </a:endParaRPr>
          </a:p>
        </p:txBody>
      </p:sp>
      <p:sp>
        <p:nvSpPr>
          <p:cNvPr id="480" name="Google Shape;480;g13498dbd088_0_52"/>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pic>
        <p:nvPicPr>
          <p:cNvPr id="481" name="Google Shape;481;g13498dbd088_0_52"/>
          <p:cNvPicPr preferRelativeResize="0"/>
          <p:nvPr/>
        </p:nvPicPr>
        <p:blipFill>
          <a:blip r:embed="rId3">
            <a:alphaModFix/>
          </a:blip>
          <a:stretch>
            <a:fillRect/>
          </a:stretch>
        </p:blipFill>
        <p:spPr>
          <a:xfrm>
            <a:off x="304800" y="2998150"/>
            <a:ext cx="8658225" cy="27051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g13498dbd088_0_60"/>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Tipos de APIs + Servicios</a:t>
            </a:r>
            <a:endParaRPr/>
          </a:p>
          <a:p>
            <a:pPr indent="0" lvl="0" marL="0" rtl="0" algn="l">
              <a:spcBef>
                <a:spcPts val="400"/>
              </a:spcBef>
              <a:spcAft>
                <a:spcPts val="0"/>
              </a:spcAft>
              <a:buNone/>
            </a:pPr>
            <a:r>
              <a:t/>
            </a:r>
            <a:endParaRPr/>
          </a:p>
        </p:txBody>
      </p:sp>
      <p:sp>
        <p:nvSpPr>
          <p:cNvPr id="487" name="Google Shape;487;g13498dbd088_0_60"/>
          <p:cNvSpPr/>
          <p:nvPr/>
        </p:nvSpPr>
        <p:spPr>
          <a:xfrm>
            <a:off x="294125" y="1190350"/>
            <a:ext cx="8555100" cy="16554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700" u="none" cap="none" strike="noStrike">
              <a:solidFill>
                <a:srgbClr val="000000"/>
              </a:solidFill>
            </a:endParaRPr>
          </a:p>
          <a:p>
            <a:pPr indent="0" lvl="0" marL="0" rtl="0" algn="ctr">
              <a:lnSpc>
                <a:spcPct val="115000"/>
              </a:lnSpc>
              <a:spcBef>
                <a:spcPts val="1200"/>
              </a:spcBef>
              <a:spcAft>
                <a:spcPts val="0"/>
              </a:spcAft>
              <a:buSzPts val="1100"/>
              <a:buNone/>
            </a:pPr>
            <a:r>
              <a:rPr lang="es-ES" sz="1700">
                <a:solidFill>
                  <a:schemeClr val="dk1"/>
                </a:solidFill>
              </a:rPr>
              <a:t>SOAP es un protocolo de mensajería para intercambiar información XML-estructured, la mayoría de las veces a través de HTTP o Simple Mail Transfer Protocol (SMTP). Diseñadas por Microsoft en 1998, las API SOAP se consideran lentas de analizar, complejas y rígidas.</a:t>
            </a:r>
            <a:endParaRPr sz="1700">
              <a:solidFill>
                <a:schemeClr val="dk1"/>
              </a:solidFill>
            </a:endParaRPr>
          </a:p>
          <a:p>
            <a:pPr indent="0" lvl="0" marL="0" rtl="0" algn="ctr">
              <a:lnSpc>
                <a:spcPct val="115000"/>
              </a:lnSpc>
              <a:spcBef>
                <a:spcPts val="1200"/>
              </a:spcBef>
              <a:spcAft>
                <a:spcPts val="0"/>
              </a:spcAft>
              <a:buSzPts val="1100"/>
              <a:buNone/>
            </a:pPr>
            <a:r>
              <a:t/>
            </a:r>
            <a:endParaRPr sz="1700">
              <a:solidFill>
                <a:schemeClr val="dk1"/>
              </a:solidFill>
            </a:endParaRPr>
          </a:p>
          <a:p>
            <a:pPr indent="0" lvl="0" marL="0" rtl="0" algn="ctr">
              <a:lnSpc>
                <a:spcPct val="115000"/>
              </a:lnSpc>
              <a:spcBef>
                <a:spcPts val="1200"/>
              </a:spcBef>
              <a:spcAft>
                <a:spcPts val="1200"/>
              </a:spcAft>
              <a:buSzPts val="1100"/>
              <a:buNone/>
            </a:pPr>
            <a:r>
              <a:t/>
            </a:r>
            <a:endParaRPr sz="1700">
              <a:solidFill>
                <a:schemeClr val="dk1"/>
              </a:solidFill>
            </a:endParaRPr>
          </a:p>
        </p:txBody>
      </p:sp>
      <p:sp>
        <p:nvSpPr>
          <p:cNvPr id="488" name="Google Shape;488;g13498dbd088_0_60"/>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pic>
        <p:nvPicPr>
          <p:cNvPr id="489" name="Google Shape;489;g13498dbd088_0_60"/>
          <p:cNvPicPr preferRelativeResize="0"/>
          <p:nvPr/>
        </p:nvPicPr>
        <p:blipFill>
          <a:blip r:embed="rId3">
            <a:alphaModFix/>
          </a:blip>
          <a:stretch>
            <a:fillRect/>
          </a:stretch>
        </p:blipFill>
        <p:spPr>
          <a:xfrm>
            <a:off x="457200" y="3150550"/>
            <a:ext cx="8324850" cy="25717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13498dbd088_0_69"/>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APIs REST</a:t>
            </a:r>
            <a:endParaRPr/>
          </a:p>
          <a:p>
            <a:pPr indent="0" lvl="0" marL="0" rtl="0" algn="l">
              <a:spcBef>
                <a:spcPts val="400"/>
              </a:spcBef>
              <a:spcAft>
                <a:spcPts val="0"/>
              </a:spcAft>
              <a:buNone/>
            </a:pPr>
            <a:r>
              <a:t/>
            </a:r>
            <a:endParaRPr/>
          </a:p>
        </p:txBody>
      </p:sp>
      <p:sp>
        <p:nvSpPr>
          <p:cNvPr id="495" name="Google Shape;495;g13498dbd088_0_69"/>
          <p:cNvSpPr/>
          <p:nvPr/>
        </p:nvSpPr>
        <p:spPr>
          <a:xfrm>
            <a:off x="294125" y="1190350"/>
            <a:ext cx="8555100" cy="16554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1800"/>
              <a:buFont typeface="Arial"/>
              <a:buNone/>
            </a:pPr>
            <a:r>
              <a:t/>
            </a:r>
            <a:endParaRPr i="0" sz="1700" u="none" cap="none" strike="noStrike">
              <a:solidFill>
                <a:srgbClr val="000000"/>
              </a:solidFill>
            </a:endParaRPr>
          </a:p>
          <a:p>
            <a:pPr indent="0" lvl="0" marL="0" rtl="0" algn="ctr">
              <a:lnSpc>
                <a:spcPct val="115000"/>
              </a:lnSpc>
              <a:spcBef>
                <a:spcPts val="1200"/>
              </a:spcBef>
              <a:spcAft>
                <a:spcPts val="0"/>
              </a:spcAft>
              <a:buSzPts val="1100"/>
              <a:buNone/>
            </a:pPr>
            <a:r>
              <a:rPr lang="es-ES" sz="1700">
                <a:solidFill>
                  <a:schemeClr val="dk1"/>
                </a:solidFill>
              </a:rPr>
              <a:t>Esto llevó al desarrollo de un marco de API REST más simple que no requiere XML. REST utiliza HTTP, es menos detallado y es más fácil de usar que SOAP. REST se refiere al estilo de la arquitectura de software y se ha vuelto popular debido a su rendimiento, escalabilidad, simplicidad y confiabilidad.</a:t>
            </a:r>
            <a:endParaRPr sz="1700">
              <a:solidFill>
                <a:schemeClr val="dk1"/>
              </a:solidFill>
            </a:endParaRPr>
          </a:p>
          <a:p>
            <a:pPr indent="0" lvl="0" marL="0" rtl="0" algn="ctr">
              <a:lnSpc>
                <a:spcPct val="115000"/>
              </a:lnSpc>
              <a:spcBef>
                <a:spcPts val="1200"/>
              </a:spcBef>
              <a:spcAft>
                <a:spcPts val="0"/>
              </a:spcAft>
              <a:buSzPts val="1100"/>
              <a:buNone/>
            </a:pPr>
            <a:r>
              <a:rPr b="1" lang="es-ES" sz="2100">
                <a:solidFill>
                  <a:schemeClr val="dk1"/>
                </a:solidFill>
              </a:rPr>
              <a:t>REST es la API de servicio web más utilizada, que representa más del 80% de todos los tipos de API utilizados. REST se discutirá más adelante en este módulo.</a:t>
            </a:r>
            <a:endParaRPr b="1" sz="2100">
              <a:solidFill>
                <a:schemeClr val="dk1"/>
              </a:solidFill>
            </a:endParaRPr>
          </a:p>
          <a:p>
            <a:pPr indent="0" lvl="0" marL="0" rtl="0" algn="ctr">
              <a:lnSpc>
                <a:spcPct val="115000"/>
              </a:lnSpc>
              <a:spcBef>
                <a:spcPts val="1200"/>
              </a:spcBef>
              <a:spcAft>
                <a:spcPts val="0"/>
              </a:spcAft>
              <a:buSzPts val="1100"/>
              <a:buNone/>
            </a:pPr>
            <a:r>
              <a:rPr lang="es-ES" sz="1700">
                <a:solidFill>
                  <a:schemeClr val="dk1"/>
                </a:solidFill>
              </a:rPr>
              <a:t>RPC es cuando un sistema solicita que otro sistema ejecute código y devuelva la información. Esto se hace sin tener que entender los detalles de la red. Esto funciona de forma muy similar a una API REST, pero hay diferencias relacionadas con el formato y la flexibilidad. XML-RPC es un protocolo desarrollado antes de SOAP y más tarde evolucionó en lo que se convirtió en SOAP. JSON-RPC es un protocolo muy simple y similar a XML-RPC.</a:t>
            </a:r>
            <a:endParaRPr sz="1700">
              <a:solidFill>
                <a:schemeClr val="dk1"/>
              </a:solidFill>
            </a:endParaRPr>
          </a:p>
          <a:p>
            <a:pPr indent="0" lvl="0" marL="0" rtl="0" algn="ctr">
              <a:lnSpc>
                <a:spcPct val="115000"/>
              </a:lnSpc>
              <a:spcBef>
                <a:spcPts val="1200"/>
              </a:spcBef>
              <a:spcAft>
                <a:spcPts val="0"/>
              </a:spcAft>
              <a:buSzPts val="1100"/>
              <a:buNone/>
            </a:pPr>
            <a:r>
              <a:t/>
            </a:r>
            <a:endParaRPr sz="1700">
              <a:solidFill>
                <a:schemeClr val="dk1"/>
              </a:solidFill>
            </a:endParaRPr>
          </a:p>
          <a:p>
            <a:pPr indent="0" lvl="0" marL="0" rtl="0" algn="ctr">
              <a:lnSpc>
                <a:spcPct val="115000"/>
              </a:lnSpc>
              <a:spcBef>
                <a:spcPts val="1200"/>
              </a:spcBef>
              <a:spcAft>
                <a:spcPts val="0"/>
              </a:spcAft>
              <a:buSzPts val="1100"/>
              <a:buNone/>
            </a:pPr>
            <a:r>
              <a:t/>
            </a:r>
            <a:endParaRPr sz="1700">
              <a:solidFill>
                <a:schemeClr val="dk1"/>
              </a:solidFill>
            </a:endParaRPr>
          </a:p>
          <a:p>
            <a:pPr indent="0" lvl="0" marL="0" rtl="0" algn="ctr">
              <a:lnSpc>
                <a:spcPct val="115000"/>
              </a:lnSpc>
              <a:spcBef>
                <a:spcPts val="1200"/>
              </a:spcBef>
              <a:spcAft>
                <a:spcPts val="1200"/>
              </a:spcAft>
              <a:buSzPts val="1100"/>
              <a:buNone/>
            </a:pPr>
            <a:r>
              <a:t/>
            </a:r>
            <a:endParaRPr sz="1700">
              <a:solidFill>
                <a:schemeClr val="dk1"/>
              </a:solidFill>
            </a:endParaRPr>
          </a:p>
        </p:txBody>
      </p:sp>
      <p:sp>
        <p:nvSpPr>
          <p:cNvPr id="496" name="Google Shape;496;g13498dbd088_0_69"/>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13498dbd088_0_80"/>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APIs REST y REST FULL</a:t>
            </a:r>
            <a:endParaRPr/>
          </a:p>
          <a:p>
            <a:pPr indent="0" lvl="0" marL="0" rtl="0" algn="l">
              <a:spcBef>
                <a:spcPts val="400"/>
              </a:spcBef>
              <a:spcAft>
                <a:spcPts val="0"/>
              </a:spcAft>
              <a:buNone/>
            </a:pPr>
            <a:r>
              <a:t/>
            </a:r>
            <a:endParaRPr/>
          </a:p>
        </p:txBody>
      </p:sp>
      <p:sp>
        <p:nvSpPr>
          <p:cNvPr id="502" name="Google Shape;502;g13498dbd088_0_80"/>
          <p:cNvSpPr/>
          <p:nvPr/>
        </p:nvSpPr>
        <p:spPr>
          <a:xfrm>
            <a:off x="294125" y="1647550"/>
            <a:ext cx="8555100" cy="1655400"/>
          </a:xfrm>
          <a:prstGeom prst="rect">
            <a:avLst/>
          </a:prstGeom>
          <a:noFill/>
          <a:ln>
            <a:noFill/>
          </a:ln>
        </p:spPr>
        <p:txBody>
          <a:bodyPr anchorCtr="0" anchor="t" bIns="45000" lIns="90000" spcFirstLastPara="1" rIns="90000" wrap="square" tIns="45000">
            <a:noAutofit/>
          </a:bodyPr>
          <a:lstStyle/>
          <a:p>
            <a:pPr indent="0" lvl="0" marL="0" rtl="0" algn="ctr">
              <a:lnSpc>
                <a:spcPct val="115000"/>
              </a:lnSpc>
              <a:spcBef>
                <a:spcPts val="1200"/>
              </a:spcBef>
              <a:spcAft>
                <a:spcPts val="0"/>
              </a:spcAft>
              <a:buSzPts val="1100"/>
              <a:buNone/>
            </a:pPr>
            <a:r>
              <a:rPr lang="es-ES" sz="1600"/>
              <a:t>Los exploradores web utilizan HTTP o HTTPS para solicitar (GET) una página web. Si se solicita correctamente (código de estado HTTP 200), los servidores web responden a las solicitudes GET con una página web codificada HTML, como se muestra en la figura.</a:t>
            </a:r>
            <a:endParaRPr sz="1600"/>
          </a:p>
          <a:p>
            <a:pPr indent="0" lvl="0" marL="0" rtl="0" algn="ctr">
              <a:lnSpc>
                <a:spcPct val="115000"/>
              </a:lnSpc>
              <a:spcBef>
                <a:spcPts val="1200"/>
              </a:spcBef>
              <a:spcAft>
                <a:spcPts val="0"/>
              </a:spcAft>
              <a:buSzPts val="1100"/>
              <a:buNone/>
            </a:pPr>
            <a:r>
              <a:t/>
            </a:r>
            <a:endParaRPr sz="1600"/>
          </a:p>
          <a:p>
            <a:pPr indent="0" lvl="0" marL="0" rtl="0" algn="ctr">
              <a:lnSpc>
                <a:spcPct val="115000"/>
              </a:lnSpc>
              <a:spcBef>
                <a:spcPts val="1200"/>
              </a:spcBef>
              <a:spcAft>
                <a:spcPts val="0"/>
              </a:spcAft>
              <a:buSzPts val="1100"/>
              <a:buNone/>
            </a:pPr>
            <a:r>
              <a:t/>
            </a:r>
            <a:endParaRPr sz="1600">
              <a:solidFill>
                <a:schemeClr val="dk1"/>
              </a:solidFill>
            </a:endParaRPr>
          </a:p>
          <a:p>
            <a:pPr indent="0" lvl="0" marL="0" rtl="0" algn="ctr">
              <a:lnSpc>
                <a:spcPct val="115000"/>
              </a:lnSpc>
              <a:spcBef>
                <a:spcPts val="1200"/>
              </a:spcBef>
              <a:spcAft>
                <a:spcPts val="0"/>
              </a:spcAft>
              <a:buSzPts val="1100"/>
              <a:buNone/>
            </a:pPr>
            <a:r>
              <a:t/>
            </a:r>
            <a:endParaRPr sz="1600">
              <a:solidFill>
                <a:schemeClr val="dk1"/>
              </a:solidFill>
            </a:endParaRPr>
          </a:p>
          <a:p>
            <a:pPr indent="0" lvl="0" marL="0" rtl="0" algn="ctr">
              <a:lnSpc>
                <a:spcPct val="115000"/>
              </a:lnSpc>
              <a:spcBef>
                <a:spcPts val="1200"/>
              </a:spcBef>
              <a:spcAft>
                <a:spcPts val="1200"/>
              </a:spcAft>
              <a:buSzPts val="1100"/>
              <a:buNone/>
            </a:pPr>
            <a:r>
              <a:t/>
            </a:r>
            <a:endParaRPr sz="1600">
              <a:solidFill>
                <a:schemeClr val="dk1"/>
              </a:solidFill>
            </a:endParaRPr>
          </a:p>
        </p:txBody>
      </p:sp>
      <p:sp>
        <p:nvSpPr>
          <p:cNvPr id="503" name="Google Shape;503;g13498dbd088_0_80"/>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pic>
        <p:nvPicPr>
          <p:cNvPr id="504" name="Google Shape;504;g13498dbd088_0_80"/>
          <p:cNvPicPr preferRelativeResize="0"/>
          <p:nvPr/>
        </p:nvPicPr>
        <p:blipFill>
          <a:blip r:embed="rId3">
            <a:alphaModFix/>
          </a:blip>
          <a:stretch>
            <a:fillRect/>
          </a:stretch>
        </p:blipFill>
        <p:spPr>
          <a:xfrm>
            <a:off x="753650" y="2894875"/>
            <a:ext cx="7493306" cy="325025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13498dbd088_0_88"/>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APIs REST y REST FULL</a:t>
            </a:r>
            <a:endParaRPr/>
          </a:p>
          <a:p>
            <a:pPr indent="0" lvl="0" marL="0" rtl="0" algn="l">
              <a:spcBef>
                <a:spcPts val="400"/>
              </a:spcBef>
              <a:spcAft>
                <a:spcPts val="0"/>
              </a:spcAft>
              <a:buNone/>
            </a:pPr>
            <a:r>
              <a:t/>
            </a:r>
            <a:endParaRPr/>
          </a:p>
        </p:txBody>
      </p:sp>
      <p:sp>
        <p:nvSpPr>
          <p:cNvPr id="510" name="Google Shape;510;g13498dbd088_0_88"/>
          <p:cNvSpPr/>
          <p:nvPr/>
        </p:nvSpPr>
        <p:spPr>
          <a:xfrm>
            <a:off x="294125" y="1647550"/>
            <a:ext cx="8555100" cy="1655400"/>
          </a:xfrm>
          <a:prstGeom prst="rect">
            <a:avLst/>
          </a:prstGeom>
          <a:noFill/>
          <a:ln>
            <a:noFill/>
          </a:ln>
        </p:spPr>
        <p:txBody>
          <a:bodyPr anchorCtr="0" anchor="t" bIns="45000" lIns="90000" spcFirstLastPara="1" rIns="90000" wrap="square" tIns="45000">
            <a:noAutofit/>
          </a:bodyPr>
          <a:lstStyle/>
          <a:p>
            <a:pPr indent="0" lvl="0" marL="0" rtl="0" algn="just">
              <a:lnSpc>
                <a:spcPct val="115000"/>
              </a:lnSpc>
              <a:spcBef>
                <a:spcPts val="1200"/>
              </a:spcBef>
              <a:spcAft>
                <a:spcPts val="0"/>
              </a:spcAft>
              <a:buSzPts val="1100"/>
              <a:buNone/>
            </a:pPr>
            <a:r>
              <a:rPr lang="es-ES" sz="1500">
                <a:solidFill>
                  <a:schemeClr val="dk1"/>
                </a:solidFill>
              </a:rPr>
              <a:t>REST es un estilo arquitectónico para diseñar aplicaciones de servicio web. Se refiere a un estilo de arquitectura web que tiene muchas características subyacentes y gobierna el comportamiento de los clientes y servidores. En pocas palabras, una API REST es una API que funciona encima del protocolo HTTP. Define un conjunto de funciones que los desarrolladores pueden usar para realizar solicitudes y recibir respuestas a través del protocolo HTTP como GET y POST.</a:t>
            </a:r>
            <a:endParaRPr sz="1500">
              <a:solidFill>
                <a:schemeClr val="dk1"/>
              </a:solidFill>
            </a:endParaRPr>
          </a:p>
          <a:p>
            <a:pPr indent="0" lvl="0" marL="0" rtl="0" algn="just">
              <a:lnSpc>
                <a:spcPct val="115000"/>
              </a:lnSpc>
              <a:spcBef>
                <a:spcPts val="1200"/>
              </a:spcBef>
              <a:spcAft>
                <a:spcPts val="0"/>
              </a:spcAft>
              <a:buSzPts val="1100"/>
              <a:buNone/>
            </a:pPr>
            <a:r>
              <a:rPr lang="es-ES" sz="1500">
                <a:solidFill>
                  <a:schemeClr val="dk1"/>
                </a:solidFill>
              </a:rPr>
              <a:t>El cumplimiento de las restricciones de la arquitectura REST generalmente se conoce como "RESTful". Una API puede considerarse "RESTful" si tiene las siguientes características:</a:t>
            </a:r>
            <a:endParaRPr sz="1500">
              <a:solidFill>
                <a:schemeClr val="dk1"/>
              </a:solidFill>
            </a:endParaRPr>
          </a:p>
          <a:p>
            <a:pPr indent="-323850" lvl="0" marL="457200" rtl="0" algn="just">
              <a:lnSpc>
                <a:spcPct val="115000"/>
              </a:lnSpc>
              <a:spcBef>
                <a:spcPts val="1200"/>
              </a:spcBef>
              <a:spcAft>
                <a:spcPts val="0"/>
              </a:spcAft>
              <a:buClr>
                <a:schemeClr val="dk1"/>
              </a:buClr>
              <a:buSzPts val="1500"/>
              <a:buChar char="●"/>
            </a:pPr>
            <a:r>
              <a:rPr b="1" lang="es-ES" sz="1500">
                <a:solidFill>
                  <a:schemeClr val="dk1"/>
                </a:solidFill>
              </a:rPr>
              <a:t>Cliente/servidor</a:t>
            </a:r>
            <a:r>
              <a:rPr lang="es-ES" sz="1500">
                <a:solidFill>
                  <a:schemeClr val="dk1"/>
                </a:solidFill>
              </a:rPr>
              <a:t> - El cliente maneja el front-end y el servidor maneja el back-end. Cualquiera de los dos puede ser reemplazado independientemente del otro.</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b="1" lang="es-ES" sz="1500">
                <a:solidFill>
                  <a:schemeClr val="dk1"/>
                </a:solidFill>
              </a:rPr>
              <a:t>Sin estado</a:t>
            </a:r>
            <a:r>
              <a:rPr lang="es-ES" sz="1500">
                <a:solidFill>
                  <a:schemeClr val="dk1"/>
                </a:solidFill>
              </a:rPr>
              <a:t> - No se almacenan datos del cliente en el servidor entre solicitudes. El estado de la sesión se almacena en el cliente.</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b="1" lang="es-ES" sz="1500">
                <a:solidFill>
                  <a:schemeClr val="dk1"/>
                </a:solidFill>
              </a:rPr>
              <a:t>Cacheable</a:t>
            </a:r>
            <a:r>
              <a:rPr lang="es-ES" sz="1500">
                <a:solidFill>
                  <a:schemeClr val="dk1"/>
                </a:solidFill>
              </a:rPr>
              <a:t> - los clientes pueden almacenar en caché las respuestas localmente para mejorar el rendimiento.</a:t>
            </a:r>
            <a:endParaRPr sz="1500">
              <a:solidFill>
                <a:schemeClr val="dk1"/>
              </a:solidFill>
            </a:endParaRPr>
          </a:p>
          <a:p>
            <a:pPr indent="0" lvl="0" marL="0" rtl="0" algn="just">
              <a:lnSpc>
                <a:spcPct val="115000"/>
              </a:lnSpc>
              <a:spcBef>
                <a:spcPts val="1200"/>
              </a:spcBef>
              <a:spcAft>
                <a:spcPts val="0"/>
              </a:spcAft>
              <a:buSzPts val="1100"/>
              <a:buNone/>
            </a:pPr>
            <a:r>
              <a:t/>
            </a:r>
            <a:endParaRPr sz="2000"/>
          </a:p>
          <a:p>
            <a:pPr indent="0" lvl="0" marL="0" rtl="0" algn="just">
              <a:lnSpc>
                <a:spcPct val="115000"/>
              </a:lnSpc>
              <a:spcBef>
                <a:spcPts val="1200"/>
              </a:spcBef>
              <a:spcAft>
                <a:spcPts val="0"/>
              </a:spcAft>
              <a:buSzPts val="1100"/>
              <a:buNone/>
            </a:pPr>
            <a:r>
              <a:t/>
            </a:r>
            <a:endParaRPr sz="2000"/>
          </a:p>
          <a:p>
            <a:pPr indent="0" lvl="0" marL="0" rtl="0" algn="just">
              <a:lnSpc>
                <a:spcPct val="115000"/>
              </a:lnSpc>
              <a:spcBef>
                <a:spcPts val="1200"/>
              </a:spcBef>
              <a:spcAft>
                <a:spcPts val="0"/>
              </a:spcAft>
              <a:buSzPts val="1100"/>
              <a:buNone/>
            </a:pPr>
            <a:r>
              <a:t/>
            </a:r>
            <a:endParaRPr sz="2000">
              <a:solidFill>
                <a:schemeClr val="dk1"/>
              </a:solidFill>
            </a:endParaRPr>
          </a:p>
          <a:p>
            <a:pPr indent="0" lvl="0" marL="0" rtl="0" algn="just">
              <a:lnSpc>
                <a:spcPct val="115000"/>
              </a:lnSpc>
              <a:spcBef>
                <a:spcPts val="1200"/>
              </a:spcBef>
              <a:spcAft>
                <a:spcPts val="0"/>
              </a:spcAft>
              <a:buSzPts val="1100"/>
              <a:buNone/>
            </a:pPr>
            <a:r>
              <a:t/>
            </a:r>
            <a:endParaRPr sz="2000">
              <a:solidFill>
                <a:schemeClr val="dk1"/>
              </a:solidFill>
            </a:endParaRPr>
          </a:p>
          <a:p>
            <a:pPr indent="0" lvl="0" marL="0" rtl="0" algn="just">
              <a:lnSpc>
                <a:spcPct val="115000"/>
              </a:lnSpc>
              <a:spcBef>
                <a:spcPts val="1200"/>
              </a:spcBef>
              <a:spcAft>
                <a:spcPts val="1200"/>
              </a:spcAft>
              <a:buSzPts val="1100"/>
              <a:buNone/>
            </a:pPr>
            <a:r>
              <a:t/>
            </a:r>
            <a:endParaRPr sz="2000">
              <a:solidFill>
                <a:schemeClr val="dk1"/>
              </a:solidFill>
            </a:endParaRPr>
          </a:p>
        </p:txBody>
      </p:sp>
      <p:sp>
        <p:nvSpPr>
          <p:cNvPr id="511" name="Google Shape;511;g13498dbd088_0_88"/>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13498dbd088_0_96"/>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Implementación</a:t>
            </a:r>
            <a:r>
              <a:rPr lang="es-ES"/>
              <a:t> RESTful</a:t>
            </a:r>
            <a:endParaRPr/>
          </a:p>
          <a:p>
            <a:pPr indent="0" lvl="0" marL="0" rtl="0" algn="l">
              <a:spcBef>
                <a:spcPts val="400"/>
              </a:spcBef>
              <a:spcAft>
                <a:spcPts val="0"/>
              </a:spcAft>
              <a:buNone/>
            </a:pPr>
            <a:r>
              <a:t/>
            </a:r>
            <a:endParaRPr/>
          </a:p>
        </p:txBody>
      </p:sp>
      <p:sp>
        <p:nvSpPr>
          <p:cNvPr id="517" name="Google Shape;517;g13498dbd088_0_96"/>
          <p:cNvSpPr/>
          <p:nvPr/>
        </p:nvSpPr>
        <p:spPr>
          <a:xfrm>
            <a:off x="294125" y="1647550"/>
            <a:ext cx="8555100" cy="1655400"/>
          </a:xfrm>
          <a:prstGeom prst="rect">
            <a:avLst/>
          </a:prstGeom>
          <a:noFill/>
          <a:ln>
            <a:noFill/>
          </a:ln>
        </p:spPr>
        <p:txBody>
          <a:bodyPr anchorCtr="0" anchor="t" bIns="45000" lIns="90000" spcFirstLastPara="1" rIns="90000" wrap="square" tIns="45000">
            <a:noAutofit/>
          </a:bodyPr>
          <a:lstStyle/>
          <a:p>
            <a:pPr indent="0" lvl="0" marL="0" rtl="0" algn="just">
              <a:lnSpc>
                <a:spcPct val="115000"/>
              </a:lnSpc>
              <a:spcBef>
                <a:spcPts val="1200"/>
              </a:spcBef>
              <a:spcAft>
                <a:spcPts val="0"/>
              </a:spcAft>
              <a:buSzPts val="1100"/>
              <a:buNone/>
            </a:pPr>
            <a:r>
              <a:rPr lang="es-ES" sz="1500">
                <a:solidFill>
                  <a:schemeClr val="dk1"/>
                </a:solidFill>
              </a:rPr>
              <a:t>REST es un estilo arquitectónico para diseñar aplicaciones de servicio web. Se refiere a un estilo de arquitectura web que tiene muchas características subyacentes y gobierna el comportamiento de los clientes y servidores. En pocas palabras, una API REST es una API que funciona encima del protocolo HTTP. Define un conjunto de funciones que los desarrolladores pueden usar para realizar solicitudes y recibir respuestas a través del protocolo HTTP como GET y POST.</a:t>
            </a:r>
            <a:endParaRPr sz="1500">
              <a:solidFill>
                <a:schemeClr val="dk1"/>
              </a:solidFill>
            </a:endParaRPr>
          </a:p>
          <a:p>
            <a:pPr indent="0" lvl="0" marL="0" rtl="0" algn="just">
              <a:lnSpc>
                <a:spcPct val="115000"/>
              </a:lnSpc>
              <a:spcBef>
                <a:spcPts val="1200"/>
              </a:spcBef>
              <a:spcAft>
                <a:spcPts val="0"/>
              </a:spcAft>
              <a:buSzPts val="1100"/>
              <a:buNone/>
            </a:pPr>
            <a:r>
              <a:rPr lang="es-ES" sz="1500">
                <a:solidFill>
                  <a:schemeClr val="dk1"/>
                </a:solidFill>
              </a:rPr>
              <a:t>El cumplimiento de las restricciones de la arquitectura REST generalmente se conoce como "RESTful". Una API puede considerarse "RESTful" si tiene las siguientes características:</a:t>
            </a:r>
            <a:endParaRPr sz="1500">
              <a:solidFill>
                <a:schemeClr val="dk1"/>
              </a:solidFill>
            </a:endParaRPr>
          </a:p>
          <a:p>
            <a:pPr indent="-323850" lvl="0" marL="457200" rtl="0" algn="just">
              <a:lnSpc>
                <a:spcPct val="115000"/>
              </a:lnSpc>
              <a:spcBef>
                <a:spcPts val="1200"/>
              </a:spcBef>
              <a:spcAft>
                <a:spcPts val="0"/>
              </a:spcAft>
              <a:buClr>
                <a:schemeClr val="dk1"/>
              </a:buClr>
              <a:buSzPts val="1500"/>
              <a:buChar char="●"/>
            </a:pPr>
            <a:r>
              <a:rPr b="1" lang="es-ES" sz="1500">
                <a:solidFill>
                  <a:schemeClr val="dk1"/>
                </a:solidFill>
              </a:rPr>
              <a:t>Cliente/servidor</a:t>
            </a:r>
            <a:r>
              <a:rPr lang="es-ES" sz="1500">
                <a:solidFill>
                  <a:schemeClr val="dk1"/>
                </a:solidFill>
              </a:rPr>
              <a:t> - El cliente maneja el front-end y el servidor maneja el back-end. Cualquiera de los dos puede ser reemplazado independientemente del otro.</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b="1" lang="es-ES" sz="1500">
                <a:solidFill>
                  <a:schemeClr val="dk1"/>
                </a:solidFill>
              </a:rPr>
              <a:t>Sin estado</a:t>
            </a:r>
            <a:r>
              <a:rPr lang="es-ES" sz="1500">
                <a:solidFill>
                  <a:schemeClr val="dk1"/>
                </a:solidFill>
              </a:rPr>
              <a:t> - No se almacenan datos del cliente en el servidor entre solicitudes. El estado de la sesión se almacena en el cliente.</a:t>
            </a:r>
            <a:endParaRPr sz="1500">
              <a:solidFill>
                <a:schemeClr val="dk1"/>
              </a:solidFill>
            </a:endParaRPr>
          </a:p>
          <a:p>
            <a:pPr indent="-323850" lvl="0" marL="457200" rtl="0" algn="just">
              <a:lnSpc>
                <a:spcPct val="115000"/>
              </a:lnSpc>
              <a:spcBef>
                <a:spcPts val="0"/>
              </a:spcBef>
              <a:spcAft>
                <a:spcPts val="0"/>
              </a:spcAft>
              <a:buClr>
                <a:schemeClr val="dk1"/>
              </a:buClr>
              <a:buSzPts val="1500"/>
              <a:buChar char="●"/>
            </a:pPr>
            <a:r>
              <a:rPr b="1" lang="es-ES" sz="1500">
                <a:solidFill>
                  <a:schemeClr val="dk1"/>
                </a:solidFill>
              </a:rPr>
              <a:t>Cacheable</a:t>
            </a:r>
            <a:r>
              <a:rPr lang="es-ES" sz="1500">
                <a:solidFill>
                  <a:schemeClr val="dk1"/>
                </a:solidFill>
              </a:rPr>
              <a:t> - los clientes pueden almacenar en caché las respuestas localmente para mejorar el rendimiento.</a:t>
            </a:r>
            <a:endParaRPr sz="1500">
              <a:solidFill>
                <a:schemeClr val="dk1"/>
              </a:solidFill>
            </a:endParaRPr>
          </a:p>
          <a:p>
            <a:pPr indent="0" lvl="0" marL="0" rtl="0" algn="just">
              <a:lnSpc>
                <a:spcPct val="115000"/>
              </a:lnSpc>
              <a:spcBef>
                <a:spcPts val="1200"/>
              </a:spcBef>
              <a:spcAft>
                <a:spcPts val="0"/>
              </a:spcAft>
              <a:buSzPts val="1100"/>
              <a:buNone/>
            </a:pPr>
            <a:r>
              <a:t/>
            </a:r>
            <a:endParaRPr sz="2000"/>
          </a:p>
          <a:p>
            <a:pPr indent="0" lvl="0" marL="0" rtl="0" algn="just">
              <a:lnSpc>
                <a:spcPct val="115000"/>
              </a:lnSpc>
              <a:spcBef>
                <a:spcPts val="1200"/>
              </a:spcBef>
              <a:spcAft>
                <a:spcPts val="0"/>
              </a:spcAft>
              <a:buSzPts val="1100"/>
              <a:buNone/>
            </a:pPr>
            <a:r>
              <a:t/>
            </a:r>
            <a:endParaRPr sz="2000"/>
          </a:p>
          <a:p>
            <a:pPr indent="0" lvl="0" marL="0" rtl="0" algn="just">
              <a:lnSpc>
                <a:spcPct val="115000"/>
              </a:lnSpc>
              <a:spcBef>
                <a:spcPts val="1200"/>
              </a:spcBef>
              <a:spcAft>
                <a:spcPts val="0"/>
              </a:spcAft>
              <a:buSzPts val="1100"/>
              <a:buNone/>
            </a:pPr>
            <a:r>
              <a:t/>
            </a:r>
            <a:endParaRPr sz="2000">
              <a:solidFill>
                <a:schemeClr val="dk1"/>
              </a:solidFill>
            </a:endParaRPr>
          </a:p>
          <a:p>
            <a:pPr indent="0" lvl="0" marL="0" rtl="0" algn="just">
              <a:lnSpc>
                <a:spcPct val="115000"/>
              </a:lnSpc>
              <a:spcBef>
                <a:spcPts val="1200"/>
              </a:spcBef>
              <a:spcAft>
                <a:spcPts val="0"/>
              </a:spcAft>
              <a:buSzPts val="1100"/>
              <a:buNone/>
            </a:pPr>
            <a:r>
              <a:t/>
            </a:r>
            <a:endParaRPr sz="2000">
              <a:solidFill>
                <a:schemeClr val="dk1"/>
              </a:solidFill>
            </a:endParaRPr>
          </a:p>
          <a:p>
            <a:pPr indent="0" lvl="0" marL="0" rtl="0" algn="just">
              <a:lnSpc>
                <a:spcPct val="115000"/>
              </a:lnSpc>
              <a:spcBef>
                <a:spcPts val="1200"/>
              </a:spcBef>
              <a:spcAft>
                <a:spcPts val="1200"/>
              </a:spcAft>
              <a:buSzPts val="1100"/>
              <a:buNone/>
            </a:pPr>
            <a:r>
              <a:t/>
            </a:r>
            <a:endParaRPr sz="2000">
              <a:solidFill>
                <a:schemeClr val="dk1"/>
              </a:solidFill>
            </a:endParaRPr>
          </a:p>
        </p:txBody>
      </p:sp>
      <p:sp>
        <p:nvSpPr>
          <p:cNvPr id="518" name="Google Shape;518;g13498dbd088_0_96"/>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13498dbd088_0_102"/>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Implementación RESTful</a:t>
            </a:r>
            <a:endParaRPr/>
          </a:p>
          <a:p>
            <a:pPr indent="0" lvl="0" marL="0" rtl="0" algn="l">
              <a:spcBef>
                <a:spcPts val="400"/>
              </a:spcBef>
              <a:spcAft>
                <a:spcPts val="0"/>
              </a:spcAft>
              <a:buNone/>
            </a:pPr>
            <a:r>
              <a:t/>
            </a:r>
            <a:endParaRPr/>
          </a:p>
        </p:txBody>
      </p:sp>
      <p:sp>
        <p:nvSpPr>
          <p:cNvPr id="524" name="Google Shape;524;g13498dbd088_0_102"/>
          <p:cNvSpPr/>
          <p:nvPr/>
        </p:nvSpPr>
        <p:spPr>
          <a:xfrm>
            <a:off x="294125" y="1647550"/>
            <a:ext cx="8555100" cy="32871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200"/>
              </a:spcBef>
              <a:spcAft>
                <a:spcPts val="0"/>
              </a:spcAft>
              <a:buNone/>
            </a:pPr>
            <a:r>
              <a:rPr lang="es-ES" sz="1700">
                <a:solidFill>
                  <a:schemeClr val="dk1"/>
                </a:solidFill>
              </a:rPr>
              <a:t>Un servicio web RESTful se implementa mediante HTTP. Es una colección de recursos con cuatro aspectos definidos:</a:t>
            </a:r>
            <a:endParaRPr sz="1700">
              <a:solidFill>
                <a:schemeClr val="dk1"/>
              </a:solidFill>
            </a:endParaRPr>
          </a:p>
          <a:p>
            <a:pPr indent="-336550" lvl="0" marL="457200" rtl="0" algn="l">
              <a:lnSpc>
                <a:spcPct val="115000"/>
              </a:lnSpc>
              <a:spcBef>
                <a:spcPts val="1200"/>
              </a:spcBef>
              <a:spcAft>
                <a:spcPts val="0"/>
              </a:spcAft>
              <a:buClr>
                <a:schemeClr val="dk1"/>
              </a:buClr>
              <a:buSzPts val="1700"/>
              <a:buChar char="●"/>
            </a:pPr>
            <a:r>
              <a:rPr lang="es-ES" sz="1700">
                <a:solidFill>
                  <a:schemeClr val="dk1"/>
                </a:solidFill>
              </a:rPr>
              <a:t>Identificador uniforme de recursos (URI) base para el servicio web, como</a:t>
            </a:r>
            <a:r>
              <a:rPr lang="es-ES" sz="1700">
                <a:solidFill>
                  <a:schemeClr val="dk1"/>
                </a:solidFill>
                <a:uFill>
                  <a:noFill/>
                </a:uFill>
                <a:hlinkClick r:id="rId3">
                  <a:extLst>
                    <a:ext uri="{A12FA001-AC4F-418D-AE19-62706E023703}">
                      <ahyp:hlinkClr val="tx"/>
                    </a:ext>
                  </a:extLst>
                </a:hlinkClick>
              </a:rPr>
              <a:t> </a:t>
            </a:r>
            <a:r>
              <a:rPr lang="es-ES" sz="1700" u="sng">
                <a:solidFill>
                  <a:schemeClr val="hlink"/>
                </a:solidFill>
                <a:hlinkClick r:id="rId4"/>
              </a:rPr>
              <a:t>http://example.com/resources</a:t>
            </a:r>
            <a:r>
              <a:rPr lang="es-ES" sz="1700">
                <a:solidFill>
                  <a:schemeClr val="dk1"/>
                </a:solidFill>
              </a:rPr>
              <a:t>.</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s-ES" sz="1700">
                <a:solidFill>
                  <a:schemeClr val="dk1"/>
                </a:solidFill>
              </a:rPr>
              <a:t>El formato de datos admitido por el servicio web. A menudo es JSON, YAML o XML, pero podría ser cualquier otro formato de datos que sea un estándar de hipertexto válido.</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s-ES" sz="1700">
                <a:solidFill>
                  <a:schemeClr val="dk1"/>
                </a:solidFill>
              </a:rPr>
              <a:t>El conjunto de operaciones admitidas por el servicio web mediante métodos HTTP.</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s-ES" sz="1700">
                <a:solidFill>
                  <a:schemeClr val="dk1"/>
                </a:solidFill>
              </a:rPr>
              <a:t>La API debe estar controlada por hipertexto.</a:t>
            </a:r>
            <a:endParaRPr sz="2100">
              <a:solidFill>
                <a:schemeClr val="dk1"/>
              </a:solidFill>
            </a:endParaRPr>
          </a:p>
          <a:p>
            <a:pPr indent="0" lvl="0" marL="0" rtl="0" algn="just">
              <a:lnSpc>
                <a:spcPct val="115000"/>
              </a:lnSpc>
              <a:spcBef>
                <a:spcPts val="1200"/>
              </a:spcBef>
              <a:spcAft>
                <a:spcPts val="0"/>
              </a:spcAft>
              <a:buSzPts val="1100"/>
              <a:buNone/>
            </a:pPr>
            <a:r>
              <a:t/>
            </a:r>
            <a:endParaRPr sz="2600"/>
          </a:p>
          <a:p>
            <a:pPr indent="0" lvl="0" marL="0" rtl="0" algn="just">
              <a:lnSpc>
                <a:spcPct val="115000"/>
              </a:lnSpc>
              <a:spcBef>
                <a:spcPts val="1200"/>
              </a:spcBef>
              <a:spcAft>
                <a:spcPts val="0"/>
              </a:spcAft>
              <a:buSzPts val="1100"/>
              <a:buNone/>
            </a:pPr>
            <a:r>
              <a:t/>
            </a:r>
            <a:endParaRPr sz="2600"/>
          </a:p>
          <a:p>
            <a:pPr indent="0" lvl="0" marL="0" rtl="0" algn="just">
              <a:lnSpc>
                <a:spcPct val="115000"/>
              </a:lnSpc>
              <a:spcBef>
                <a:spcPts val="1200"/>
              </a:spcBef>
              <a:spcAft>
                <a:spcPts val="0"/>
              </a:spcAft>
              <a:buSzPts val="1100"/>
              <a:buNone/>
            </a:pPr>
            <a:r>
              <a:t/>
            </a:r>
            <a:endParaRPr sz="2600">
              <a:solidFill>
                <a:schemeClr val="dk1"/>
              </a:solidFill>
            </a:endParaRPr>
          </a:p>
          <a:p>
            <a:pPr indent="0" lvl="0" marL="0" rtl="0" algn="just">
              <a:lnSpc>
                <a:spcPct val="115000"/>
              </a:lnSpc>
              <a:spcBef>
                <a:spcPts val="1200"/>
              </a:spcBef>
              <a:spcAft>
                <a:spcPts val="0"/>
              </a:spcAft>
              <a:buSzPts val="1100"/>
              <a:buNone/>
            </a:pPr>
            <a:r>
              <a:t/>
            </a:r>
            <a:endParaRPr sz="2600">
              <a:solidFill>
                <a:schemeClr val="dk1"/>
              </a:solidFill>
            </a:endParaRPr>
          </a:p>
          <a:p>
            <a:pPr indent="0" lvl="0" marL="0" rtl="0" algn="just">
              <a:lnSpc>
                <a:spcPct val="115000"/>
              </a:lnSpc>
              <a:spcBef>
                <a:spcPts val="1200"/>
              </a:spcBef>
              <a:spcAft>
                <a:spcPts val="1200"/>
              </a:spcAft>
              <a:buSzPts val="1100"/>
              <a:buNone/>
            </a:pPr>
            <a:r>
              <a:t/>
            </a:r>
            <a:endParaRPr sz="2600">
              <a:solidFill>
                <a:schemeClr val="dk1"/>
              </a:solidFill>
            </a:endParaRPr>
          </a:p>
        </p:txBody>
      </p:sp>
      <p:sp>
        <p:nvSpPr>
          <p:cNvPr id="525" name="Google Shape;525;g13498dbd088_0_102"/>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g13498dbd088_0_109"/>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Implementación RESTful</a:t>
            </a:r>
            <a:endParaRPr/>
          </a:p>
          <a:p>
            <a:pPr indent="0" lvl="0" marL="0" rtl="0" algn="l">
              <a:spcBef>
                <a:spcPts val="400"/>
              </a:spcBef>
              <a:spcAft>
                <a:spcPts val="0"/>
              </a:spcAft>
              <a:buNone/>
            </a:pPr>
            <a:r>
              <a:t/>
            </a:r>
            <a:endParaRPr/>
          </a:p>
        </p:txBody>
      </p:sp>
      <p:sp>
        <p:nvSpPr>
          <p:cNvPr id="531" name="Google Shape;531;g13498dbd088_0_109"/>
          <p:cNvSpPr/>
          <p:nvPr/>
        </p:nvSpPr>
        <p:spPr>
          <a:xfrm>
            <a:off x="294125" y="1647550"/>
            <a:ext cx="8555100" cy="3287100"/>
          </a:xfrm>
          <a:prstGeom prst="rect">
            <a:avLst/>
          </a:prstGeom>
          <a:noFill/>
          <a:ln>
            <a:noFill/>
          </a:ln>
        </p:spPr>
        <p:txBody>
          <a:bodyPr anchorCtr="0" anchor="t" bIns="45000" lIns="90000" spcFirstLastPara="1" rIns="90000" wrap="square" tIns="45000">
            <a:noAutofit/>
          </a:bodyPr>
          <a:lstStyle/>
          <a:p>
            <a:pPr indent="0" lvl="0" marL="457200" rtl="0" algn="ctr">
              <a:lnSpc>
                <a:spcPct val="115000"/>
              </a:lnSpc>
              <a:spcBef>
                <a:spcPts val="1200"/>
              </a:spcBef>
              <a:spcAft>
                <a:spcPts val="0"/>
              </a:spcAft>
              <a:buNone/>
            </a:pPr>
            <a:r>
              <a:rPr lang="es-ES" sz="1700">
                <a:solidFill>
                  <a:schemeClr val="dk1"/>
                </a:solidFill>
              </a:rPr>
              <a:t>Las API RESTful utilizan métodos HTTP comunes, como POST, GET, PUT, PATCH y DELETE. Como se muestra en la tabla siguiente, esto corresponde a operaciones RESTful: Crear, Leer, Actualizar y Eliminar (o CRUD).</a:t>
            </a:r>
            <a:endParaRPr sz="2100">
              <a:solidFill>
                <a:schemeClr val="dk1"/>
              </a:solidFill>
            </a:endParaRPr>
          </a:p>
          <a:p>
            <a:pPr indent="0" lvl="0" marL="0" rtl="0" algn="ctr">
              <a:lnSpc>
                <a:spcPct val="115000"/>
              </a:lnSpc>
              <a:spcBef>
                <a:spcPts val="1200"/>
              </a:spcBef>
              <a:spcAft>
                <a:spcPts val="0"/>
              </a:spcAft>
              <a:buSzPts val="1100"/>
              <a:buNone/>
            </a:pPr>
            <a:r>
              <a:t/>
            </a:r>
            <a:endParaRPr sz="2600"/>
          </a:p>
          <a:p>
            <a:pPr indent="0" lvl="0" marL="0" rtl="0" algn="ctr">
              <a:lnSpc>
                <a:spcPct val="115000"/>
              </a:lnSpc>
              <a:spcBef>
                <a:spcPts val="1200"/>
              </a:spcBef>
              <a:spcAft>
                <a:spcPts val="0"/>
              </a:spcAft>
              <a:buSzPts val="1100"/>
              <a:buNone/>
            </a:pPr>
            <a:r>
              <a:t/>
            </a:r>
            <a:endParaRPr sz="2600"/>
          </a:p>
          <a:p>
            <a:pPr indent="0" lvl="0" marL="0" rtl="0" algn="ctr">
              <a:lnSpc>
                <a:spcPct val="115000"/>
              </a:lnSpc>
              <a:spcBef>
                <a:spcPts val="1200"/>
              </a:spcBef>
              <a:spcAft>
                <a:spcPts val="0"/>
              </a:spcAft>
              <a:buSzPts val="1100"/>
              <a:buNone/>
            </a:pPr>
            <a:r>
              <a:t/>
            </a:r>
            <a:endParaRPr sz="2600">
              <a:solidFill>
                <a:schemeClr val="dk1"/>
              </a:solidFill>
            </a:endParaRPr>
          </a:p>
          <a:p>
            <a:pPr indent="0" lvl="0" marL="0" rtl="0" algn="ctr">
              <a:lnSpc>
                <a:spcPct val="115000"/>
              </a:lnSpc>
              <a:spcBef>
                <a:spcPts val="1200"/>
              </a:spcBef>
              <a:spcAft>
                <a:spcPts val="0"/>
              </a:spcAft>
              <a:buSzPts val="1100"/>
              <a:buNone/>
            </a:pPr>
            <a:r>
              <a:t/>
            </a:r>
            <a:endParaRPr sz="2600">
              <a:solidFill>
                <a:schemeClr val="dk1"/>
              </a:solidFill>
            </a:endParaRPr>
          </a:p>
          <a:p>
            <a:pPr indent="0" lvl="0" marL="0" rtl="0" algn="ctr">
              <a:lnSpc>
                <a:spcPct val="115000"/>
              </a:lnSpc>
              <a:spcBef>
                <a:spcPts val="1200"/>
              </a:spcBef>
              <a:spcAft>
                <a:spcPts val="1200"/>
              </a:spcAft>
              <a:buSzPts val="1100"/>
              <a:buNone/>
            </a:pPr>
            <a:r>
              <a:t/>
            </a:r>
            <a:endParaRPr sz="2600">
              <a:solidFill>
                <a:schemeClr val="dk1"/>
              </a:solidFill>
            </a:endParaRPr>
          </a:p>
        </p:txBody>
      </p:sp>
      <p:sp>
        <p:nvSpPr>
          <p:cNvPr id="532" name="Google Shape;532;g13498dbd088_0_109"/>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pic>
        <p:nvPicPr>
          <p:cNvPr id="533" name="Google Shape;533;g13498dbd088_0_109"/>
          <p:cNvPicPr preferRelativeResize="0"/>
          <p:nvPr/>
        </p:nvPicPr>
        <p:blipFill>
          <a:blip r:embed="rId3">
            <a:alphaModFix/>
          </a:blip>
          <a:stretch>
            <a:fillRect/>
          </a:stretch>
        </p:blipFill>
        <p:spPr>
          <a:xfrm>
            <a:off x="3270600" y="3069375"/>
            <a:ext cx="2885125" cy="25540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13498dbd088_0_117"/>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Ejemplo </a:t>
            </a:r>
            <a:r>
              <a:rPr lang="es-ES"/>
              <a:t>Implementación RESTful</a:t>
            </a:r>
            <a:endParaRPr/>
          </a:p>
          <a:p>
            <a:pPr indent="0" lvl="0" marL="0" rtl="0" algn="l">
              <a:spcBef>
                <a:spcPts val="400"/>
              </a:spcBef>
              <a:spcAft>
                <a:spcPts val="0"/>
              </a:spcAft>
              <a:buNone/>
            </a:pPr>
            <a:r>
              <a:t/>
            </a:r>
            <a:endParaRPr/>
          </a:p>
        </p:txBody>
      </p:sp>
      <p:sp>
        <p:nvSpPr>
          <p:cNvPr id="539" name="Google Shape;539;g13498dbd088_0_117"/>
          <p:cNvSpPr/>
          <p:nvPr/>
        </p:nvSpPr>
        <p:spPr>
          <a:xfrm>
            <a:off x="294125" y="1647550"/>
            <a:ext cx="8555100" cy="1595400"/>
          </a:xfrm>
          <a:prstGeom prst="rect">
            <a:avLst/>
          </a:prstGeom>
          <a:noFill/>
          <a:ln>
            <a:noFill/>
          </a:ln>
        </p:spPr>
        <p:txBody>
          <a:bodyPr anchorCtr="0" anchor="t" bIns="45000" lIns="90000" spcFirstLastPara="1" rIns="90000" wrap="square" tIns="45000">
            <a:noAutofit/>
          </a:bodyPr>
          <a:lstStyle/>
          <a:p>
            <a:pPr indent="0" lvl="0" marL="0" rtl="0" algn="just">
              <a:lnSpc>
                <a:spcPct val="115000"/>
              </a:lnSpc>
              <a:spcBef>
                <a:spcPts val="1200"/>
              </a:spcBef>
              <a:spcAft>
                <a:spcPts val="1200"/>
              </a:spcAft>
              <a:buNone/>
            </a:pPr>
            <a:r>
              <a:rPr lang="es-ES" sz="1700">
                <a:solidFill>
                  <a:schemeClr val="dk1"/>
                </a:solidFill>
              </a:rPr>
              <a:t>En la figura, la solicitud HTTP solicita datos con formato JSON. Si la solicitud se construye correctamente de acuerdo con la documentación de la API, el servidor responderá con datos JSON. La aplicación web de un cliente puede utilizar estos datos JSON para mostrar los datos. Por ejemplo, una aplicación de mapeo de teléfonos inteligentes muestra la ubicación de San José, California.</a:t>
            </a:r>
            <a:endParaRPr sz="2600">
              <a:solidFill>
                <a:schemeClr val="dk1"/>
              </a:solidFill>
            </a:endParaRPr>
          </a:p>
        </p:txBody>
      </p:sp>
      <p:sp>
        <p:nvSpPr>
          <p:cNvPr id="540" name="Google Shape;540;g13498dbd088_0_117"/>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pic>
        <p:nvPicPr>
          <p:cNvPr id="541" name="Google Shape;541;g13498dbd088_0_117"/>
          <p:cNvPicPr preferRelativeResize="0"/>
          <p:nvPr/>
        </p:nvPicPr>
        <p:blipFill>
          <a:blip r:embed="rId3">
            <a:alphaModFix/>
          </a:blip>
          <a:stretch>
            <a:fillRect/>
          </a:stretch>
        </p:blipFill>
        <p:spPr>
          <a:xfrm>
            <a:off x="1135975" y="3315575"/>
            <a:ext cx="6930627" cy="28703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13498dbd088_0_126"/>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URI, URN y URL</a:t>
            </a:r>
            <a:endParaRPr/>
          </a:p>
          <a:p>
            <a:pPr indent="0" lvl="0" marL="0" rtl="0" algn="l">
              <a:spcBef>
                <a:spcPts val="400"/>
              </a:spcBef>
              <a:spcAft>
                <a:spcPts val="0"/>
              </a:spcAft>
              <a:buNone/>
            </a:pPr>
            <a:r>
              <a:t/>
            </a:r>
            <a:endParaRPr/>
          </a:p>
        </p:txBody>
      </p:sp>
      <p:sp>
        <p:nvSpPr>
          <p:cNvPr id="547" name="Google Shape;547;g13498dbd088_0_126"/>
          <p:cNvSpPr/>
          <p:nvPr/>
        </p:nvSpPr>
        <p:spPr>
          <a:xfrm>
            <a:off x="294125" y="1647550"/>
            <a:ext cx="8555100" cy="1595400"/>
          </a:xfrm>
          <a:prstGeom prst="rect">
            <a:avLst/>
          </a:prstGeom>
          <a:noFill/>
          <a:ln>
            <a:noFill/>
          </a:ln>
        </p:spPr>
        <p:txBody>
          <a:bodyPr anchorCtr="0" anchor="t" bIns="45000" lIns="90000" spcFirstLastPara="1" rIns="90000" wrap="square" tIns="45000">
            <a:noAutofit/>
          </a:bodyPr>
          <a:lstStyle/>
          <a:p>
            <a:pPr indent="0" lvl="0" marL="0" rtl="0" algn="just">
              <a:lnSpc>
                <a:spcPct val="115000"/>
              </a:lnSpc>
              <a:spcBef>
                <a:spcPts val="1200"/>
              </a:spcBef>
              <a:spcAft>
                <a:spcPts val="0"/>
              </a:spcAft>
              <a:buNone/>
            </a:pPr>
            <a:r>
              <a:rPr lang="es-ES" sz="1300">
                <a:solidFill>
                  <a:schemeClr val="dk1"/>
                </a:solidFill>
              </a:rPr>
              <a:t>Los recursos web y los servicios web, como las API RESTful, se identifican mediante un URI. Un URI es una cadena de caracteres que identifica un recurso de red específico. Como se muestra en la figura, un URI tiene dos especializaciones:</a:t>
            </a:r>
            <a:endParaRPr sz="1300">
              <a:solidFill>
                <a:schemeClr val="dk1"/>
              </a:solidFill>
            </a:endParaRPr>
          </a:p>
          <a:p>
            <a:pPr indent="-311150" lvl="0" marL="457200" rtl="0" algn="just">
              <a:lnSpc>
                <a:spcPct val="115000"/>
              </a:lnSpc>
              <a:spcBef>
                <a:spcPts val="1200"/>
              </a:spcBef>
              <a:spcAft>
                <a:spcPts val="0"/>
              </a:spcAft>
              <a:buClr>
                <a:schemeClr val="dk1"/>
              </a:buClr>
              <a:buSzPts val="1300"/>
              <a:buChar char="●"/>
            </a:pPr>
            <a:r>
              <a:rPr b="1" lang="es-ES" sz="1300">
                <a:solidFill>
                  <a:schemeClr val="dk1"/>
                </a:solidFill>
              </a:rPr>
              <a:t>Nombre uniforme de recurso (URN):</a:t>
            </a:r>
            <a:r>
              <a:rPr lang="es-ES" sz="1300">
                <a:solidFill>
                  <a:schemeClr val="dk1"/>
                </a:solidFill>
              </a:rPr>
              <a:t> </a:t>
            </a:r>
            <a:r>
              <a:rPr lang="es-ES" sz="1300">
                <a:solidFill>
                  <a:schemeClr val="dk1"/>
                </a:solidFill>
              </a:rPr>
              <a:t>identifica</a:t>
            </a:r>
            <a:r>
              <a:rPr lang="es-ES" sz="1300">
                <a:solidFill>
                  <a:schemeClr val="dk1"/>
                </a:solidFill>
              </a:rPr>
              <a:t> solo el espacio de nombres del recurso (página web, documento, imagen, etc.) sin referencia al protocolo.</a:t>
            </a:r>
            <a:endParaRPr sz="1300">
              <a:solidFill>
                <a:schemeClr val="dk1"/>
              </a:solidFill>
            </a:endParaRPr>
          </a:p>
          <a:p>
            <a:pPr indent="-311150" lvl="0" marL="457200" rtl="0" algn="just">
              <a:lnSpc>
                <a:spcPct val="115000"/>
              </a:lnSpc>
              <a:spcBef>
                <a:spcPts val="0"/>
              </a:spcBef>
              <a:spcAft>
                <a:spcPts val="0"/>
              </a:spcAft>
              <a:buClr>
                <a:schemeClr val="dk1"/>
              </a:buClr>
              <a:buSzPts val="1300"/>
              <a:buChar char="●"/>
            </a:pPr>
            <a:r>
              <a:rPr b="1" lang="es-ES" sz="1300">
                <a:solidFill>
                  <a:schemeClr val="dk1"/>
                </a:solidFill>
              </a:rPr>
              <a:t>Localizador uniforme de recursos (URL):</a:t>
            </a:r>
            <a:r>
              <a:rPr lang="es-ES" sz="1300">
                <a:solidFill>
                  <a:schemeClr val="dk1"/>
                </a:solidFill>
              </a:rPr>
              <a:t> - define la ubicación de red de un recurso específico en la red. HTTP or HTTPS URLs se usan tipicamente con web browsers. Otros protocolos como FTP, SFTP, SSH y otros pueden usar una dirección URL. Una URL que usa SFTP podría tener el siguiente aspecto: sftp://sftp.example.com.</a:t>
            </a:r>
            <a:endParaRPr sz="1900">
              <a:solidFill>
                <a:schemeClr val="dk1"/>
              </a:solidFill>
            </a:endParaRPr>
          </a:p>
        </p:txBody>
      </p:sp>
      <p:sp>
        <p:nvSpPr>
          <p:cNvPr id="548" name="Google Shape;548;g13498dbd088_0_126"/>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pic>
        <p:nvPicPr>
          <p:cNvPr id="549" name="Google Shape;549;g13498dbd088_0_126"/>
          <p:cNvPicPr preferRelativeResize="0"/>
          <p:nvPr/>
        </p:nvPicPr>
        <p:blipFill>
          <a:blip r:embed="rId3">
            <a:alphaModFix/>
          </a:blip>
          <a:stretch>
            <a:fillRect/>
          </a:stretch>
        </p:blipFill>
        <p:spPr>
          <a:xfrm>
            <a:off x="1121974" y="4106575"/>
            <a:ext cx="6521525" cy="24665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g13498dbd088_0_142"/>
          <p:cNvSpPr txBox="1"/>
          <p:nvPr>
            <p:ph idx="1" type="body"/>
          </p:nvPr>
        </p:nvSpPr>
        <p:spPr>
          <a:xfrm>
            <a:off x="2579776" y="610700"/>
            <a:ext cx="6264300" cy="84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ES"/>
              <a:t>Anatomía de una solicitud RESTful</a:t>
            </a:r>
            <a:endParaRPr/>
          </a:p>
          <a:p>
            <a:pPr indent="0" lvl="0" marL="0" rtl="0" algn="l">
              <a:spcBef>
                <a:spcPts val="400"/>
              </a:spcBef>
              <a:spcAft>
                <a:spcPts val="0"/>
              </a:spcAft>
              <a:buNone/>
            </a:pPr>
            <a:r>
              <a:t/>
            </a:r>
            <a:endParaRPr/>
          </a:p>
        </p:txBody>
      </p:sp>
      <p:sp>
        <p:nvSpPr>
          <p:cNvPr id="555" name="Google Shape;555;g13498dbd088_0_142"/>
          <p:cNvSpPr/>
          <p:nvPr/>
        </p:nvSpPr>
        <p:spPr>
          <a:xfrm>
            <a:off x="294125" y="1647550"/>
            <a:ext cx="8555100" cy="1595400"/>
          </a:xfrm>
          <a:prstGeom prst="rect">
            <a:avLst/>
          </a:prstGeom>
          <a:noFill/>
          <a:ln>
            <a:noFill/>
          </a:ln>
        </p:spPr>
        <p:txBody>
          <a:bodyPr anchorCtr="0" anchor="t" bIns="45000" lIns="90000" spcFirstLastPara="1" rIns="90000" wrap="square" tIns="45000">
            <a:noAutofit/>
          </a:bodyPr>
          <a:lstStyle/>
          <a:p>
            <a:pPr indent="0" lvl="0" marL="457200" rtl="0" algn="ctr">
              <a:lnSpc>
                <a:spcPct val="115000"/>
              </a:lnSpc>
              <a:spcBef>
                <a:spcPts val="1200"/>
              </a:spcBef>
              <a:spcAft>
                <a:spcPts val="0"/>
              </a:spcAft>
              <a:buNone/>
            </a:pPr>
            <a:r>
              <a:rPr lang="es-ES" sz="1300">
                <a:solidFill>
                  <a:schemeClr val="dk1"/>
                </a:solidFill>
              </a:rPr>
              <a:t>En un servicio web RESTful, una solicitud realizada al URI de un recurso obtendrá una respuesta. La respuesta será una carga normalmente formateada en JSON, pero podría ser HTML, XML o algún otro formato. La figura muestra el URI de la API de direcciones de MapQuest. La solicitud de API es para indicaciones desde San José, California hasta Monterey, California.</a:t>
            </a:r>
            <a:endParaRPr sz="1300">
              <a:solidFill>
                <a:schemeClr val="dk1"/>
              </a:solidFill>
            </a:endParaRPr>
          </a:p>
          <a:p>
            <a:pPr indent="0" lvl="0" marL="457200" rtl="0" algn="ctr">
              <a:lnSpc>
                <a:spcPct val="115000"/>
              </a:lnSpc>
              <a:spcBef>
                <a:spcPts val="1200"/>
              </a:spcBef>
              <a:spcAft>
                <a:spcPts val="1200"/>
              </a:spcAft>
              <a:buNone/>
            </a:pPr>
            <a:r>
              <a:t/>
            </a:r>
            <a:endParaRPr sz="1300">
              <a:solidFill>
                <a:schemeClr val="dk1"/>
              </a:solidFill>
            </a:endParaRPr>
          </a:p>
        </p:txBody>
      </p:sp>
      <p:sp>
        <p:nvSpPr>
          <p:cNvPr id="556" name="Google Shape;556;g13498dbd088_0_142"/>
          <p:cNvSpPr txBox="1"/>
          <p:nvPr/>
        </p:nvSpPr>
        <p:spPr>
          <a:xfrm>
            <a:off x="132025" y="549825"/>
            <a:ext cx="3000000" cy="55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s-ES" sz="2400">
                <a:solidFill>
                  <a:schemeClr val="lt1"/>
                </a:solidFill>
              </a:rPr>
              <a:t>API</a:t>
            </a:r>
            <a:endParaRPr b="1">
              <a:solidFill>
                <a:schemeClr val="lt1"/>
              </a:solidFill>
            </a:endParaRPr>
          </a:p>
        </p:txBody>
      </p:sp>
      <p:pic>
        <p:nvPicPr>
          <p:cNvPr id="557" name="Google Shape;557;g13498dbd088_0_142"/>
          <p:cNvPicPr preferRelativeResize="0"/>
          <p:nvPr/>
        </p:nvPicPr>
        <p:blipFill>
          <a:blip r:embed="rId3">
            <a:alphaModFix/>
          </a:blip>
          <a:stretch>
            <a:fillRect/>
          </a:stretch>
        </p:blipFill>
        <p:spPr>
          <a:xfrm>
            <a:off x="596850" y="3242949"/>
            <a:ext cx="7949649" cy="24948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g135cfce776f_0_140"/>
          <p:cNvSpPr txBox="1"/>
          <p:nvPr>
            <p:ph type="title"/>
          </p:nvPr>
        </p:nvSpPr>
        <p:spPr>
          <a:xfrm>
            <a:off x="601284" y="4994314"/>
            <a:ext cx="2751000" cy="831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t>Que hemos aprendido hoy?</a:t>
            </a:r>
            <a:endParaRPr/>
          </a:p>
        </p:txBody>
      </p:sp>
      <p:sp>
        <p:nvSpPr>
          <p:cNvPr id="563" name="Google Shape;563;g135cfce776f_0_140"/>
          <p:cNvSpPr txBox="1"/>
          <p:nvPr>
            <p:ph idx="1" type="body"/>
          </p:nvPr>
        </p:nvSpPr>
        <p:spPr>
          <a:xfrm>
            <a:off x="3781601" y="4954565"/>
            <a:ext cx="5091300" cy="923400"/>
          </a:xfrm>
          <a:prstGeom prst="rect">
            <a:avLst/>
          </a:prstGeom>
          <a:noFill/>
          <a:ln>
            <a:noFill/>
          </a:ln>
        </p:spPr>
        <p:txBody>
          <a:bodyPr anchorCtr="0" anchor="t" bIns="0" lIns="0" spcFirstLastPara="1" rIns="0" wrap="square" tIns="0">
            <a:spAutoFit/>
          </a:bodyPr>
          <a:lstStyle/>
          <a:p>
            <a:pPr indent="-190500" lvl="0" marL="228600" rtl="0" algn="l">
              <a:lnSpc>
                <a:spcPct val="100000"/>
              </a:lnSpc>
              <a:spcBef>
                <a:spcPts val="0"/>
              </a:spcBef>
              <a:spcAft>
                <a:spcPts val="0"/>
              </a:spcAft>
              <a:buSzPts val="1200"/>
              <a:buChar char="●"/>
            </a:pPr>
            <a:r>
              <a:rPr lang="es-ES" sz="1200"/>
              <a:t>Compare los formatos de datos JSON, YAML y XML.</a:t>
            </a:r>
            <a:endParaRPr sz="1200"/>
          </a:p>
          <a:p>
            <a:pPr indent="-190500" lvl="0" marL="228600" rtl="0" algn="l">
              <a:lnSpc>
                <a:spcPct val="100000"/>
              </a:lnSpc>
              <a:spcBef>
                <a:spcPts val="0"/>
              </a:spcBef>
              <a:spcAft>
                <a:spcPts val="0"/>
              </a:spcAft>
              <a:buSzPts val="1200"/>
              <a:buChar char="●"/>
            </a:pPr>
            <a:r>
              <a:rPr lang="es-ES" sz="1200"/>
              <a:t>Explique cómo las API permiten las comunicaciones de equipo a equipo.</a:t>
            </a:r>
            <a:endParaRPr sz="1200"/>
          </a:p>
          <a:p>
            <a:pPr indent="-190500" lvl="0" marL="228600" rtl="0" algn="l">
              <a:lnSpc>
                <a:spcPct val="100000"/>
              </a:lnSpc>
              <a:spcBef>
                <a:spcPts val="0"/>
              </a:spcBef>
              <a:spcAft>
                <a:spcPts val="0"/>
              </a:spcAft>
              <a:buSzPts val="1200"/>
              <a:buChar char="●"/>
            </a:pPr>
            <a:r>
              <a:rPr lang="es-ES" sz="1200"/>
              <a:t>Explique cómo REST permite las comunicaciones de equipo a equipo.</a:t>
            </a:r>
            <a:endParaRPr sz="1200"/>
          </a:p>
          <a:p>
            <a:pPr indent="0" lvl="0" marL="228600" rtl="0" algn="l">
              <a:lnSpc>
                <a:spcPct val="100000"/>
              </a:lnSpc>
              <a:spcBef>
                <a:spcPts val="0"/>
              </a:spcBef>
              <a:spcAft>
                <a:spcPts val="0"/>
              </a:spcAft>
              <a:buNone/>
            </a:pPr>
            <a:r>
              <a:t/>
            </a:r>
            <a:endParaRPr sz="12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135cfce776f_0_145"/>
          <p:cNvSpPr txBox="1"/>
          <p:nvPr>
            <p:ph idx="1" type="body"/>
          </p:nvPr>
        </p:nvSpPr>
        <p:spPr>
          <a:xfrm>
            <a:off x="261092" y="686902"/>
            <a:ext cx="1975500" cy="369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solidFill>
                  <a:schemeClr val="lt1"/>
                </a:solidFill>
              </a:rPr>
              <a:t>Preguntas</a:t>
            </a:r>
            <a:endParaRPr>
              <a:solidFill>
                <a:schemeClr val="lt1"/>
              </a:solidFill>
            </a:endParaRPr>
          </a:p>
        </p:txBody>
      </p:sp>
      <p:sp>
        <p:nvSpPr>
          <p:cNvPr id="569" name="Google Shape;569;g135cfce776f_0_145"/>
          <p:cNvSpPr/>
          <p:nvPr/>
        </p:nvSpPr>
        <p:spPr>
          <a:xfrm>
            <a:off x="3163895" y="2177055"/>
            <a:ext cx="366935" cy="478346"/>
          </a:xfrm>
          <a:custGeom>
            <a:rect b="b" l="l" r="r" t="t"/>
            <a:pathLst>
              <a:path extrusionOk="0" h="787400" w="806450">
                <a:moveTo>
                  <a:pt x="402856" y="0"/>
                </a:moveTo>
                <a:lnTo>
                  <a:pt x="355902" y="2540"/>
                </a:lnTo>
                <a:lnTo>
                  <a:pt x="310527" y="10160"/>
                </a:lnTo>
                <a:lnTo>
                  <a:pt x="267035" y="22860"/>
                </a:lnTo>
                <a:lnTo>
                  <a:pt x="225730" y="40640"/>
                </a:lnTo>
                <a:lnTo>
                  <a:pt x="186918" y="62230"/>
                </a:lnTo>
                <a:lnTo>
                  <a:pt x="150902" y="87630"/>
                </a:lnTo>
                <a:lnTo>
                  <a:pt x="117988" y="115570"/>
                </a:lnTo>
                <a:lnTo>
                  <a:pt x="88479" y="148590"/>
                </a:lnTo>
                <a:lnTo>
                  <a:pt x="62681" y="182880"/>
                </a:lnTo>
                <a:lnTo>
                  <a:pt x="40897" y="220980"/>
                </a:lnTo>
                <a:lnTo>
                  <a:pt x="23433" y="261620"/>
                </a:lnTo>
                <a:lnTo>
                  <a:pt x="10592" y="304800"/>
                </a:lnTo>
                <a:lnTo>
                  <a:pt x="2679" y="347980"/>
                </a:lnTo>
                <a:lnTo>
                  <a:pt x="0" y="394970"/>
                </a:lnTo>
                <a:lnTo>
                  <a:pt x="2752" y="440690"/>
                </a:lnTo>
                <a:lnTo>
                  <a:pt x="10736" y="485140"/>
                </a:lnTo>
                <a:lnTo>
                  <a:pt x="23645" y="527050"/>
                </a:lnTo>
                <a:lnTo>
                  <a:pt x="41174" y="567690"/>
                </a:lnTo>
                <a:lnTo>
                  <a:pt x="63019" y="605790"/>
                </a:lnTo>
                <a:lnTo>
                  <a:pt x="88874" y="640080"/>
                </a:lnTo>
                <a:lnTo>
                  <a:pt x="118434" y="673100"/>
                </a:lnTo>
                <a:lnTo>
                  <a:pt x="151395" y="701040"/>
                </a:lnTo>
                <a:lnTo>
                  <a:pt x="187450" y="726440"/>
                </a:lnTo>
                <a:lnTo>
                  <a:pt x="226295" y="748030"/>
                </a:lnTo>
                <a:lnTo>
                  <a:pt x="267625" y="764540"/>
                </a:lnTo>
                <a:lnTo>
                  <a:pt x="311135" y="777240"/>
                </a:lnTo>
                <a:lnTo>
                  <a:pt x="356520" y="784860"/>
                </a:lnTo>
                <a:lnTo>
                  <a:pt x="403474" y="787400"/>
                </a:lnTo>
                <a:lnTo>
                  <a:pt x="450426" y="784860"/>
                </a:lnTo>
                <a:lnTo>
                  <a:pt x="495800" y="777240"/>
                </a:lnTo>
                <a:lnTo>
                  <a:pt x="539290" y="764540"/>
                </a:lnTo>
                <a:lnTo>
                  <a:pt x="545645" y="762000"/>
                </a:lnTo>
                <a:lnTo>
                  <a:pt x="390867" y="762000"/>
                </a:lnTo>
                <a:lnTo>
                  <a:pt x="368767" y="754380"/>
                </a:lnTo>
                <a:lnTo>
                  <a:pt x="318231" y="754380"/>
                </a:lnTo>
                <a:lnTo>
                  <a:pt x="270563" y="740410"/>
                </a:lnTo>
                <a:lnTo>
                  <a:pt x="225761" y="720090"/>
                </a:lnTo>
                <a:lnTo>
                  <a:pt x="184279" y="694690"/>
                </a:lnTo>
                <a:lnTo>
                  <a:pt x="146571" y="665480"/>
                </a:lnTo>
                <a:lnTo>
                  <a:pt x="165709" y="648970"/>
                </a:lnTo>
                <a:lnTo>
                  <a:pt x="167394" y="647700"/>
                </a:lnTo>
                <a:lnTo>
                  <a:pt x="128708" y="647700"/>
                </a:lnTo>
                <a:lnTo>
                  <a:pt x="94729" y="607060"/>
                </a:lnTo>
                <a:lnTo>
                  <a:pt x="66808" y="562610"/>
                </a:lnTo>
                <a:lnTo>
                  <a:pt x="45554" y="513080"/>
                </a:lnTo>
                <a:lnTo>
                  <a:pt x="31580" y="461010"/>
                </a:lnTo>
                <a:lnTo>
                  <a:pt x="25496" y="406400"/>
                </a:lnTo>
                <a:lnTo>
                  <a:pt x="805576" y="406400"/>
                </a:lnTo>
                <a:lnTo>
                  <a:pt x="806320" y="393700"/>
                </a:lnTo>
                <a:lnTo>
                  <a:pt x="805632" y="382270"/>
                </a:lnTo>
                <a:lnTo>
                  <a:pt x="25486" y="382270"/>
                </a:lnTo>
                <a:lnTo>
                  <a:pt x="31478" y="327660"/>
                </a:lnTo>
                <a:lnTo>
                  <a:pt x="45366" y="275590"/>
                </a:lnTo>
                <a:lnTo>
                  <a:pt x="66539" y="226060"/>
                </a:lnTo>
                <a:lnTo>
                  <a:pt x="94387" y="181610"/>
                </a:lnTo>
                <a:lnTo>
                  <a:pt x="128299" y="140970"/>
                </a:lnTo>
                <a:lnTo>
                  <a:pt x="166992" y="140970"/>
                </a:lnTo>
                <a:lnTo>
                  <a:pt x="165305" y="139700"/>
                </a:lnTo>
                <a:lnTo>
                  <a:pt x="183794" y="93980"/>
                </a:lnTo>
                <a:lnTo>
                  <a:pt x="225233" y="68580"/>
                </a:lnTo>
                <a:lnTo>
                  <a:pt x="270003" y="48260"/>
                </a:lnTo>
                <a:lnTo>
                  <a:pt x="317644" y="34290"/>
                </a:lnTo>
                <a:lnTo>
                  <a:pt x="367076" y="34290"/>
                </a:lnTo>
                <a:lnTo>
                  <a:pt x="390260" y="25400"/>
                </a:lnTo>
                <a:lnTo>
                  <a:pt x="544608" y="25400"/>
                </a:lnTo>
                <a:lnTo>
                  <a:pt x="538704" y="22860"/>
                </a:lnTo>
                <a:lnTo>
                  <a:pt x="495195" y="10160"/>
                </a:lnTo>
                <a:lnTo>
                  <a:pt x="449810" y="2540"/>
                </a:lnTo>
                <a:lnTo>
                  <a:pt x="402856" y="0"/>
                </a:lnTo>
                <a:close/>
              </a:path>
              <a:path extrusionOk="0" h="787400" w="806450">
                <a:moveTo>
                  <a:pt x="415882" y="566420"/>
                </a:moveTo>
                <a:lnTo>
                  <a:pt x="390710" y="566420"/>
                </a:lnTo>
                <a:lnTo>
                  <a:pt x="390867" y="762000"/>
                </a:lnTo>
                <a:lnTo>
                  <a:pt x="416039" y="762000"/>
                </a:lnTo>
                <a:lnTo>
                  <a:pt x="415882" y="566420"/>
                </a:lnTo>
                <a:close/>
              </a:path>
              <a:path extrusionOk="0" h="787400" w="806450">
                <a:moveTo>
                  <a:pt x="543501" y="566420"/>
                </a:moveTo>
                <a:lnTo>
                  <a:pt x="415882" y="566420"/>
                </a:lnTo>
                <a:lnTo>
                  <a:pt x="451986" y="568960"/>
                </a:lnTo>
                <a:lnTo>
                  <a:pt x="487065" y="575310"/>
                </a:lnTo>
                <a:lnTo>
                  <a:pt x="520959" y="584200"/>
                </a:lnTo>
                <a:lnTo>
                  <a:pt x="553511" y="596900"/>
                </a:lnTo>
                <a:lnTo>
                  <a:pt x="532961" y="648970"/>
                </a:lnTo>
                <a:lnTo>
                  <a:pt x="508285" y="692150"/>
                </a:lnTo>
                <a:lnTo>
                  <a:pt x="480136" y="726440"/>
                </a:lnTo>
                <a:lnTo>
                  <a:pt x="449170" y="750570"/>
                </a:lnTo>
                <a:lnTo>
                  <a:pt x="416039" y="762000"/>
                </a:lnTo>
                <a:lnTo>
                  <a:pt x="545645" y="762000"/>
                </a:lnTo>
                <a:lnTo>
                  <a:pt x="564708" y="754380"/>
                </a:lnTo>
                <a:lnTo>
                  <a:pt x="488697" y="754380"/>
                </a:lnTo>
                <a:lnTo>
                  <a:pt x="515038" y="726440"/>
                </a:lnTo>
                <a:lnTo>
                  <a:pt x="538796" y="693420"/>
                </a:lnTo>
                <a:lnTo>
                  <a:pt x="559650" y="652780"/>
                </a:lnTo>
                <a:lnTo>
                  <a:pt x="577280" y="607060"/>
                </a:lnTo>
                <a:lnTo>
                  <a:pt x="625750" y="607060"/>
                </a:lnTo>
                <a:lnTo>
                  <a:pt x="609764" y="596900"/>
                </a:lnTo>
                <a:lnTo>
                  <a:pt x="584652" y="582930"/>
                </a:lnTo>
                <a:lnTo>
                  <a:pt x="587124" y="572770"/>
                </a:lnTo>
                <a:lnTo>
                  <a:pt x="560642" y="572770"/>
                </a:lnTo>
                <a:lnTo>
                  <a:pt x="543501" y="566420"/>
                </a:lnTo>
                <a:close/>
              </a:path>
              <a:path extrusionOk="0" h="787400" w="806450">
                <a:moveTo>
                  <a:pt x="257683" y="608330"/>
                </a:moveTo>
                <a:lnTo>
                  <a:pt x="229406" y="608330"/>
                </a:lnTo>
                <a:lnTo>
                  <a:pt x="247096" y="652780"/>
                </a:lnTo>
                <a:lnTo>
                  <a:pt x="268015" y="693420"/>
                </a:lnTo>
                <a:lnTo>
                  <a:pt x="291836" y="726440"/>
                </a:lnTo>
                <a:lnTo>
                  <a:pt x="318231" y="754380"/>
                </a:lnTo>
                <a:lnTo>
                  <a:pt x="368767" y="754380"/>
                </a:lnTo>
                <a:lnTo>
                  <a:pt x="357718" y="750570"/>
                </a:lnTo>
                <a:lnTo>
                  <a:pt x="326719" y="727710"/>
                </a:lnTo>
                <a:lnTo>
                  <a:pt x="298523" y="692150"/>
                </a:lnTo>
                <a:lnTo>
                  <a:pt x="273784" y="648970"/>
                </a:lnTo>
                <a:lnTo>
                  <a:pt x="257683" y="608330"/>
                </a:lnTo>
                <a:close/>
              </a:path>
              <a:path extrusionOk="0" h="787400" w="806450">
                <a:moveTo>
                  <a:pt x="625750" y="607060"/>
                </a:moveTo>
                <a:lnTo>
                  <a:pt x="577280" y="607060"/>
                </a:lnTo>
                <a:lnTo>
                  <a:pt x="599508" y="619760"/>
                </a:lnTo>
                <a:lnTo>
                  <a:pt x="620775" y="633730"/>
                </a:lnTo>
                <a:lnTo>
                  <a:pt x="641019" y="648970"/>
                </a:lnTo>
                <a:lnTo>
                  <a:pt x="660178" y="664210"/>
                </a:lnTo>
                <a:lnTo>
                  <a:pt x="622522" y="694690"/>
                </a:lnTo>
                <a:lnTo>
                  <a:pt x="581085" y="720090"/>
                </a:lnTo>
                <a:lnTo>
                  <a:pt x="536325" y="739140"/>
                </a:lnTo>
                <a:lnTo>
                  <a:pt x="488697" y="754380"/>
                </a:lnTo>
                <a:lnTo>
                  <a:pt x="564708" y="754380"/>
                </a:lnTo>
                <a:lnTo>
                  <a:pt x="619405" y="726440"/>
                </a:lnTo>
                <a:lnTo>
                  <a:pt x="655419" y="701040"/>
                </a:lnTo>
                <a:lnTo>
                  <a:pt x="688333" y="671830"/>
                </a:lnTo>
                <a:lnTo>
                  <a:pt x="710760" y="647700"/>
                </a:lnTo>
                <a:lnTo>
                  <a:pt x="678021" y="647700"/>
                </a:lnTo>
                <a:lnTo>
                  <a:pt x="656519" y="628650"/>
                </a:lnTo>
                <a:lnTo>
                  <a:pt x="633743" y="612140"/>
                </a:lnTo>
                <a:lnTo>
                  <a:pt x="625750" y="607060"/>
                </a:lnTo>
                <a:close/>
              </a:path>
              <a:path extrusionOk="0" h="787400" w="806450">
                <a:moveTo>
                  <a:pt x="222579" y="406400"/>
                </a:moveTo>
                <a:lnTo>
                  <a:pt x="197397" y="406400"/>
                </a:lnTo>
                <a:lnTo>
                  <a:pt x="199598" y="454660"/>
                </a:lnTo>
                <a:lnTo>
                  <a:pt x="204522" y="499110"/>
                </a:lnTo>
                <a:lnTo>
                  <a:pt x="212030" y="543560"/>
                </a:lnTo>
                <a:lnTo>
                  <a:pt x="221982" y="584200"/>
                </a:lnTo>
                <a:lnTo>
                  <a:pt x="196883" y="596900"/>
                </a:lnTo>
                <a:lnTo>
                  <a:pt x="172926" y="612140"/>
                </a:lnTo>
                <a:lnTo>
                  <a:pt x="150179" y="629920"/>
                </a:lnTo>
                <a:lnTo>
                  <a:pt x="128708" y="647700"/>
                </a:lnTo>
                <a:lnTo>
                  <a:pt x="167394" y="647700"/>
                </a:lnTo>
                <a:lnTo>
                  <a:pt x="185935" y="633730"/>
                </a:lnTo>
                <a:lnTo>
                  <a:pt x="207188" y="619760"/>
                </a:lnTo>
                <a:lnTo>
                  <a:pt x="229406" y="608330"/>
                </a:lnTo>
                <a:lnTo>
                  <a:pt x="257683" y="608330"/>
                </a:lnTo>
                <a:lnTo>
                  <a:pt x="253154" y="596900"/>
                </a:lnTo>
                <a:lnTo>
                  <a:pt x="285673" y="584200"/>
                </a:lnTo>
                <a:lnTo>
                  <a:pt x="319545" y="575310"/>
                </a:lnTo>
                <a:lnTo>
                  <a:pt x="333571" y="572770"/>
                </a:lnTo>
                <a:lnTo>
                  <a:pt x="245971" y="572770"/>
                </a:lnTo>
                <a:lnTo>
                  <a:pt x="236590" y="534670"/>
                </a:lnTo>
                <a:lnTo>
                  <a:pt x="229449" y="494030"/>
                </a:lnTo>
                <a:lnTo>
                  <a:pt x="224722" y="450850"/>
                </a:lnTo>
                <a:lnTo>
                  <a:pt x="222579" y="406400"/>
                </a:lnTo>
                <a:close/>
              </a:path>
              <a:path extrusionOk="0" h="787400" w="806450">
                <a:moveTo>
                  <a:pt x="805576" y="406400"/>
                </a:moveTo>
                <a:lnTo>
                  <a:pt x="780845" y="406400"/>
                </a:lnTo>
                <a:lnTo>
                  <a:pt x="774852" y="461010"/>
                </a:lnTo>
                <a:lnTo>
                  <a:pt x="760964" y="513080"/>
                </a:lnTo>
                <a:lnTo>
                  <a:pt x="739789" y="561340"/>
                </a:lnTo>
                <a:lnTo>
                  <a:pt x="711938" y="607060"/>
                </a:lnTo>
                <a:lnTo>
                  <a:pt x="678021" y="647700"/>
                </a:lnTo>
                <a:lnTo>
                  <a:pt x="710760" y="647700"/>
                </a:lnTo>
                <a:lnTo>
                  <a:pt x="743640" y="604520"/>
                </a:lnTo>
                <a:lnTo>
                  <a:pt x="765423" y="566420"/>
                </a:lnTo>
                <a:lnTo>
                  <a:pt x="782888" y="527050"/>
                </a:lnTo>
                <a:lnTo>
                  <a:pt x="795728" y="483870"/>
                </a:lnTo>
                <a:lnTo>
                  <a:pt x="803641" y="439420"/>
                </a:lnTo>
                <a:lnTo>
                  <a:pt x="805576" y="406400"/>
                </a:lnTo>
                <a:close/>
              </a:path>
              <a:path extrusionOk="0" h="787400" w="806450">
                <a:moveTo>
                  <a:pt x="415746" y="406400"/>
                </a:moveTo>
                <a:lnTo>
                  <a:pt x="390574" y="406400"/>
                </a:lnTo>
                <a:lnTo>
                  <a:pt x="390689" y="542290"/>
                </a:lnTo>
                <a:lnTo>
                  <a:pt x="352754" y="544830"/>
                </a:lnTo>
                <a:lnTo>
                  <a:pt x="315880" y="551180"/>
                </a:lnTo>
                <a:lnTo>
                  <a:pt x="280230" y="560070"/>
                </a:lnTo>
                <a:lnTo>
                  <a:pt x="245971" y="572770"/>
                </a:lnTo>
                <a:lnTo>
                  <a:pt x="333571" y="572770"/>
                </a:lnTo>
                <a:lnTo>
                  <a:pt x="354610" y="568960"/>
                </a:lnTo>
                <a:lnTo>
                  <a:pt x="390710" y="566420"/>
                </a:lnTo>
                <a:lnTo>
                  <a:pt x="543501" y="566420"/>
                </a:lnTo>
                <a:lnTo>
                  <a:pt x="526360" y="560070"/>
                </a:lnTo>
                <a:lnTo>
                  <a:pt x="490699" y="551180"/>
                </a:lnTo>
                <a:lnTo>
                  <a:pt x="453817" y="544830"/>
                </a:lnTo>
                <a:lnTo>
                  <a:pt x="415872" y="542290"/>
                </a:lnTo>
                <a:lnTo>
                  <a:pt x="415746" y="406400"/>
                </a:lnTo>
                <a:close/>
              </a:path>
              <a:path extrusionOk="0" h="787400" w="806450">
                <a:moveTo>
                  <a:pt x="608934" y="406400"/>
                </a:moveTo>
                <a:lnTo>
                  <a:pt x="583762" y="406400"/>
                </a:lnTo>
                <a:lnTo>
                  <a:pt x="581694" y="450850"/>
                </a:lnTo>
                <a:lnTo>
                  <a:pt x="577036" y="492760"/>
                </a:lnTo>
                <a:lnTo>
                  <a:pt x="569960" y="534670"/>
                </a:lnTo>
                <a:lnTo>
                  <a:pt x="560642" y="572770"/>
                </a:lnTo>
                <a:lnTo>
                  <a:pt x="587124" y="572770"/>
                </a:lnTo>
                <a:lnTo>
                  <a:pt x="594540" y="542290"/>
                </a:lnTo>
                <a:lnTo>
                  <a:pt x="601980" y="499110"/>
                </a:lnTo>
                <a:lnTo>
                  <a:pt x="606826" y="453390"/>
                </a:lnTo>
                <a:lnTo>
                  <a:pt x="608934" y="406400"/>
                </a:lnTo>
                <a:close/>
              </a:path>
              <a:path extrusionOk="0" h="787400" w="806450">
                <a:moveTo>
                  <a:pt x="166992" y="140970"/>
                </a:moveTo>
                <a:lnTo>
                  <a:pt x="128299" y="140970"/>
                </a:lnTo>
                <a:lnTo>
                  <a:pt x="149797" y="158750"/>
                </a:lnTo>
                <a:lnTo>
                  <a:pt x="172573" y="176530"/>
                </a:lnTo>
                <a:lnTo>
                  <a:pt x="196554" y="191770"/>
                </a:lnTo>
                <a:lnTo>
                  <a:pt x="221668" y="204470"/>
                </a:lnTo>
                <a:lnTo>
                  <a:pt x="211784" y="245110"/>
                </a:lnTo>
                <a:lnTo>
                  <a:pt x="204344" y="288290"/>
                </a:lnTo>
                <a:lnTo>
                  <a:pt x="199496" y="334010"/>
                </a:lnTo>
                <a:lnTo>
                  <a:pt x="197386" y="382270"/>
                </a:lnTo>
                <a:lnTo>
                  <a:pt x="222558" y="382270"/>
                </a:lnTo>
                <a:lnTo>
                  <a:pt x="224630" y="337820"/>
                </a:lnTo>
                <a:lnTo>
                  <a:pt x="229288" y="294640"/>
                </a:lnTo>
                <a:lnTo>
                  <a:pt x="236361" y="254000"/>
                </a:lnTo>
                <a:lnTo>
                  <a:pt x="245678" y="215900"/>
                </a:lnTo>
                <a:lnTo>
                  <a:pt x="333286" y="215900"/>
                </a:lnTo>
                <a:lnTo>
                  <a:pt x="319254" y="213360"/>
                </a:lnTo>
                <a:lnTo>
                  <a:pt x="285365" y="204470"/>
                </a:lnTo>
                <a:lnTo>
                  <a:pt x="252829" y="191770"/>
                </a:lnTo>
                <a:lnTo>
                  <a:pt x="257339" y="180340"/>
                </a:lnTo>
                <a:lnTo>
                  <a:pt x="229040" y="180340"/>
                </a:lnTo>
                <a:lnTo>
                  <a:pt x="206813" y="168910"/>
                </a:lnTo>
                <a:lnTo>
                  <a:pt x="185549" y="154940"/>
                </a:lnTo>
                <a:lnTo>
                  <a:pt x="166992" y="140970"/>
                </a:lnTo>
                <a:close/>
              </a:path>
              <a:path extrusionOk="0" h="787400" w="806450">
                <a:moveTo>
                  <a:pt x="333286" y="215900"/>
                </a:moveTo>
                <a:lnTo>
                  <a:pt x="245678" y="215900"/>
                </a:lnTo>
                <a:lnTo>
                  <a:pt x="279963" y="228600"/>
                </a:lnTo>
                <a:lnTo>
                  <a:pt x="315629" y="237490"/>
                </a:lnTo>
                <a:lnTo>
                  <a:pt x="352511" y="243840"/>
                </a:lnTo>
                <a:lnTo>
                  <a:pt x="390448" y="246380"/>
                </a:lnTo>
                <a:lnTo>
                  <a:pt x="390553" y="382270"/>
                </a:lnTo>
                <a:lnTo>
                  <a:pt x="415746" y="382270"/>
                </a:lnTo>
                <a:lnTo>
                  <a:pt x="415631" y="246380"/>
                </a:lnTo>
                <a:lnTo>
                  <a:pt x="453566" y="243840"/>
                </a:lnTo>
                <a:lnTo>
                  <a:pt x="490441" y="237490"/>
                </a:lnTo>
                <a:lnTo>
                  <a:pt x="526094" y="227330"/>
                </a:lnTo>
                <a:lnTo>
                  <a:pt x="541323" y="222250"/>
                </a:lnTo>
                <a:lnTo>
                  <a:pt x="390438" y="222250"/>
                </a:lnTo>
                <a:lnTo>
                  <a:pt x="354333" y="219710"/>
                </a:lnTo>
                <a:lnTo>
                  <a:pt x="333286" y="215900"/>
                </a:lnTo>
                <a:close/>
              </a:path>
              <a:path extrusionOk="0" h="787400" w="806450">
                <a:moveTo>
                  <a:pt x="587148" y="215900"/>
                </a:moveTo>
                <a:lnTo>
                  <a:pt x="560359" y="215900"/>
                </a:lnTo>
                <a:lnTo>
                  <a:pt x="569739" y="254000"/>
                </a:lnTo>
                <a:lnTo>
                  <a:pt x="576876" y="294640"/>
                </a:lnTo>
                <a:lnTo>
                  <a:pt x="581600" y="337820"/>
                </a:lnTo>
                <a:lnTo>
                  <a:pt x="583741" y="382270"/>
                </a:lnTo>
                <a:lnTo>
                  <a:pt x="608923" y="382270"/>
                </a:lnTo>
                <a:lnTo>
                  <a:pt x="606733" y="334010"/>
                </a:lnTo>
                <a:lnTo>
                  <a:pt x="601811" y="288290"/>
                </a:lnTo>
                <a:lnTo>
                  <a:pt x="594302" y="245110"/>
                </a:lnTo>
                <a:lnTo>
                  <a:pt x="587148" y="215900"/>
                </a:lnTo>
                <a:close/>
              </a:path>
              <a:path extrusionOk="0" h="787400" w="806450">
                <a:moveTo>
                  <a:pt x="711538" y="140970"/>
                </a:moveTo>
                <a:lnTo>
                  <a:pt x="677612" y="140970"/>
                </a:lnTo>
                <a:lnTo>
                  <a:pt x="711592" y="181610"/>
                </a:lnTo>
                <a:lnTo>
                  <a:pt x="739515" y="226060"/>
                </a:lnTo>
                <a:lnTo>
                  <a:pt x="760770" y="274320"/>
                </a:lnTo>
                <a:lnTo>
                  <a:pt x="774744" y="326390"/>
                </a:lnTo>
                <a:lnTo>
                  <a:pt x="780824" y="381000"/>
                </a:lnTo>
                <a:lnTo>
                  <a:pt x="608923" y="382270"/>
                </a:lnTo>
                <a:lnTo>
                  <a:pt x="805632" y="382270"/>
                </a:lnTo>
                <a:lnTo>
                  <a:pt x="795585" y="303530"/>
                </a:lnTo>
                <a:lnTo>
                  <a:pt x="782676" y="261620"/>
                </a:lnTo>
                <a:lnTo>
                  <a:pt x="765148" y="220980"/>
                </a:lnTo>
                <a:lnTo>
                  <a:pt x="743304" y="182880"/>
                </a:lnTo>
                <a:lnTo>
                  <a:pt x="717450" y="147320"/>
                </a:lnTo>
                <a:lnTo>
                  <a:pt x="711538" y="140970"/>
                </a:lnTo>
                <a:close/>
              </a:path>
              <a:path extrusionOk="0" h="787400" w="806450">
                <a:moveTo>
                  <a:pt x="415453" y="25400"/>
                </a:moveTo>
                <a:lnTo>
                  <a:pt x="390260" y="25400"/>
                </a:lnTo>
                <a:lnTo>
                  <a:pt x="390438" y="222250"/>
                </a:lnTo>
                <a:lnTo>
                  <a:pt x="415610" y="222250"/>
                </a:lnTo>
                <a:lnTo>
                  <a:pt x="415453" y="25400"/>
                </a:lnTo>
                <a:close/>
              </a:path>
              <a:path extrusionOk="0" h="787400" w="806450">
                <a:moveTo>
                  <a:pt x="544608" y="25400"/>
                </a:moveTo>
                <a:lnTo>
                  <a:pt x="415453" y="25400"/>
                </a:lnTo>
                <a:lnTo>
                  <a:pt x="448606" y="36830"/>
                </a:lnTo>
                <a:lnTo>
                  <a:pt x="479611" y="60960"/>
                </a:lnTo>
                <a:lnTo>
                  <a:pt x="507813" y="95250"/>
                </a:lnTo>
                <a:lnTo>
                  <a:pt x="532554" y="139700"/>
                </a:lnTo>
                <a:lnTo>
                  <a:pt x="553176" y="191770"/>
                </a:lnTo>
                <a:lnTo>
                  <a:pt x="520651" y="203200"/>
                </a:lnTo>
                <a:lnTo>
                  <a:pt x="486777" y="213360"/>
                </a:lnTo>
                <a:lnTo>
                  <a:pt x="451710" y="219710"/>
                </a:lnTo>
                <a:lnTo>
                  <a:pt x="415610" y="222250"/>
                </a:lnTo>
                <a:lnTo>
                  <a:pt x="541323" y="222250"/>
                </a:lnTo>
                <a:lnTo>
                  <a:pt x="560359" y="215900"/>
                </a:lnTo>
                <a:lnTo>
                  <a:pt x="587148" y="215900"/>
                </a:lnTo>
                <a:lnTo>
                  <a:pt x="584348" y="204470"/>
                </a:lnTo>
                <a:lnTo>
                  <a:pt x="609437" y="190500"/>
                </a:lnTo>
                <a:lnTo>
                  <a:pt x="625407" y="180340"/>
                </a:lnTo>
                <a:lnTo>
                  <a:pt x="576924" y="180340"/>
                </a:lnTo>
                <a:lnTo>
                  <a:pt x="559230" y="134620"/>
                </a:lnTo>
                <a:lnTo>
                  <a:pt x="538312" y="95250"/>
                </a:lnTo>
                <a:lnTo>
                  <a:pt x="514493" y="60960"/>
                </a:lnTo>
                <a:lnTo>
                  <a:pt x="488100" y="34290"/>
                </a:lnTo>
                <a:lnTo>
                  <a:pt x="565273" y="34290"/>
                </a:lnTo>
                <a:lnTo>
                  <a:pt x="544608" y="25400"/>
                </a:lnTo>
                <a:close/>
              </a:path>
              <a:path extrusionOk="0" h="787400" w="806450">
                <a:moveTo>
                  <a:pt x="367076" y="34290"/>
                </a:moveTo>
                <a:lnTo>
                  <a:pt x="317644" y="34290"/>
                </a:lnTo>
                <a:lnTo>
                  <a:pt x="291296" y="60960"/>
                </a:lnTo>
                <a:lnTo>
                  <a:pt x="267531" y="95250"/>
                </a:lnTo>
                <a:lnTo>
                  <a:pt x="246671" y="134620"/>
                </a:lnTo>
                <a:lnTo>
                  <a:pt x="229040" y="180340"/>
                </a:lnTo>
                <a:lnTo>
                  <a:pt x="257339" y="180340"/>
                </a:lnTo>
                <a:lnTo>
                  <a:pt x="273374" y="139700"/>
                </a:lnTo>
                <a:lnTo>
                  <a:pt x="298043" y="95250"/>
                </a:lnTo>
                <a:lnTo>
                  <a:pt x="326184" y="60960"/>
                </a:lnTo>
                <a:lnTo>
                  <a:pt x="357141" y="38100"/>
                </a:lnTo>
                <a:lnTo>
                  <a:pt x="367076" y="34290"/>
                </a:lnTo>
                <a:close/>
              </a:path>
              <a:path extrusionOk="0" h="787400" w="806450">
                <a:moveTo>
                  <a:pt x="565273" y="34290"/>
                </a:moveTo>
                <a:lnTo>
                  <a:pt x="488100" y="34290"/>
                </a:lnTo>
                <a:lnTo>
                  <a:pt x="535766" y="48260"/>
                </a:lnTo>
                <a:lnTo>
                  <a:pt x="580564" y="68580"/>
                </a:lnTo>
                <a:lnTo>
                  <a:pt x="622043" y="93980"/>
                </a:lnTo>
                <a:lnTo>
                  <a:pt x="659749" y="123190"/>
                </a:lnTo>
                <a:lnTo>
                  <a:pt x="640603" y="139700"/>
                </a:lnTo>
                <a:lnTo>
                  <a:pt x="620379" y="154940"/>
                </a:lnTo>
                <a:lnTo>
                  <a:pt x="599133" y="167640"/>
                </a:lnTo>
                <a:lnTo>
                  <a:pt x="576924" y="180340"/>
                </a:lnTo>
                <a:lnTo>
                  <a:pt x="625407" y="180340"/>
                </a:lnTo>
                <a:lnTo>
                  <a:pt x="633391" y="175260"/>
                </a:lnTo>
                <a:lnTo>
                  <a:pt x="656140" y="158750"/>
                </a:lnTo>
                <a:lnTo>
                  <a:pt x="677612" y="140970"/>
                </a:lnTo>
                <a:lnTo>
                  <a:pt x="711538" y="140970"/>
                </a:lnTo>
                <a:lnTo>
                  <a:pt x="687891" y="115570"/>
                </a:lnTo>
                <a:lnTo>
                  <a:pt x="654932" y="86360"/>
                </a:lnTo>
                <a:lnTo>
                  <a:pt x="618877" y="60960"/>
                </a:lnTo>
                <a:lnTo>
                  <a:pt x="580033" y="40640"/>
                </a:lnTo>
                <a:lnTo>
                  <a:pt x="565273" y="34290"/>
                </a:lnTo>
                <a:close/>
              </a:path>
            </a:pathLst>
          </a:custGeom>
          <a:solidFill>
            <a:srgbClr val="2E2D2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pic>
        <p:nvPicPr>
          <p:cNvPr id="570" name="Google Shape;570;g135cfce776f_0_145"/>
          <p:cNvPicPr preferRelativeResize="0"/>
          <p:nvPr/>
        </p:nvPicPr>
        <p:blipFill rotWithShape="1">
          <a:blip r:embed="rId3">
            <a:alphaModFix/>
          </a:blip>
          <a:srcRect b="0" l="0" r="0" t="0"/>
          <a:stretch/>
        </p:blipFill>
        <p:spPr>
          <a:xfrm>
            <a:off x="3163893" y="869992"/>
            <a:ext cx="469268" cy="255893"/>
          </a:xfrm>
          <a:prstGeom prst="rect">
            <a:avLst/>
          </a:prstGeom>
          <a:noFill/>
          <a:ln>
            <a:noFill/>
          </a:ln>
        </p:spPr>
      </p:pic>
      <p:sp>
        <p:nvSpPr>
          <p:cNvPr id="571" name="Google Shape;571;g135cfce776f_0_145"/>
          <p:cNvSpPr txBox="1"/>
          <p:nvPr/>
        </p:nvSpPr>
        <p:spPr>
          <a:xfrm>
            <a:off x="3782587" y="757025"/>
            <a:ext cx="4196100" cy="1484700"/>
          </a:xfrm>
          <a:prstGeom prst="rect">
            <a:avLst/>
          </a:prstGeom>
          <a:noFill/>
          <a:ln>
            <a:noFill/>
          </a:ln>
        </p:spPr>
        <p:txBody>
          <a:bodyPr anchorCtr="0" anchor="t" bIns="0" lIns="0" spcFirstLastPara="1" rIns="0" wrap="square" tIns="46200">
            <a:spAutoFit/>
          </a:bodyPr>
          <a:lstStyle/>
          <a:p>
            <a:pPr indent="0" lvl="0" marL="0" marR="0" rtl="0" algn="l">
              <a:lnSpc>
                <a:spcPct val="115000"/>
              </a:lnSpc>
              <a:spcBef>
                <a:spcPts val="700"/>
              </a:spcBef>
              <a:spcAft>
                <a:spcPts val="0"/>
              </a:spcAft>
              <a:buClr>
                <a:srgbClr val="000000"/>
              </a:buClr>
              <a:buSzPts val="600"/>
              <a:buFont typeface="Arial"/>
              <a:buNone/>
            </a:pPr>
            <a:r>
              <a:rPr b="1" lang="es-ES" sz="1800">
                <a:solidFill>
                  <a:srgbClr val="9EA4A8"/>
                </a:solidFill>
              </a:rPr>
              <a:t>De </a:t>
            </a:r>
            <a:r>
              <a:rPr b="1" lang="es-ES" sz="1800">
                <a:solidFill>
                  <a:srgbClr val="9EA4A8"/>
                </a:solidFill>
              </a:rPr>
              <a:t>qué</a:t>
            </a:r>
            <a:r>
              <a:rPr b="1" lang="es-ES" sz="1800">
                <a:solidFill>
                  <a:srgbClr val="9EA4A8"/>
                </a:solidFill>
              </a:rPr>
              <a:t> forma 2 sistemas que hablan distinto lenguaje de programación logran intercambiar información</a:t>
            </a:r>
            <a:r>
              <a:rPr b="1" lang="es-ES" sz="1800">
                <a:solidFill>
                  <a:srgbClr val="9EA4A8"/>
                </a:solidFill>
              </a:rPr>
              <a:t>?</a:t>
            </a:r>
            <a:endParaRPr b="1" i="0" sz="700" u="none" cap="none" strike="noStrike">
              <a:solidFill>
                <a:schemeClr val="dk1"/>
              </a:solidFill>
              <a:latin typeface="Arial"/>
              <a:ea typeface="Arial"/>
              <a:cs typeface="Arial"/>
              <a:sym typeface="Arial"/>
            </a:endParaRPr>
          </a:p>
          <a:p>
            <a:pPr indent="0" lvl="0" marL="12700" marR="0" rtl="0" algn="just">
              <a:lnSpc>
                <a:spcPct val="100000"/>
              </a:lnSpc>
              <a:spcBef>
                <a:spcPts val="200"/>
              </a:spcBef>
              <a:spcAft>
                <a:spcPts val="0"/>
              </a:spcAft>
              <a:buClr>
                <a:srgbClr val="000000"/>
              </a:buClr>
              <a:buSzPts val="1800"/>
              <a:buFont typeface="Arial"/>
              <a:buNone/>
            </a:pPr>
            <a:r>
              <a:t/>
            </a:r>
            <a:endParaRPr b="1" i="0" sz="1800" u="none" cap="none" strike="noStrike">
              <a:solidFill>
                <a:srgbClr val="9EA4A8"/>
              </a:solidFill>
              <a:latin typeface="Arial"/>
              <a:ea typeface="Arial"/>
              <a:cs typeface="Arial"/>
              <a:sym typeface="Arial"/>
            </a:endParaRPr>
          </a:p>
          <a:p>
            <a:pPr indent="0" lvl="0" marL="25400" marR="0" rtl="0" algn="ctr">
              <a:lnSpc>
                <a:spcPct val="101499"/>
              </a:lnSpc>
              <a:spcBef>
                <a:spcPts val="200"/>
              </a:spcBef>
              <a:spcAft>
                <a:spcPts val="0"/>
              </a:spcAft>
              <a:buClr>
                <a:srgbClr val="000000"/>
              </a:buClr>
              <a:buSzPts val="1000"/>
              <a:buFont typeface="Arial"/>
              <a:buNone/>
            </a:pPr>
            <a:r>
              <a:t/>
            </a:r>
            <a:endParaRPr b="1" i="0" sz="1000" u="none" cap="none" strike="noStrike">
              <a:solidFill>
                <a:schemeClr val="dk1"/>
              </a:solidFill>
              <a:latin typeface="Arial"/>
              <a:ea typeface="Arial"/>
              <a:cs typeface="Arial"/>
              <a:sym typeface="Arial"/>
            </a:endParaRPr>
          </a:p>
        </p:txBody>
      </p:sp>
      <p:sp>
        <p:nvSpPr>
          <p:cNvPr id="572" name="Google Shape;572;g135cfce776f_0_145"/>
          <p:cNvSpPr txBox="1"/>
          <p:nvPr/>
        </p:nvSpPr>
        <p:spPr>
          <a:xfrm>
            <a:off x="3782587" y="2135963"/>
            <a:ext cx="4196100" cy="1182000"/>
          </a:xfrm>
          <a:prstGeom prst="rect">
            <a:avLst/>
          </a:prstGeom>
          <a:noFill/>
          <a:ln>
            <a:noFill/>
          </a:ln>
        </p:spPr>
        <p:txBody>
          <a:bodyPr anchorCtr="0" anchor="t" bIns="0" lIns="0" spcFirstLastPara="1" rIns="0" wrap="square" tIns="46200">
            <a:spAutoFit/>
          </a:bodyPr>
          <a:lstStyle/>
          <a:p>
            <a:pPr indent="0" lvl="0" marL="0" marR="0" rtl="0" algn="l">
              <a:lnSpc>
                <a:spcPct val="115000"/>
              </a:lnSpc>
              <a:spcBef>
                <a:spcPts val="700"/>
              </a:spcBef>
              <a:spcAft>
                <a:spcPts val="0"/>
              </a:spcAft>
              <a:buClr>
                <a:srgbClr val="000000"/>
              </a:buClr>
              <a:buSzPts val="600"/>
              <a:buFont typeface="Arial"/>
              <a:buNone/>
            </a:pPr>
            <a:r>
              <a:rPr b="1" lang="es-ES" sz="1800">
                <a:solidFill>
                  <a:srgbClr val="9EA4A8"/>
                </a:solidFill>
              </a:rPr>
              <a:t>¿Qué</a:t>
            </a:r>
            <a:r>
              <a:rPr b="1" lang="es-ES" sz="1800">
                <a:solidFill>
                  <a:srgbClr val="9EA4A8"/>
                </a:solidFill>
              </a:rPr>
              <a:t> herramientas existen para el desarrollo de una comunicación entre Sistemas por Internet?</a:t>
            </a:r>
            <a:endParaRPr b="1" i="0" sz="700" u="none" cap="none" strike="noStrike">
              <a:solidFill>
                <a:schemeClr val="dk1"/>
              </a:solidFill>
              <a:latin typeface="Arial"/>
              <a:ea typeface="Arial"/>
              <a:cs typeface="Arial"/>
              <a:sym typeface="Arial"/>
            </a:endParaRPr>
          </a:p>
          <a:p>
            <a:pPr indent="0" lvl="0" marL="25400" marR="0" rtl="0" algn="ctr">
              <a:lnSpc>
                <a:spcPct val="101499"/>
              </a:lnSpc>
              <a:spcBef>
                <a:spcPts val="20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p:txBody>
      </p:sp>
      <p:sp>
        <p:nvSpPr>
          <p:cNvPr id="573" name="Google Shape;573;g135cfce776f_0_145"/>
          <p:cNvSpPr txBox="1"/>
          <p:nvPr/>
        </p:nvSpPr>
        <p:spPr>
          <a:xfrm>
            <a:off x="3721981" y="3818059"/>
            <a:ext cx="4196100" cy="1182000"/>
          </a:xfrm>
          <a:prstGeom prst="rect">
            <a:avLst/>
          </a:prstGeom>
          <a:noFill/>
          <a:ln>
            <a:noFill/>
          </a:ln>
        </p:spPr>
        <p:txBody>
          <a:bodyPr anchorCtr="0" anchor="t" bIns="0" lIns="0" spcFirstLastPara="1" rIns="0" wrap="square" tIns="46200">
            <a:spAutoFit/>
          </a:bodyPr>
          <a:lstStyle/>
          <a:p>
            <a:pPr indent="0" lvl="0" marL="0" marR="0" rtl="0" algn="l">
              <a:lnSpc>
                <a:spcPct val="115000"/>
              </a:lnSpc>
              <a:spcBef>
                <a:spcPts val="700"/>
              </a:spcBef>
              <a:spcAft>
                <a:spcPts val="0"/>
              </a:spcAft>
              <a:buClr>
                <a:srgbClr val="000000"/>
              </a:buClr>
              <a:buSzPts val="600"/>
              <a:buFont typeface="Arial"/>
              <a:buNone/>
            </a:pPr>
            <a:r>
              <a:rPr b="1" lang="es-ES" sz="1800">
                <a:solidFill>
                  <a:srgbClr val="9EA4A8"/>
                </a:solidFill>
              </a:rPr>
              <a:t>¿Sabes que existen programas que automatizan esas tareas para redes empresariales? </a:t>
            </a:r>
            <a:endParaRPr b="1" i="0" sz="700" u="none" cap="none" strike="noStrike">
              <a:solidFill>
                <a:schemeClr val="dk1"/>
              </a:solidFill>
              <a:latin typeface="Arial"/>
              <a:ea typeface="Arial"/>
              <a:cs typeface="Arial"/>
              <a:sym typeface="Arial"/>
            </a:endParaRPr>
          </a:p>
          <a:p>
            <a:pPr indent="0" lvl="0" marL="25400" marR="0" rtl="0" algn="ctr">
              <a:lnSpc>
                <a:spcPct val="101499"/>
              </a:lnSpc>
              <a:spcBef>
                <a:spcPts val="200"/>
              </a:spcBef>
              <a:spcAft>
                <a:spcPts val="0"/>
              </a:spcAft>
              <a:buClr>
                <a:srgbClr val="000000"/>
              </a:buClr>
              <a:buSzPts val="1000"/>
              <a:buFont typeface="Arial"/>
              <a:buNone/>
            </a:pPr>
            <a:r>
              <a:t/>
            </a:r>
            <a:endParaRPr b="0" i="0" sz="1000" u="none" cap="none" strike="noStrike">
              <a:solidFill>
                <a:schemeClr val="dk1"/>
              </a:solidFill>
              <a:latin typeface="Arial"/>
              <a:ea typeface="Arial"/>
              <a:cs typeface="Arial"/>
              <a:sym typeface="Arial"/>
            </a:endParaRPr>
          </a:p>
        </p:txBody>
      </p:sp>
      <p:pic>
        <p:nvPicPr>
          <p:cNvPr id="574" name="Google Shape;574;g135cfce776f_0_145"/>
          <p:cNvPicPr preferRelativeResize="0"/>
          <p:nvPr/>
        </p:nvPicPr>
        <p:blipFill rotWithShape="1">
          <a:blip r:embed="rId3">
            <a:alphaModFix/>
          </a:blip>
          <a:srcRect b="0" l="0" r="0" t="0"/>
          <a:stretch/>
        </p:blipFill>
        <p:spPr>
          <a:xfrm>
            <a:off x="3061430" y="3988894"/>
            <a:ext cx="469268" cy="25589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g135cfce776f_0_155"/>
          <p:cNvSpPr txBox="1"/>
          <p:nvPr>
            <p:ph idx="1" type="body"/>
          </p:nvPr>
        </p:nvSpPr>
        <p:spPr>
          <a:xfrm>
            <a:off x="261092" y="686902"/>
            <a:ext cx="1975500" cy="369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700"/>
              <a:buNone/>
            </a:pPr>
            <a:r>
              <a:rPr lang="es-ES">
                <a:solidFill>
                  <a:schemeClr val="lt1"/>
                </a:solidFill>
              </a:rPr>
              <a:t>Bibliografía</a:t>
            </a:r>
            <a:endParaRPr>
              <a:solidFill>
                <a:schemeClr val="lt1"/>
              </a:solidFill>
            </a:endParaRPr>
          </a:p>
        </p:txBody>
      </p:sp>
      <p:pic>
        <p:nvPicPr>
          <p:cNvPr id="580" name="Google Shape;580;g135cfce776f_0_155"/>
          <p:cNvPicPr preferRelativeResize="0"/>
          <p:nvPr/>
        </p:nvPicPr>
        <p:blipFill rotWithShape="1">
          <a:blip r:embed="rId3">
            <a:alphaModFix/>
          </a:blip>
          <a:srcRect b="0" l="0" r="0" t="0"/>
          <a:stretch/>
        </p:blipFill>
        <p:spPr>
          <a:xfrm>
            <a:off x="649283" y="2938607"/>
            <a:ext cx="469268" cy="255893"/>
          </a:xfrm>
          <a:prstGeom prst="rect">
            <a:avLst/>
          </a:prstGeom>
          <a:noFill/>
          <a:ln>
            <a:noFill/>
          </a:ln>
        </p:spPr>
      </p:pic>
      <p:sp>
        <p:nvSpPr>
          <p:cNvPr id="581" name="Google Shape;581;g135cfce776f_0_155"/>
          <p:cNvSpPr txBox="1"/>
          <p:nvPr/>
        </p:nvSpPr>
        <p:spPr>
          <a:xfrm>
            <a:off x="1357653" y="2058024"/>
            <a:ext cx="7394400" cy="980400"/>
          </a:xfrm>
          <a:prstGeom prst="rect">
            <a:avLst/>
          </a:prstGeom>
          <a:noFill/>
          <a:ln>
            <a:noFill/>
          </a:ln>
        </p:spPr>
        <p:txBody>
          <a:bodyPr anchorCtr="0" anchor="t" bIns="0" lIns="0" spcFirstLastPara="1" rIns="0" wrap="square" tIns="46200">
            <a:spAutoFit/>
          </a:bodyPr>
          <a:lstStyle/>
          <a:p>
            <a:pPr indent="0" lvl="0" marL="12700" marR="0" rtl="0" algn="l">
              <a:lnSpc>
                <a:spcPct val="100000"/>
              </a:lnSpc>
              <a:spcBef>
                <a:spcPts val="0"/>
              </a:spcBef>
              <a:spcAft>
                <a:spcPts val="0"/>
              </a:spcAft>
              <a:buClr>
                <a:schemeClr val="dk1"/>
              </a:buClr>
              <a:buSzPts val="1100"/>
              <a:buFont typeface="Arial"/>
              <a:buNone/>
            </a:pPr>
            <a:r>
              <a:rPr b="1" lang="es-ES">
                <a:solidFill>
                  <a:schemeClr val="dk1"/>
                </a:solidFill>
              </a:rPr>
              <a:t>3.2.1 Vigouroux, C. (2019). Aprender a desarrollar con JavaScript.</a:t>
            </a:r>
            <a:endParaRPr b="1">
              <a:solidFill>
                <a:schemeClr val="dk1"/>
              </a:solidFill>
            </a:endParaRPr>
          </a:p>
          <a:p>
            <a:pPr indent="0" lvl="0" marL="12700" marR="0" rtl="0" algn="l">
              <a:lnSpc>
                <a:spcPct val="100000"/>
              </a:lnSpc>
              <a:spcBef>
                <a:spcPts val="0"/>
              </a:spcBef>
              <a:spcAft>
                <a:spcPts val="0"/>
              </a:spcAft>
              <a:buClr>
                <a:srgbClr val="000000"/>
              </a:buClr>
              <a:buSzPts val="600"/>
              <a:buFont typeface="Arial"/>
              <a:buNone/>
            </a:pPr>
            <a:r>
              <a:t/>
            </a:r>
            <a:endParaRPr b="1">
              <a:solidFill>
                <a:schemeClr val="dk1"/>
              </a:solidFill>
            </a:endParaRPr>
          </a:p>
          <a:p>
            <a:pPr indent="0" lvl="0" marL="0" rtl="0" algn="l">
              <a:spcBef>
                <a:spcPts val="0"/>
              </a:spcBef>
              <a:spcAft>
                <a:spcPts val="0"/>
              </a:spcAft>
              <a:buClr>
                <a:schemeClr val="dk1"/>
              </a:buClr>
              <a:buFont typeface="Arial"/>
              <a:buNone/>
            </a:pPr>
            <a:r>
              <a:rPr b="1" lang="es-ES">
                <a:solidFill>
                  <a:schemeClr val="dk1"/>
                </a:solidFill>
              </a:rPr>
              <a:t>3.2.2 SMITH, B. E. N. (2015). Beginning JSON.</a:t>
            </a:r>
            <a:endParaRPr b="1">
              <a:solidFill>
                <a:schemeClr val="dk1"/>
              </a:solidFill>
            </a:endParaRPr>
          </a:p>
          <a:p>
            <a:pPr indent="0" lvl="0" marL="0" marR="0" rtl="0" algn="l">
              <a:lnSpc>
                <a:spcPct val="101499"/>
              </a:lnSpc>
              <a:spcBef>
                <a:spcPts val="200"/>
              </a:spcBef>
              <a:spcAft>
                <a:spcPts val="0"/>
              </a:spcAft>
              <a:buClr>
                <a:srgbClr val="000000"/>
              </a:buClr>
              <a:buSzPts val="1700"/>
              <a:buFont typeface="Arial"/>
              <a:buNone/>
            </a:pPr>
            <a:r>
              <a:t/>
            </a:r>
            <a:endParaRPr b="1" i="0" sz="17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Maricel Escobar Mella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Presentación en pantalla (4:3)</vt:lpwstr>
  </property>
  <property fmtid="{D5CDD505-2E9C-101B-9397-08002B2CF9AE}" pid="4" name="Slides">
    <vt:i4>39</vt:i4>
  </property>
</Properties>
</file>
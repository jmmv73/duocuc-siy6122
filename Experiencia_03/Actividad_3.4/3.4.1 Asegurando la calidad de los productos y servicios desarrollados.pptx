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1" r:id="rId4"/>
    <p:sldMasterId id="2147483674" r:id="rId5"/>
    <p:sldMasterId id="214748368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y="6858000" cx="9144000"/>
  <p:notesSz cx="6858000" cy="9144000"/>
  <p:embeddedFontLst>
    <p:embeddedFont>
      <p:font typeface="Roboto"/>
      <p:regular r:id="rId58"/>
      <p:bold r:id="rId59"/>
      <p:italic r:id="rId60"/>
      <p:boldItalic r:id="rId61"/>
    </p:embeddedFont>
    <p:embeddedFont>
      <p:font typeface="Roboto Mono"/>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66" roundtripDataSignature="AMtx7mgQv3qfwR7IxOoPEhnZ2g6Xh3mV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4.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3.xml"/><Relationship Id="rId6" Type="http://schemas.openxmlformats.org/officeDocument/2006/relationships/slideMaster" Target="slideMasters/slideMaster4.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RobotoMono-regular.fntdata"/><Relationship Id="rId61" Type="http://schemas.openxmlformats.org/officeDocument/2006/relationships/font" Target="fonts/Roboto-boldItalic.fntdata"/><Relationship Id="rId20" Type="http://schemas.openxmlformats.org/officeDocument/2006/relationships/slide" Target="slides/slide13.xml"/><Relationship Id="rId64" Type="http://schemas.openxmlformats.org/officeDocument/2006/relationships/font" Target="fonts/RobotoMono-italic.fntdata"/><Relationship Id="rId63" Type="http://schemas.openxmlformats.org/officeDocument/2006/relationships/font" Target="fonts/RobotoMono-bold.fntdata"/><Relationship Id="rId22" Type="http://schemas.openxmlformats.org/officeDocument/2006/relationships/slide" Target="slides/slide15.xml"/><Relationship Id="rId66" Type="http://customschemas.google.com/relationships/presentationmetadata" Target="metadata"/><Relationship Id="rId21" Type="http://schemas.openxmlformats.org/officeDocument/2006/relationships/slide" Target="slides/slide14.xml"/><Relationship Id="rId65" Type="http://schemas.openxmlformats.org/officeDocument/2006/relationships/font" Target="fonts/RobotoMono-boldItalic.fntdata"/><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Roboto-italic.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font" Target="fonts/Roboto-bold.fntdata"/><Relationship Id="rId14" Type="http://schemas.openxmlformats.org/officeDocument/2006/relationships/slide" Target="slides/slide7.xml"/><Relationship Id="rId58" Type="http://schemas.openxmlformats.org/officeDocument/2006/relationships/font" Target="fonts/Roboto-regular.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knowledgehut.com/blog/project-management/prince2-processes" TargetMode="External"/><Relationship Id="rId3" Type="http://schemas.openxmlformats.org/officeDocument/2006/relationships/hyperlink" Target="https://www.wrike.com/blog/project-management-basics-prince2-explained/"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33374ef9bd_0_194: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g133374ef9bd_0_194:notes"/>
          <p:cNvSpPr/>
          <p:nvPr>
            <p:ph idx="2" type="sldImg"/>
          </p:nvPr>
        </p:nvSpPr>
        <p:spPr>
          <a:xfrm>
            <a:off x="1714635" y="685799"/>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133374ef9bd_0_228: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g133374ef9bd_0_228:notes"/>
          <p:cNvSpPr/>
          <p:nvPr>
            <p:ph idx="2" type="sldImg"/>
          </p:nvPr>
        </p:nvSpPr>
        <p:spPr>
          <a:xfrm>
            <a:off x="1714635" y="685799"/>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360578f430_0_902: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g1360578f430_0_902: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360578f430_0_777: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g1360578f430_0_777: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7" name="Google Shape;31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df2a34f0cc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gdf2a34f0cc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df2a34f0cc_3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1" name="Google Shape;331;gdf2a34f0cc_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df2a34f0cc_3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7" name="Google Shape;337;gdf2a34f0cc_3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df2a34f0cc_3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3" name="Google Shape;343;gdf2a34f0cc_3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df2a34f0cc_3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9" name="Google Shape;349;gdf2a34f0cc_3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df2a34f0cc_3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6" name="Google Shape;356;gdf2a34f0cc_3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df2a34f0cc_3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2" name="Google Shape;362;gdf2a34f0cc_3_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df2a34f0cc_3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0" name="Google Shape;370;gdf2a34f0cc_3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df2a34f0cc_3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7" name="Google Shape;377;gdf2a34f0cc_3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360578f430_0_878: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g1360578f430_0_878: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9" name="Google Shape;38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df2a34f0cc_3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6" name="Google Shape;396;gdf2a34f0cc_3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df2a34f0cc_3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2" name="Google Shape;402;gdf2a34f0cc_3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df2a34f0cc_3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9" name="Google Shape;409;gdf2a34f0cc_3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df2a34f0cc_3_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6" name="Google Shape;416;gdf2a34f0cc_3_1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360578f430_0_882: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g1360578f430_0_882: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8" name="Google Shape;42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df2a34f0cc_3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5" name="Google Shape;435;gdf2a34f0cc_3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df2a34f0cc_3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2" name="Google Shape;442;gdf2a34f0cc_3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df2a34f0cc_3_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9" name="Google Shape;449;gdf2a34f0cc_3_1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df2a34f0cc_3_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6" name="Google Shape;456;gdf2a34f0cc_3_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df2a34f0cc_3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3" name="Google Shape;463;gdf2a34f0cc_3_1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1360578f430_0_886: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g1360578f430_0_886: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1360578f430_0_2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5" name="Google Shape;475;g1360578f430_0_2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1360578f430_0_2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1" name="Google Shape;481;g1360578f430_0_2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1360578f430_0_890: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g1360578f430_0_890: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1360578f430_0_2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3" name="Google Shape;493;g1360578f430_0_2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1360578f430_0_2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0" name="Google Shape;500;g1360578f430_0_2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1360578f430_0_3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7" name="Google Shape;507;g1360578f430_0_3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1360578f430_0_3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ES" u="sng">
                <a:solidFill>
                  <a:schemeClr val="hlink"/>
                </a:solidFill>
                <a:hlinkClick r:id="rId2"/>
              </a:rPr>
              <a:t>https://www.knowledgehut.com/blog/project-management/prince2-processes</a:t>
            </a:r>
            <a:endParaRPr/>
          </a:p>
          <a:p>
            <a:pPr indent="0" lvl="0" marL="0" rtl="0" algn="l">
              <a:lnSpc>
                <a:spcPct val="100000"/>
              </a:lnSpc>
              <a:spcBef>
                <a:spcPts val="0"/>
              </a:spcBef>
              <a:spcAft>
                <a:spcPts val="0"/>
              </a:spcAft>
              <a:buSzPts val="1100"/>
              <a:buNone/>
            </a:pPr>
            <a:r>
              <a:rPr lang="es-ES" u="sng">
                <a:solidFill>
                  <a:schemeClr val="hlink"/>
                </a:solidFill>
                <a:hlinkClick r:id="rId3"/>
              </a:rPr>
              <a:t>https://www.wrike.com/blog/project-management-basics-prince2-explained/</a:t>
            </a:r>
            <a:endParaRPr/>
          </a:p>
          <a:p>
            <a:pPr indent="0" lvl="0" marL="0" rtl="0" algn="l">
              <a:lnSpc>
                <a:spcPct val="100000"/>
              </a:lnSpc>
              <a:spcBef>
                <a:spcPts val="0"/>
              </a:spcBef>
              <a:spcAft>
                <a:spcPts val="0"/>
              </a:spcAft>
              <a:buSzPts val="1100"/>
              <a:buNone/>
            </a:pPr>
            <a:r>
              <a:rPr lang="es-ES"/>
              <a:t>https://www.prince2.com/usa/prince2-processes</a:t>
            </a:r>
            <a:endParaRPr/>
          </a:p>
        </p:txBody>
      </p:sp>
      <p:sp>
        <p:nvSpPr>
          <p:cNvPr id="513" name="Google Shape;513;g1360578f430_0_3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1360578f430_0_3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0" name="Google Shape;520;g1360578f430_0_3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1360578f430_0_3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6" name="Google Shape;526;g1360578f430_0_3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1360578f430_0_3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2" name="Google Shape;532;g1360578f430_0_3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1360578f430_0_894: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g1360578f430_0_894: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1360578f430_0_3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4" name="Google Shape;544;g1360578f430_0_3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1360578f430_0_3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1" name="Google Shape;551;g1360578f430_0_3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1360578f430_0_3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8" name="Google Shape;558;g1360578f430_0_3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1360578f430_0_3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4" name="Google Shape;564;g1360578f430_0_3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1360578f430_0_898: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g1360578f430_0_898: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1360578f430_0_3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6" name="Google Shape;576;g1360578f430_0_3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1360578f430_0_3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3" name="Google Shape;583;g1360578f430_0_3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1360578f430_0_3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9" name="Google Shape;589;g1360578f430_0_3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1360578f430_0_545:notes"/>
          <p:cNvSpPr txBox="1"/>
          <p:nvPr>
            <p:ph idx="1" type="body"/>
          </p:nvPr>
        </p:nvSpPr>
        <p:spPr>
          <a:xfrm>
            <a:off x="685797" y="4343387"/>
            <a:ext cx="5486400" cy="4114800"/>
          </a:xfrm>
          <a:prstGeom prst="rect">
            <a:avLst/>
          </a:prstGeom>
          <a:noFill/>
          <a:ln>
            <a:noFill/>
          </a:ln>
        </p:spPr>
        <p:txBody>
          <a:bodyPr anchorCtr="0" anchor="t" bIns="45175" lIns="45175" spcFirstLastPara="1" rIns="45175" wrap="square" tIns="45175">
            <a:noAutofit/>
          </a:bodyPr>
          <a:lstStyle/>
          <a:p>
            <a:pPr indent="0" lvl="0" marL="0" rtl="0" algn="l">
              <a:lnSpc>
                <a:spcPct val="100000"/>
              </a:lnSpc>
              <a:spcBef>
                <a:spcPts val="0"/>
              </a:spcBef>
              <a:spcAft>
                <a:spcPts val="0"/>
              </a:spcAft>
              <a:buSzPts val="500"/>
              <a:buNone/>
            </a:pPr>
            <a:r>
              <a:t/>
            </a:r>
            <a:endParaRPr/>
          </a:p>
        </p:txBody>
      </p:sp>
      <p:sp>
        <p:nvSpPr>
          <p:cNvPr id="596" name="Google Shape;596;g1360578f430_0_545: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1360578f430_0_550:notes"/>
          <p:cNvSpPr txBox="1"/>
          <p:nvPr>
            <p:ph idx="1" type="body"/>
          </p:nvPr>
        </p:nvSpPr>
        <p:spPr>
          <a:xfrm>
            <a:off x="685797" y="4343387"/>
            <a:ext cx="5486400" cy="4114800"/>
          </a:xfrm>
          <a:prstGeom prst="rect">
            <a:avLst/>
          </a:prstGeom>
          <a:noFill/>
          <a:ln>
            <a:noFill/>
          </a:ln>
        </p:spPr>
        <p:txBody>
          <a:bodyPr anchorCtr="0" anchor="t" bIns="45175" lIns="45175" spcFirstLastPara="1" rIns="45175" wrap="square" tIns="45175">
            <a:noAutofit/>
          </a:bodyPr>
          <a:lstStyle/>
          <a:p>
            <a:pPr indent="0" lvl="0" marL="0" rtl="0" algn="l">
              <a:lnSpc>
                <a:spcPct val="100000"/>
              </a:lnSpc>
              <a:spcBef>
                <a:spcPts val="0"/>
              </a:spcBef>
              <a:spcAft>
                <a:spcPts val="0"/>
              </a:spcAft>
              <a:buSzPts val="500"/>
              <a:buNone/>
            </a:pPr>
            <a:r>
              <a:t/>
            </a:r>
            <a:endParaRPr/>
          </a:p>
        </p:txBody>
      </p:sp>
      <p:sp>
        <p:nvSpPr>
          <p:cNvPr id="602" name="Google Shape;602;g1360578f430_0_550: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1360578f430_0_555:notes"/>
          <p:cNvSpPr txBox="1"/>
          <p:nvPr>
            <p:ph idx="1" type="body"/>
          </p:nvPr>
        </p:nvSpPr>
        <p:spPr>
          <a:xfrm>
            <a:off x="685797" y="4343387"/>
            <a:ext cx="5486400" cy="4114800"/>
          </a:xfrm>
          <a:prstGeom prst="rect">
            <a:avLst/>
          </a:prstGeom>
          <a:noFill/>
          <a:ln>
            <a:noFill/>
          </a:ln>
        </p:spPr>
        <p:txBody>
          <a:bodyPr anchorCtr="0" anchor="t" bIns="45175" lIns="45175" spcFirstLastPara="1" rIns="45175" wrap="square" tIns="45175">
            <a:noAutofit/>
          </a:bodyPr>
          <a:lstStyle/>
          <a:p>
            <a:pPr indent="0" lvl="0" marL="0" rtl="0" algn="l">
              <a:lnSpc>
                <a:spcPct val="100000"/>
              </a:lnSpc>
              <a:spcBef>
                <a:spcPts val="0"/>
              </a:spcBef>
              <a:spcAft>
                <a:spcPts val="0"/>
              </a:spcAft>
              <a:buSzPts val="500"/>
              <a:buNone/>
            </a:pPr>
            <a:r>
              <a:t/>
            </a:r>
            <a:endParaRPr/>
          </a:p>
        </p:txBody>
      </p:sp>
      <p:sp>
        <p:nvSpPr>
          <p:cNvPr id="608" name="Google Shape;608;g1360578f430_0_555: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jpg"/><Relationship Id="rId3" Type="http://schemas.openxmlformats.org/officeDocument/2006/relationships/image" Target="../media/image6.png"/><Relationship Id="rId4"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jpg"/><Relationship Id="rId3" Type="http://schemas.openxmlformats.org/officeDocument/2006/relationships/image" Target="../media/image5.png"/><Relationship Id="rId4"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jpg"/><Relationship Id="rId3" Type="http://schemas.openxmlformats.org/officeDocument/2006/relationships/image" Target="../media/image6.png"/><Relationship Id="rId4" Type="http://schemas.openxmlformats.org/officeDocument/2006/relationships/image" Target="../media/image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jpg"/><Relationship Id="rId3" Type="http://schemas.openxmlformats.org/officeDocument/2006/relationships/image" Target="../media/image6.png"/><Relationship Id="rId4"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jpg"/><Relationship Id="rId3" Type="http://schemas.openxmlformats.org/officeDocument/2006/relationships/image" Target="../media/image6.png"/><Relationship Id="rId4" Type="http://schemas.openxmlformats.org/officeDocument/2006/relationships/image" Target="../media/image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jpg"/><Relationship Id="rId3" Type="http://schemas.openxmlformats.org/officeDocument/2006/relationships/image" Target="../media/image6.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2" name="Shape 12"/>
        <p:cNvGrpSpPr/>
        <p:nvPr/>
      </p:nvGrpSpPr>
      <p:grpSpPr>
        <a:xfrm>
          <a:off x="0" y="0"/>
          <a:ext cx="0" cy="0"/>
          <a:chOff x="0" y="0"/>
          <a:chExt cx="0" cy="0"/>
        </a:xfrm>
      </p:grpSpPr>
      <p:sp>
        <p:nvSpPr>
          <p:cNvPr id="13" name="Google Shape;13;p54"/>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54"/>
          <p:cNvSpPr txBox="1"/>
          <p:nvPr>
            <p:ph idx="1" type="subTitle"/>
          </p:nvPr>
        </p:nvSpPr>
        <p:spPr>
          <a:xfrm>
            <a:off x="294120" y="1218600"/>
            <a:ext cx="8555400" cy="51375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5" name="Shape 15"/>
        <p:cNvGrpSpPr/>
        <p:nvPr/>
      </p:nvGrpSpPr>
      <p:grpSpPr>
        <a:xfrm>
          <a:off x="0" y="0"/>
          <a:ext cx="0" cy="0"/>
          <a:chOff x="0" y="0"/>
          <a:chExt cx="0" cy="0"/>
        </a:xfrm>
      </p:grpSpPr>
      <p:sp>
        <p:nvSpPr>
          <p:cNvPr id="16" name="Google Shape;16;p55"/>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5"/>
          <p:cNvSpPr txBox="1"/>
          <p:nvPr>
            <p:ph idx="1" type="body"/>
          </p:nvPr>
        </p:nvSpPr>
        <p:spPr>
          <a:xfrm>
            <a:off x="294120" y="1218600"/>
            <a:ext cx="855540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8" name="Shape 18"/>
        <p:cNvGrpSpPr/>
        <p:nvPr/>
      </p:nvGrpSpPr>
      <p:grpSpPr>
        <a:xfrm>
          <a:off x="0" y="0"/>
          <a:ext cx="0" cy="0"/>
          <a:chOff x="0" y="0"/>
          <a:chExt cx="0" cy="0"/>
        </a:xfrm>
      </p:grpSpPr>
      <p:sp>
        <p:nvSpPr>
          <p:cNvPr id="19" name="Google Shape;19;p56"/>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6"/>
          <p:cNvSpPr txBox="1"/>
          <p:nvPr>
            <p:ph idx="1" type="body"/>
          </p:nvPr>
        </p:nvSpPr>
        <p:spPr>
          <a:xfrm>
            <a:off x="294120" y="1218600"/>
            <a:ext cx="417492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1" name="Google Shape;21;p56"/>
          <p:cNvSpPr txBox="1"/>
          <p:nvPr>
            <p:ph idx="2" type="body"/>
          </p:nvPr>
        </p:nvSpPr>
        <p:spPr>
          <a:xfrm>
            <a:off x="4678200" y="1218600"/>
            <a:ext cx="417492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57"/>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4" name="Shape 24"/>
        <p:cNvGrpSpPr/>
        <p:nvPr/>
      </p:nvGrpSpPr>
      <p:grpSpPr>
        <a:xfrm>
          <a:off x="0" y="0"/>
          <a:ext cx="0" cy="0"/>
          <a:chOff x="0" y="0"/>
          <a:chExt cx="0" cy="0"/>
        </a:xfrm>
      </p:grpSpPr>
      <p:sp>
        <p:nvSpPr>
          <p:cNvPr id="25" name="Google Shape;25;p58"/>
          <p:cNvSpPr txBox="1"/>
          <p:nvPr>
            <p:ph idx="1" type="subTitle"/>
          </p:nvPr>
        </p:nvSpPr>
        <p:spPr>
          <a:xfrm>
            <a:off x="1763640" y="212760"/>
            <a:ext cx="4287960" cy="37677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6" name="Shape 26"/>
        <p:cNvGrpSpPr/>
        <p:nvPr/>
      </p:nvGrpSpPr>
      <p:grpSpPr>
        <a:xfrm>
          <a:off x="0" y="0"/>
          <a:ext cx="0" cy="0"/>
          <a:chOff x="0" y="0"/>
          <a:chExt cx="0" cy="0"/>
        </a:xfrm>
      </p:grpSpPr>
      <p:sp>
        <p:nvSpPr>
          <p:cNvPr id="27" name="Google Shape;27;p59"/>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9"/>
          <p:cNvSpPr txBox="1"/>
          <p:nvPr>
            <p:ph idx="1" type="body"/>
          </p:nvPr>
        </p:nvSpPr>
        <p:spPr>
          <a:xfrm>
            <a:off x="29412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9" name="Google Shape;29;p59"/>
          <p:cNvSpPr txBox="1"/>
          <p:nvPr>
            <p:ph idx="2" type="body"/>
          </p:nvPr>
        </p:nvSpPr>
        <p:spPr>
          <a:xfrm>
            <a:off x="4678200" y="1218600"/>
            <a:ext cx="417492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0" name="Google Shape;30;p59"/>
          <p:cNvSpPr txBox="1"/>
          <p:nvPr>
            <p:ph idx="3" type="body"/>
          </p:nvPr>
        </p:nvSpPr>
        <p:spPr>
          <a:xfrm>
            <a:off x="294120" y="39024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1" name="Shape 31"/>
        <p:cNvGrpSpPr/>
        <p:nvPr/>
      </p:nvGrpSpPr>
      <p:grpSpPr>
        <a:xfrm>
          <a:off x="0" y="0"/>
          <a:ext cx="0" cy="0"/>
          <a:chOff x="0" y="0"/>
          <a:chExt cx="0" cy="0"/>
        </a:xfrm>
      </p:grpSpPr>
      <p:sp>
        <p:nvSpPr>
          <p:cNvPr id="32" name="Google Shape;32;p60"/>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0"/>
          <p:cNvSpPr txBox="1"/>
          <p:nvPr>
            <p:ph idx="1" type="body"/>
          </p:nvPr>
        </p:nvSpPr>
        <p:spPr>
          <a:xfrm>
            <a:off x="294120" y="1218600"/>
            <a:ext cx="417492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4" name="Google Shape;34;p60"/>
          <p:cNvSpPr txBox="1"/>
          <p:nvPr>
            <p:ph idx="2" type="body"/>
          </p:nvPr>
        </p:nvSpPr>
        <p:spPr>
          <a:xfrm>
            <a:off x="467820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5" name="Google Shape;35;p60"/>
          <p:cNvSpPr txBox="1"/>
          <p:nvPr>
            <p:ph idx="3" type="body"/>
          </p:nvPr>
        </p:nvSpPr>
        <p:spPr>
          <a:xfrm>
            <a:off x="4678200" y="39024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6" name="Shape 36"/>
        <p:cNvGrpSpPr/>
        <p:nvPr/>
      </p:nvGrpSpPr>
      <p:grpSpPr>
        <a:xfrm>
          <a:off x="0" y="0"/>
          <a:ext cx="0" cy="0"/>
          <a:chOff x="0" y="0"/>
          <a:chExt cx="0" cy="0"/>
        </a:xfrm>
      </p:grpSpPr>
      <p:sp>
        <p:nvSpPr>
          <p:cNvPr id="37" name="Google Shape;37;p61"/>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1"/>
          <p:cNvSpPr txBox="1"/>
          <p:nvPr>
            <p:ph idx="1" type="body"/>
          </p:nvPr>
        </p:nvSpPr>
        <p:spPr>
          <a:xfrm>
            <a:off x="29412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9" name="Google Shape;39;p61"/>
          <p:cNvSpPr txBox="1"/>
          <p:nvPr>
            <p:ph idx="2" type="body"/>
          </p:nvPr>
        </p:nvSpPr>
        <p:spPr>
          <a:xfrm>
            <a:off x="467820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0" name="Google Shape;40;p61"/>
          <p:cNvSpPr txBox="1"/>
          <p:nvPr>
            <p:ph idx="3" type="body"/>
          </p:nvPr>
        </p:nvSpPr>
        <p:spPr>
          <a:xfrm>
            <a:off x="294120" y="3902400"/>
            <a:ext cx="855540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1" name="Shape 41"/>
        <p:cNvGrpSpPr/>
        <p:nvPr/>
      </p:nvGrpSpPr>
      <p:grpSpPr>
        <a:xfrm>
          <a:off x="0" y="0"/>
          <a:ext cx="0" cy="0"/>
          <a:chOff x="0" y="0"/>
          <a:chExt cx="0" cy="0"/>
        </a:xfrm>
      </p:grpSpPr>
      <p:sp>
        <p:nvSpPr>
          <p:cNvPr id="42" name="Google Shape;42;p62"/>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2"/>
          <p:cNvSpPr txBox="1"/>
          <p:nvPr>
            <p:ph idx="1" type="body"/>
          </p:nvPr>
        </p:nvSpPr>
        <p:spPr>
          <a:xfrm>
            <a:off x="294120" y="1218600"/>
            <a:ext cx="855540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4" name="Google Shape;44;p62"/>
          <p:cNvSpPr txBox="1"/>
          <p:nvPr>
            <p:ph idx="2" type="body"/>
          </p:nvPr>
        </p:nvSpPr>
        <p:spPr>
          <a:xfrm>
            <a:off x="294120" y="3902400"/>
            <a:ext cx="855540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5" name="Shape 45"/>
        <p:cNvGrpSpPr/>
        <p:nvPr/>
      </p:nvGrpSpPr>
      <p:grpSpPr>
        <a:xfrm>
          <a:off x="0" y="0"/>
          <a:ext cx="0" cy="0"/>
          <a:chOff x="0" y="0"/>
          <a:chExt cx="0" cy="0"/>
        </a:xfrm>
      </p:grpSpPr>
      <p:sp>
        <p:nvSpPr>
          <p:cNvPr id="46" name="Google Shape;46;p63"/>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3"/>
          <p:cNvSpPr txBox="1"/>
          <p:nvPr>
            <p:ph idx="1" type="body"/>
          </p:nvPr>
        </p:nvSpPr>
        <p:spPr>
          <a:xfrm>
            <a:off x="29412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8" name="Google Shape;48;p63"/>
          <p:cNvSpPr txBox="1"/>
          <p:nvPr>
            <p:ph idx="2" type="body"/>
          </p:nvPr>
        </p:nvSpPr>
        <p:spPr>
          <a:xfrm>
            <a:off x="467820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9" name="Google Shape;49;p63"/>
          <p:cNvSpPr txBox="1"/>
          <p:nvPr>
            <p:ph idx="3" type="body"/>
          </p:nvPr>
        </p:nvSpPr>
        <p:spPr>
          <a:xfrm>
            <a:off x="294120" y="39024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0" name="Google Shape;50;p63"/>
          <p:cNvSpPr txBox="1"/>
          <p:nvPr>
            <p:ph idx="4" type="body"/>
          </p:nvPr>
        </p:nvSpPr>
        <p:spPr>
          <a:xfrm>
            <a:off x="4678200" y="39024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1" name="Shape 51"/>
        <p:cNvGrpSpPr/>
        <p:nvPr/>
      </p:nvGrpSpPr>
      <p:grpSpPr>
        <a:xfrm>
          <a:off x="0" y="0"/>
          <a:ext cx="0" cy="0"/>
          <a:chOff x="0" y="0"/>
          <a:chExt cx="0" cy="0"/>
        </a:xfrm>
      </p:grpSpPr>
      <p:sp>
        <p:nvSpPr>
          <p:cNvPr id="52" name="Google Shape;52;p64"/>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4"/>
          <p:cNvSpPr txBox="1"/>
          <p:nvPr>
            <p:ph idx="1" type="body"/>
          </p:nvPr>
        </p:nvSpPr>
        <p:spPr>
          <a:xfrm>
            <a:off x="294120" y="12186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4" name="Google Shape;54;p64"/>
          <p:cNvSpPr txBox="1"/>
          <p:nvPr>
            <p:ph idx="2" type="body"/>
          </p:nvPr>
        </p:nvSpPr>
        <p:spPr>
          <a:xfrm>
            <a:off x="3187080" y="12186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5" name="Google Shape;55;p64"/>
          <p:cNvSpPr txBox="1"/>
          <p:nvPr>
            <p:ph idx="3" type="body"/>
          </p:nvPr>
        </p:nvSpPr>
        <p:spPr>
          <a:xfrm>
            <a:off x="6079680" y="12186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6" name="Google Shape;56;p64"/>
          <p:cNvSpPr txBox="1"/>
          <p:nvPr>
            <p:ph idx="4" type="body"/>
          </p:nvPr>
        </p:nvSpPr>
        <p:spPr>
          <a:xfrm>
            <a:off x="294120" y="39024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7" name="Google Shape;57;p64"/>
          <p:cNvSpPr txBox="1"/>
          <p:nvPr>
            <p:ph idx="5" type="body"/>
          </p:nvPr>
        </p:nvSpPr>
        <p:spPr>
          <a:xfrm>
            <a:off x="3187080" y="39024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8" name="Google Shape;58;p64"/>
          <p:cNvSpPr txBox="1"/>
          <p:nvPr>
            <p:ph idx="6" type="body"/>
          </p:nvPr>
        </p:nvSpPr>
        <p:spPr>
          <a:xfrm>
            <a:off x="6079680" y="39024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7" name="Shape 67"/>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68" name="Shape 68"/>
        <p:cNvGrpSpPr/>
        <p:nvPr/>
      </p:nvGrpSpPr>
      <p:grpSpPr>
        <a:xfrm>
          <a:off x="0" y="0"/>
          <a:ext cx="0" cy="0"/>
          <a:chOff x="0" y="0"/>
          <a:chExt cx="0" cy="0"/>
        </a:xfrm>
      </p:grpSpPr>
      <p:sp>
        <p:nvSpPr>
          <p:cNvPr id="69" name="Google Shape;69;g1360578f430_0_442"/>
          <p:cNvSpPr txBox="1"/>
          <p:nvPr>
            <p:ph type="title"/>
          </p:nvPr>
        </p:nvSpPr>
        <p:spPr>
          <a:xfrm>
            <a:off x="1763640" y="212760"/>
            <a:ext cx="4287900" cy="8124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0" name="Google Shape;70;g1360578f430_0_442"/>
          <p:cNvSpPr txBox="1"/>
          <p:nvPr>
            <p:ph idx="1" type="subTitle"/>
          </p:nvPr>
        </p:nvSpPr>
        <p:spPr>
          <a:xfrm>
            <a:off x="294120" y="1218600"/>
            <a:ext cx="8555400" cy="51375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71" name="Shape 71"/>
        <p:cNvGrpSpPr/>
        <p:nvPr/>
      </p:nvGrpSpPr>
      <p:grpSpPr>
        <a:xfrm>
          <a:off x="0" y="0"/>
          <a:ext cx="0" cy="0"/>
          <a:chOff x="0" y="0"/>
          <a:chExt cx="0" cy="0"/>
        </a:xfrm>
      </p:grpSpPr>
      <p:sp>
        <p:nvSpPr>
          <p:cNvPr id="72" name="Google Shape;72;g1360578f430_0_445"/>
          <p:cNvSpPr txBox="1"/>
          <p:nvPr>
            <p:ph type="title"/>
          </p:nvPr>
        </p:nvSpPr>
        <p:spPr>
          <a:xfrm>
            <a:off x="1763640" y="212760"/>
            <a:ext cx="4287900" cy="8124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3" name="Google Shape;73;g1360578f430_0_445"/>
          <p:cNvSpPr txBox="1"/>
          <p:nvPr>
            <p:ph idx="1" type="body"/>
          </p:nvPr>
        </p:nvSpPr>
        <p:spPr>
          <a:xfrm>
            <a:off x="294120" y="1218600"/>
            <a:ext cx="8555400" cy="51375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4" name="Shape 74"/>
        <p:cNvGrpSpPr/>
        <p:nvPr/>
      </p:nvGrpSpPr>
      <p:grpSpPr>
        <a:xfrm>
          <a:off x="0" y="0"/>
          <a:ext cx="0" cy="0"/>
          <a:chOff x="0" y="0"/>
          <a:chExt cx="0" cy="0"/>
        </a:xfrm>
      </p:grpSpPr>
      <p:sp>
        <p:nvSpPr>
          <p:cNvPr id="75" name="Google Shape;75;g1360578f430_0_448"/>
          <p:cNvSpPr txBox="1"/>
          <p:nvPr>
            <p:ph type="title"/>
          </p:nvPr>
        </p:nvSpPr>
        <p:spPr>
          <a:xfrm>
            <a:off x="1763640" y="212760"/>
            <a:ext cx="4287900" cy="8124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6" name="Google Shape;76;g1360578f430_0_448"/>
          <p:cNvSpPr txBox="1"/>
          <p:nvPr>
            <p:ph idx="1" type="body"/>
          </p:nvPr>
        </p:nvSpPr>
        <p:spPr>
          <a:xfrm>
            <a:off x="294120" y="1218600"/>
            <a:ext cx="4174800" cy="51375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77" name="Google Shape;77;g1360578f430_0_448"/>
          <p:cNvSpPr txBox="1"/>
          <p:nvPr>
            <p:ph idx="2" type="body"/>
          </p:nvPr>
        </p:nvSpPr>
        <p:spPr>
          <a:xfrm>
            <a:off x="4678200" y="1218600"/>
            <a:ext cx="4174800" cy="51375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8" name="Shape 78"/>
        <p:cNvGrpSpPr/>
        <p:nvPr/>
      </p:nvGrpSpPr>
      <p:grpSpPr>
        <a:xfrm>
          <a:off x="0" y="0"/>
          <a:ext cx="0" cy="0"/>
          <a:chOff x="0" y="0"/>
          <a:chExt cx="0" cy="0"/>
        </a:xfrm>
      </p:grpSpPr>
      <p:sp>
        <p:nvSpPr>
          <p:cNvPr id="79" name="Google Shape;79;g1360578f430_0_452"/>
          <p:cNvSpPr txBox="1"/>
          <p:nvPr>
            <p:ph type="title"/>
          </p:nvPr>
        </p:nvSpPr>
        <p:spPr>
          <a:xfrm>
            <a:off x="1763640" y="212760"/>
            <a:ext cx="4287900" cy="8124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80" name="Shape 80"/>
        <p:cNvGrpSpPr/>
        <p:nvPr/>
      </p:nvGrpSpPr>
      <p:grpSpPr>
        <a:xfrm>
          <a:off x="0" y="0"/>
          <a:ext cx="0" cy="0"/>
          <a:chOff x="0" y="0"/>
          <a:chExt cx="0" cy="0"/>
        </a:xfrm>
      </p:grpSpPr>
      <p:sp>
        <p:nvSpPr>
          <p:cNvPr id="81" name="Google Shape;81;g1360578f430_0_454"/>
          <p:cNvSpPr txBox="1"/>
          <p:nvPr>
            <p:ph idx="1" type="subTitle"/>
          </p:nvPr>
        </p:nvSpPr>
        <p:spPr>
          <a:xfrm>
            <a:off x="1763640" y="212760"/>
            <a:ext cx="4287900" cy="37677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82" name="Shape 82"/>
        <p:cNvGrpSpPr/>
        <p:nvPr/>
      </p:nvGrpSpPr>
      <p:grpSpPr>
        <a:xfrm>
          <a:off x="0" y="0"/>
          <a:ext cx="0" cy="0"/>
          <a:chOff x="0" y="0"/>
          <a:chExt cx="0" cy="0"/>
        </a:xfrm>
      </p:grpSpPr>
      <p:sp>
        <p:nvSpPr>
          <p:cNvPr id="83" name="Google Shape;83;g1360578f430_0_456"/>
          <p:cNvSpPr txBox="1"/>
          <p:nvPr>
            <p:ph type="title"/>
          </p:nvPr>
        </p:nvSpPr>
        <p:spPr>
          <a:xfrm>
            <a:off x="1763640" y="212760"/>
            <a:ext cx="4287900" cy="8124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84" name="Google Shape;84;g1360578f430_0_456"/>
          <p:cNvSpPr txBox="1"/>
          <p:nvPr>
            <p:ph idx="1" type="body"/>
          </p:nvPr>
        </p:nvSpPr>
        <p:spPr>
          <a:xfrm>
            <a:off x="294120" y="1218600"/>
            <a:ext cx="41748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85" name="Google Shape;85;g1360578f430_0_456"/>
          <p:cNvSpPr txBox="1"/>
          <p:nvPr>
            <p:ph idx="2" type="body"/>
          </p:nvPr>
        </p:nvSpPr>
        <p:spPr>
          <a:xfrm>
            <a:off x="4678200" y="1218600"/>
            <a:ext cx="4174800" cy="51375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86" name="Google Shape;86;g1360578f430_0_456"/>
          <p:cNvSpPr txBox="1"/>
          <p:nvPr>
            <p:ph idx="3" type="body"/>
          </p:nvPr>
        </p:nvSpPr>
        <p:spPr>
          <a:xfrm>
            <a:off x="294120" y="3902400"/>
            <a:ext cx="41748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7" name="Shape 87"/>
        <p:cNvGrpSpPr/>
        <p:nvPr/>
      </p:nvGrpSpPr>
      <p:grpSpPr>
        <a:xfrm>
          <a:off x="0" y="0"/>
          <a:ext cx="0" cy="0"/>
          <a:chOff x="0" y="0"/>
          <a:chExt cx="0" cy="0"/>
        </a:xfrm>
      </p:grpSpPr>
      <p:sp>
        <p:nvSpPr>
          <p:cNvPr id="88" name="Google Shape;88;g1360578f430_0_461"/>
          <p:cNvSpPr txBox="1"/>
          <p:nvPr>
            <p:ph type="title"/>
          </p:nvPr>
        </p:nvSpPr>
        <p:spPr>
          <a:xfrm>
            <a:off x="1763640" y="212760"/>
            <a:ext cx="4287900" cy="8124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89" name="Google Shape;89;g1360578f430_0_461"/>
          <p:cNvSpPr txBox="1"/>
          <p:nvPr>
            <p:ph idx="1" type="body"/>
          </p:nvPr>
        </p:nvSpPr>
        <p:spPr>
          <a:xfrm>
            <a:off x="294120" y="1218600"/>
            <a:ext cx="4174800" cy="51375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90" name="Google Shape;90;g1360578f430_0_461"/>
          <p:cNvSpPr txBox="1"/>
          <p:nvPr>
            <p:ph idx="2" type="body"/>
          </p:nvPr>
        </p:nvSpPr>
        <p:spPr>
          <a:xfrm>
            <a:off x="4678200" y="1218600"/>
            <a:ext cx="41748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91" name="Google Shape;91;g1360578f430_0_461"/>
          <p:cNvSpPr txBox="1"/>
          <p:nvPr>
            <p:ph idx="3" type="body"/>
          </p:nvPr>
        </p:nvSpPr>
        <p:spPr>
          <a:xfrm>
            <a:off x="4678200" y="3902400"/>
            <a:ext cx="41748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92" name="Shape 92"/>
        <p:cNvGrpSpPr/>
        <p:nvPr/>
      </p:nvGrpSpPr>
      <p:grpSpPr>
        <a:xfrm>
          <a:off x="0" y="0"/>
          <a:ext cx="0" cy="0"/>
          <a:chOff x="0" y="0"/>
          <a:chExt cx="0" cy="0"/>
        </a:xfrm>
      </p:grpSpPr>
      <p:sp>
        <p:nvSpPr>
          <p:cNvPr id="93" name="Google Shape;93;g1360578f430_0_466"/>
          <p:cNvSpPr txBox="1"/>
          <p:nvPr>
            <p:ph type="title"/>
          </p:nvPr>
        </p:nvSpPr>
        <p:spPr>
          <a:xfrm>
            <a:off x="1763640" y="212760"/>
            <a:ext cx="4287900" cy="8124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94" name="Google Shape;94;g1360578f430_0_466"/>
          <p:cNvSpPr txBox="1"/>
          <p:nvPr>
            <p:ph idx="1" type="body"/>
          </p:nvPr>
        </p:nvSpPr>
        <p:spPr>
          <a:xfrm>
            <a:off x="294120" y="1218600"/>
            <a:ext cx="41748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95" name="Google Shape;95;g1360578f430_0_466"/>
          <p:cNvSpPr txBox="1"/>
          <p:nvPr>
            <p:ph idx="2" type="body"/>
          </p:nvPr>
        </p:nvSpPr>
        <p:spPr>
          <a:xfrm>
            <a:off x="4678200" y="1218600"/>
            <a:ext cx="41748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96" name="Google Shape;96;g1360578f430_0_466"/>
          <p:cNvSpPr txBox="1"/>
          <p:nvPr>
            <p:ph idx="3" type="body"/>
          </p:nvPr>
        </p:nvSpPr>
        <p:spPr>
          <a:xfrm>
            <a:off x="294120" y="3902400"/>
            <a:ext cx="85554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97" name="Shape 97"/>
        <p:cNvGrpSpPr/>
        <p:nvPr/>
      </p:nvGrpSpPr>
      <p:grpSpPr>
        <a:xfrm>
          <a:off x="0" y="0"/>
          <a:ext cx="0" cy="0"/>
          <a:chOff x="0" y="0"/>
          <a:chExt cx="0" cy="0"/>
        </a:xfrm>
      </p:grpSpPr>
      <p:sp>
        <p:nvSpPr>
          <p:cNvPr id="98" name="Google Shape;98;g1360578f430_0_471"/>
          <p:cNvSpPr txBox="1"/>
          <p:nvPr>
            <p:ph type="title"/>
          </p:nvPr>
        </p:nvSpPr>
        <p:spPr>
          <a:xfrm>
            <a:off x="1763640" y="212760"/>
            <a:ext cx="4287900" cy="8124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99" name="Google Shape;99;g1360578f430_0_471"/>
          <p:cNvSpPr txBox="1"/>
          <p:nvPr>
            <p:ph idx="1" type="body"/>
          </p:nvPr>
        </p:nvSpPr>
        <p:spPr>
          <a:xfrm>
            <a:off x="294120" y="1218600"/>
            <a:ext cx="85554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00" name="Google Shape;100;g1360578f430_0_471"/>
          <p:cNvSpPr txBox="1"/>
          <p:nvPr>
            <p:ph idx="2" type="body"/>
          </p:nvPr>
        </p:nvSpPr>
        <p:spPr>
          <a:xfrm>
            <a:off x="294120" y="3902400"/>
            <a:ext cx="85554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01" name="Shape 101"/>
        <p:cNvGrpSpPr/>
        <p:nvPr/>
      </p:nvGrpSpPr>
      <p:grpSpPr>
        <a:xfrm>
          <a:off x="0" y="0"/>
          <a:ext cx="0" cy="0"/>
          <a:chOff x="0" y="0"/>
          <a:chExt cx="0" cy="0"/>
        </a:xfrm>
      </p:grpSpPr>
      <p:sp>
        <p:nvSpPr>
          <p:cNvPr id="102" name="Google Shape;102;g1360578f430_0_475"/>
          <p:cNvSpPr txBox="1"/>
          <p:nvPr>
            <p:ph type="title"/>
          </p:nvPr>
        </p:nvSpPr>
        <p:spPr>
          <a:xfrm>
            <a:off x="1763640" y="212760"/>
            <a:ext cx="4287900" cy="8124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3" name="Google Shape;103;g1360578f430_0_475"/>
          <p:cNvSpPr txBox="1"/>
          <p:nvPr>
            <p:ph idx="1" type="body"/>
          </p:nvPr>
        </p:nvSpPr>
        <p:spPr>
          <a:xfrm>
            <a:off x="294120" y="1218600"/>
            <a:ext cx="41748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04" name="Google Shape;104;g1360578f430_0_475"/>
          <p:cNvSpPr txBox="1"/>
          <p:nvPr>
            <p:ph idx="2" type="body"/>
          </p:nvPr>
        </p:nvSpPr>
        <p:spPr>
          <a:xfrm>
            <a:off x="4678200" y="1218600"/>
            <a:ext cx="41748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05" name="Google Shape;105;g1360578f430_0_475"/>
          <p:cNvSpPr txBox="1"/>
          <p:nvPr>
            <p:ph idx="3" type="body"/>
          </p:nvPr>
        </p:nvSpPr>
        <p:spPr>
          <a:xfrm>
            <a:off x="294120" y="3902400"/>
            <a:ext cx="41748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06" name="Google Shape;106;g1360578f430_0_475"/>
          <p:cNvSpPr txBox="1"/>
          <p:nvPr>
            <p:ph idx="4" type="body"/>
          </p:nvPr>
        </p:nvSpPr>
        <p:spPr>
          <a:xfrm>
            <a:off x="4678200" y="3902400"/>
            <a:ext cx="41748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07" name="Shape 107"/>
        <p:cNvGrpSpPr/>
        <p:nvPr/>
      </p:nvGrpSpPr>
      <p:grpSpPr>
        <a:xfrm>
          <a:off x="0" y="0"/>
          <a:ext cx="0" cy="0"/>
          <a:chOff x="0" y="0"/>
          <a:chExt cx="0" cy="0"/>
        </a:xfrm>
      </p:grpSpPr>
      <p:sp>
        <p:nvSpPr>
          <p:cNvPr id="108" name="Google Shape;108;g1360578f430_0_481"/>
          <p:cNvSpPr txBox="1"/>
          <p:nvPr>
            <p:ph type="title"/>
          </p:nvPr>
        </p:nvSpPr>
        <p:spPr>
          <a:xfrm>
            <a:off x="1763640" y="212760"/>
            <a:ext cx="4287900" cy="8124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9" name="Google Shape;109;g1360578f430_0_481"/>
          <p:cNvSpPr txBox="1"/>
          <p:nvPr>
            <p:ph idx="1" type="body"/>
          </p:nvPr>
        </p:nvSpPr>
        <p:spPr>
          <a:xfrm>
            <a:off x="294120" y="1218600"/>
            <a:ext cx="27546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10" name="Google Shape;110;g1360578f430_0_481"/>
          <p:cNvSpPr txBox="1"/>
          <p:nvPr>
            <p:ph idx="2" type="body"/>
          </p:nvPr>
        </p:nvSpPr>
        <p:spPr>
          <a:xfrm>
            <a:off x="3187080" y="1218600"/>
            <a:ext cx="27546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11" name="Google Shape;111;g1360578f430_0_481"/>
          <p:cNvSpPr txBox="1"/>
          <p:nvPr>
            <p:ph idx="3" type="body"/>
          </p:nvPr>
        </p:nvSpPr>
        <p:spPr>
          <a:xfrm>
            <a:off x="6079680" y="1218600"/>
            <a:ext cx="27546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12" name="Google Shape;112;g1360578f430_0_481"/>
          <p:cNvSpPr txBox="1"/>
          <p:nvPr>
            <p:ph idx="4" type="body"/>
          </p:nvPr>
        </p:nvSpPr>
        <p:spPr>
          <a:xfrm>
            <a:off x="294120" y="3902400"/>
            <a:ext cx="27546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13" name="Google Shape;113;g1360578f430_0_481"/>
          <p:cNvSpPr txBox="1"/>
          <p:nvPr>
            <p:ph idx="5" type="body"/>
          </p:nvPr>
        </p:nvSpPr>
        <p:spPr>
          <a:xfrm>
            <a:off x="3187080" y="3902400"/>
            <a:ext cx="27546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14" name="Google Shape;114;g1360578f430_0_481"/>
          <p:cNvSpPr txBox="1"/>
          <p:nvPr>
            <p:ph idx="6" type="body"/>
          </p:nvPr>
        </p:nvSpPr>
        <p:spPr>
          <a:xfrm>
            <a:off x="6079680" y="3902400"/>
            <a:ext cx="27546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3" name="Shape 123"/>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24" name="Shape 124"/>
        <p:cNvGrpSpPr/>
        <p:nvPr/>
      </p:nvGrpSpPr>
      <p:grpSpPr>
        <a:xfrm>
          <a:off x="0" y="0"/>
          <a:ext cx="0" cy="0"/>
          <a:chOff x="0" y="0"/>
          <a:chExt cx="0" cy="0"/>
        </a:xfrm>
      </p:grpSpPr>
      <p:sp>
        <p:nvSpPr>
          <p:cNvPr id="125" name="Google Shape;125;g1360578f430_0_498"/>
          <p:cNvSpPr txBox="1"/>
          <p:nvPr>
            <p:ph type="title"/>
          </p:nvPr>
        </p:nvSpPr>
        <p:spPr>
          <a:xfrm>
            <a:off x="1763640" y="212760"/>
            <a:ext cx="4287900" cy="8124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26" name="Google Shape;126;g1360578f430_0_498"/>
          <p:cNvSpPr txBox="1"/>
          <p:nvPr>
            <p:ph idx="1" type="subTitle"/>
          </p:nvPr>
        </p:nvSpPr>
        <p:spPr>
          <a:xfrm>
            <a:off x="294120" y="1218600"/>
            <a:ext cx="8555400" cy="51375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27" name="Shape 127"/>
        <p:cNvGrpSpPr/>
        <p:nvPr/>
      </p:nvGrpSpPr>
      <p:grpSpPr>
        <a:xfrm>
          <a:off x="0" y="0"/>
          <a:ext cx="0" cy="0"/>
          <a:chOff x="0" y="0"/>
          <a:chExt cx="0" cy="0"/>
        </a:xfrm>
      </p:grpSpPr>
      <p:sp>
        <p:nvSpPr>
          <p:cNvPr id="128" name="Google Shape;128;g1360578f430_0_501"/>
          <p:cNvSpPr txBox="1"/>
          <p:nvPr>
            <p:ph type="title"/>
          </p:nvPr>
        </p:nvSpPr>
        <p:spPr>
          <a:xfrm>
            <a:off x="1763640" y="212760"/>
            <a:ext cx="4287900" cy="8124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29" name="Google Shape;129;g1360578f430_0_501"/>
          <p:cNvSpPr txBox="1"/>
          <p:nvPr>
            <p:ph idx="1" type="body"/>
          </p:nvPr>
        </p:nvSpPr>
        <p:spPr>
          <a:xfrm>
            <a:off x="294120" y="1218600"/>
            <a:ext cx="8555400" cy="51375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30" name="Shape 130"/>
        <p:cNvGrpSpPr/>
        <p:nvPr/>
      </p:nvGrpSpPr>
      <p:grpSpPr>
        <a:xfrm>
          <a:off x="0" y="0"/>
          <a:ext cx="0" cy="0"/>
          <a:chOff x="0" y="0"/>
          <a:chExt cx="0" cy="0"/>
        </a:xfrm>
      </p:grpSpPr>
      <p:sp>
        <p:nvSpPr>
          <p:cNvPr id="131" name="Google Shape;131;g1360578f430_0_504"/>
          <p:cNvSpPr txBox="1"/>
          <p:nvPr>
            <p:ph type="title"/>
          </p:nvPr>
        </p:nvSpPr>
        <p:spPr>
          <a:xfrm>
            <a:off x="1763640" y="212760"/>
            <a:ext cx="4287900" cy="8124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32" name="Google Shape;132;g1360578f430_0_504"/>
          <p:cNvSpPr txBox="1"/>
          <p:nvPr>
            <p:ph idx="1" type="body"/>
          </p:nvPr>
        </p:nvSpPr>
        <p:spPr>
          <a:xfrm>
            <a:off x="294120" y="1218600"/>
            <a:ext cx="4174800" cy="51375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33" name="Google Shape;133;g1360578f430_0_504"/>
          <p:cNvSpPr txBox="1"/>
          <p:nvPr>
            <p:ph idx="2" type="body"/>
          </p:nvPr>
        </p:nvSpPr>
        <p:spPr>
          <a:xfrm>
            <a:off x="4678200" y="1218600"/>
            <a:ext cx="4174800" cy="51375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4" name="Shape 134"/>
        <p:cNvGrpSpPr/>
        <p:nvPr/>
      </p:nvGrpSpPr>
      <p:grpSpPr>
        <a:xfrm>
          <a:off x="0" y="0"/>
          <a:ext cx="0" cy="0"/>
          <a:chOff x="0" y="0"/>
          <a:chExt cx="0" cy="0"/>
        </a:xfrm>
      </p:grpSpPr>
      <p:sp>
        <p:nvSpPr>
          <p:cNvPr id="135" name="Google Shape;135;g1360578f430_0_508"/>
          <p:cNvSpPr txBox="1"/>
          <p:nvPr>
            <p:ph type="title"/>
          </p:nvPr>
        </p:nvSpPr>
        <p:spPr>
          <a:xfrm>
            <a:off x="1763640" y="212760"/>
            <a:ext cx="4287900" cy="8124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36" name="Shape 136"/>
        <p:cNvGrpSpPr/>
        <p:nvPr/>
      </p:nvGrpSpPr>
      <p:grpSpPr>
        <a:xfrm>
          <a:off x="0" y="0"/>
          <a:ext cx="0" cy="0"/>
          <a:chOff x="0" y="0"/>
          <a:chExt cx="0" cy="0"/>
        </a:xfrm>
      </p:grpSpPr>
      <p:sp>
        <p:nvSpPr>
          <p:cNvPr id="137" name="Google Shape;137;g1360578f430_0_510"/>
          <p:cNvSpPr txBox="1"/>
          <p:nvPr>
            <p:ph idx="1" type="subTitle"/>
          </p:nvPr>
        </p:nvSpPr>
        <p:spPr>
          <a:xfrm>
            <a:off x="1763640" y="212760"/>
            <a:ext cx="4287900" cy="37677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38" name="Shape 138"/>
        <p:cNvGrpSpPr/>
        <p:nvPr/>
      </p:nvGrpSpPr>
      <p:grpSpPr>
        <a:xfrm>
          <a:off x="0" y="0"/>
          <a:ext cx="0" cy="0"/>
          <a:chOff x="0" y="0"/>
          <a:chExt cx="0" cy="0"/>
        </a:xfrm>
      </p:grpSpPr>
      <p:sp>
        <p:nvSpPr>
          <p:cNvPr id="139" name="Google Shape;139;g1360578f430_0_512"/>
          <p:cNvSpPr txBox="1"/>
          <p:nvPr>
            <p:ph type="title"/>
          </p:nvPr>
        </p:nvSpPr>
        <p:spPr>
          <a:xfrm>
            <a:off x="1763640" y="212760"/>
            <a:ext cx="4287900" cy="8124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40" name="Google Shape;140;g1360578f430_0_512"/>
          <p:cNvSpPr txBox="1"/>
          <p:nvPr>
            <p:ph idx="1" type="body"/>
          </p:nvPr>
        </p:nvSpPr>
        <p:spPr>
          <a:xfrm>
            <a:off x="294120" y="1218600"/>
            <a:ext cx="41748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41" name="Google Shape;141;g1360578f430_0_512"/>
          <p:cNvSpPr txBox="1"/>
          <p:nvPr>
            <p:ph idx="2" type="body"/>
          </p:nvPr>
        </p:nvSpPr>
        <p:spPr>
          <a:xfrm>
            <a:off x="4678200" y="1218600"/>
            <a:ext cx="4174800" cy="51375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42" name="Google Shape;142;g1360578f430_0_512"/>
          <p:cNvSpPr txBox="1"/>
          <p:nvPr>
            <p:ph idx="3" type="body"/>
          </p:nvPr>
        </p:nvSpPr>
        <p:spPr>
          <a:xfrm>
            <a:off x="294120" y="3902400"/>
            <a:ext cx="41748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43" name="Shape 143"/>
        <p:cNvGrpSpPr/>
        <p:nvPr/>
      </p:nvGrpSpPr>
      <p:grpSpPr>
        <a:xfrm>
          <a:off x="0" y="0"/>
          <a:ext cx="0" cy="0"/>
          <a:chOff x="0" y="0"/>
          <a:chExt cx="0" cy="0"/>
        </a:xfrm>
      </p:grpSpPr>
      <p:sp>
        <p:nvSpPr>
          <p:cNvPr id="144" name="Google Shape;144;g1360578f430_0_517"/>
          <p:cNvSpPr txBox="1"/>
          <p:nvPr>
            <p:ph type="title"/>
          </p:nvPr>
        </p:nvSpPr>
        <p:spPr>
          <a:xfrm>
            <a:off x="1763640" y="212760"/>
            <a:ext cx="4287900" cy="8124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45" name="Google Shape;145;g1360578f430_0_517"/>
          <p:cNvSpPr txBox="1"/>
          <p:nvPr>
            <p:ph idx="1" type="body"/>
          </p:nvPr>
        </p:nvSpPr>
        <p:spPr>
          <a:xfrm>
            <a:off x="294120" y="1218600"/>
            <a:ext cx="4174800" cy="51375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46" name="Google Shape;146;g1360578f430_0_517"/>
          <p:cNvSpPr txBox="1"/>
          <p:nvPr>
            <p:ph idx="2" type="body"/>
          </p:nvPr>
        </p:nvSpPr>
        <p:spPr>
          <a:xfrm>
            <a:off x="4678200" y="1218600"/>
            <a:ext cx="41748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47" name="Google Shape;147;g1360578f430_0_517"/>
          <p:cNvSpPr txBox="1"/>
          <p:nvPr>
            <p:ph idx="3" type="body"/>
          </p:nvPr>
        </p:nvSpPr>
        <p:spPr>
          <a:xfrm>
            <a:off x="4678200" y="3902400"/>
            <a:ext cx="41748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48" name="Shape 148"/>
        <p:cNvGrpSpPr/>
        <p:nvPr/>
      </p:nvGrpSpPr>
      <p:grpSpPr>
        <a:xfrm>
          <a:off x="0" y="0"/>
          <a:ext cx="0" cy="0"/>
          <a:chOff x="0" y="0"/>
          <a:chExt cx="0" cy="0"/>
        </a:xfrm>
      </p:grpSpPr>
      <p:sp>
        <p:nvSpPr>
          <p:cNvPr id="149" name="Google Shape;149;g1360578f430_0_522"/>
          <p:cNvSpPr txBox="1"/>
          <p:nvPr>
            <p:ph type="title"/>
          </p:nvPr>
        </p:nvSpPr>
        <p:spPr>
          <a:xfrm>
            <a:off x="1763640" y="212760"/>
            <a:ext cx="4287900" cy="8124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50" name="Google Shape;150;g1360578f430_0_522"/>
          <p:cNvSpPr txBox="1"/>
          <p:nvPr>
            <p:ph idx="1" type="body"/>
          </p:nvPr>
        </p:nvSpPr>
        <p:spPr>
          <a:xfrm>
            <a:off x="294120" y="1218600"/>
            <a:ext cx="41748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51" name="Google Shape;151;g1360578f430_0_522"/>
          <p:cNvSpPr txBox="1"/>
          <p:nvPr>
            <p:ph idx="2" type="body"/>
          </p:nvPr>
        </p:nvSpPr>
        <p:spPr>
          <a:xfrm>
            <a:off x="4678200" y="1218600"/>
            <a:ext cx="41748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52" name="Google Shape;152;g1360578f430_0_522"/>
          <p:cNvSpPr txBox="1"/>
          <p:nvPr>
            <p:ph idx="3" type="body"/>
          </p:nvPr>
        </p:nvSpPr>
        <p:spPr>
          <a:xfrm>
            <a:off x="294120" y="3902400"/>
            <a:ext cx="85554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53" name="Shape 153"/>
        <p:cNvGrpSpPr/>
        <p:nvPr/>
      </p:nvGrpSpPr>
      <p:grpSpPr>
        <a:xfrm>
          <a:off x="0" y="0"/>
          <a:ext cx="0" cy="0"/>
          <a:chOff x="0" y="0"/>
          <a:chExt cx="0" cy="0"/>
        </a:xfrm>
      </p:grpSpPr>
      <p:sp>
        <p:nvSpPr>
          <p:cNvPr id="154" name="Google Shape;154;g1360578f430_0_527"/>
          <p:cNvSpPr txBox="1"/>
          <p:nvPr>
            <p:ph type="title"/>
          </p:nvPr>
        </p:nvSpPr>
        <p:spPr>
          <a:xfrm>
            <a:off x="1763640" y="212760"/>
            <a:ext cx="4287900" cy="8124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55" name="Google Shape;155;g1360578f430_0_527"/>
          <p:cNvSpPr txBox="1"/>
          <p:nvPr>
            <p:ph idx="1" type="body"/>
          </p:nvPr>
        </p:nvSpPr>
        <p:spPr>
          <a:xfrm>
            <a:off x="294120" y="1218600"/>
            <a:ext cx="85554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56" name="Google Shape;156;g1360578f430_0_527"/>
          <p:cNvSpPr txBox="1"/>
          <p:nvPr>
            <p:ph idx="2" type="body"/>
          </p:nvPr>
        </p:nvSpPr>
        <p:spPr>
          <a:xfrm>
            <a:off x="294120" y="3902400"/>
            <a:ext cx="85554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57" name="Shape 157"/>
        <p:cNvGrpSpPr/>
        <p:nvPr/>
      </p:nvGrpSpPr>
      <p:grpSpPr>
        <a:xfrm>
          <a:off x="0" y="0"/>
          <a:ext cx="0" cy="0"/>
          <a:chOff x="0" y="0"/>
          <a:chExt cx="0" cy="0"/>
        </a:xfrm>
      </p:grpSpPr>
      <p:sp>
        <p:nvSpPr>
          <p:cNvPr id="158" name="Google Shape;158;g1360578f430_0_531"/>
          <p:cNvSpPr txBox="1"/>
          <p:nvPr>
            <p:ph type="title"/>
          </p:nvPr>
        </p:nvSpPr>
        <p:spPr>
          <a:xfrm>
            <a:off x="1763640" y="212760"/>
            <a:ext cx="4287900" cy="8124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59" name="Google Shape;159;g1360578f430_0_531"/>
          <p:cNvSpPr txBox="1"/>
          <p:nvPr>
            <p:ph idx="1" type="body"/>
          </p:nvPr>
        </p:nvSpPr>
        <p:spPr>
          <a:xfrm>
            <a:off x="294120" y="1218600"/>
            <a:ext cx="41748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60" name="Google Shape;160;g1360578f430_0_531"/>
          <p:cNvSpPr txBox="1"/>
          <p:nvPr>
            <p:ph idx="2" type="body"/>
          </p:nvPr>
        </p:nvSpPr>
        <p:spPr>
          <a:xfrm>
            <a:off x="4678200" y="1218600"/>
            <a:ext cx="41748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61" name="Google Shape;161;g1360578f430_0_531"/>
          <p:cNvSpPr txBox="1"/>
          <p:nvPr>
            <p:ph idx="3" type="body"/>
          </p:nvPr>
        </p:nvSpPr>
        <p:spPr>
          <a:xfrm>
            <a:off x="294120" y="3902400"/>
            <a:ext cx="41748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62" name="Google Shape;162;g1360578f430_0_531"/>
          <p:cNvSpPr txBox="1"/>
          <p:nvPr>
            <p:ph idx="4" type="body"/>
          </p:nvPr>
        </p:nvSpPr>
        <p:spPr>
          <a:xfrm>
            <a:off x="4678200" y="3902400"/>
            <a:ext cx="41748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63" name="Shape 163"/>
        <p:cNvGrpSpPr/>
        <p:nvPr/>
      </p:nvGrpSpPr>
      <p:grpSpPr>
        <a:xfrm>
          <a:off x="0" y="0"/>
          <a:ext cx="0" cy="0"/>
          <a:chOff x="0" y="0"/>
          <a:chExt cx="0" cy="0"/>
        </a:xfrm>
      </p:grpSpPr>
      <p:sp>
        <p:nvSpPr>
          <p:cNvPr id="164" name="Google Shape;164;g1360578f430_0_537"/>
          <p:cNvSpPr txBox="1"/>
          <p:nvPr>
            <p:ph type="title"/>
          </p:nvPr>
        </p:nvSpPr>
        <p:spPr>
          <a:xfrm>
            <a:off x="1763640" y="212760"/>
            <a:ext cx="4287900" cy="8124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65" name="Google Shape;165;g1360578f430_0_537"/>
          <p:cNvSpPr txBox="1"/>
          <p:nvPr>
            <p:ph idx="1" type="body"/>
          </p:nvPr>
        </p:nvSpPr>
        <p:spPr>
          <a:xfrm>
            <a:off x="294120" y="1218600"/>
            <a:ext cx="27546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66" name="Google Shape;166;g1360578f430_0_537"/>
          <p:cNvSpPr txBox="1"/>
          <p:nvPr>
            <p:ph idx="2" type="body"/>
          </p:nvPr>
        </p:nvSpPr>
        <p:spPr>
          <a:xfrm>
            <a:off x="3187080" y="1218600"/>
            <a:ext cx="27546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67" name="Google Shape;167;g1360578f430_0_537"/>
          <p:cNvSpPr txBox="1"/>
          <p:nvPr>
            <p:ph idx="3" type="body"/>
          </p:nvPr>
        </p:nvSpPr>
        <p:spPr>
          <a:xfrm>
            <a:off x="6079680" y="1218600"/>
            <a:ext cx="27546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68" name="Google Shape;168;g1360578f430_0_537"/>
          <p:cNvSpPr txBox="1"/>
          <p:nvPr>
            <p:ph idx="4" type="body"/>
          </p:nvPr>
        </p:nvSpPr>
        <p:spPr>
          <a:xfrm>
            <a:off x="294120" y="3902400"/>
            <a:ext cx="27546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69" name="Google Shape;169;g1360578f430_0_537"/>
          <p:cNvSpPr txBox="1"/>
          <p:nvPr>
            <p:ph idx="5" type="body"/>
          </p:nvPr>
        </p:nvSpPr>
        <p:spPr>
          <a:xfrm>
            <a:off x="3187080" y="3902400"/>
            <a:ext cx="27546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70" name="Google Shape;170;g1360578f430_0_537"/>
          <p:cNvSpPr txBox="1"/>
          <p:nvPr>
            <p:ph idx="6" type="body"/>
          </p:nvPr>
        </p:nvSpPr>
        <p:spPr>
          <a:xfrm>
            <a:off x="6079680" y="3902400"/>
            <a:ext cx="2754600" cy="24504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71" name="Shape 171"/>
        <p:cNvGrpSpPr/>
        <p:nvPr/>
      </p:nvGrpSpPr>
      <p:grpSpPr>
        <a:xfrm>
          <a:off x="0" y="0"/>
          <a:ext cx="0" cy="0"/>
          <a:chOff x="0" y="0"/>
          <a:chExt cx="0" cy="0"/>
        </a:xfrm>
      </p:grpSpPr>
      <p:pic>
        <p:nvPicPr>
          <p:cNvPr id="172" name="Google Shape;172;g1360578f430_0_640"/>
          <p:cNvPicPr preferRelativeResize="0"/>
          <p:nvPr/>
        </p:nvPicPr>
        <p:blipFill rotWithShape="1">
          <a:blip r:embed="rId2">
            <a:alphaModFix/>
          </a:blip>
          <a:srcRect b="0" l="0" r="0" t="0"/>
          <a:stretch/>
        </p:blipFill>
        <p:spPr>
          <a:xfrm>
            <a:off x="0" y="0"/>
            <a:ext cx="9144000" cy="4491779"/>
          </a:xfrm>
          <a:prstGeom prst="rect">
            <a:avLst/>
          </a:prstGeom>
          <a:noFill/>
          <a:ln>
            <a:noFill/>
          </a:ln>
        </p:spPr>
      </p:pic>
      <p:sp>
        <p:nvSpPr>
          <p:cNvPr id="173" name="Google Shape;173;g1360578f430_0_640"/>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74" name="Google Shape;174;g1360578f430_0_640"/>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175" name="Google Shape;175;g1360578f430_0_640"/>
          <p:cNvGrpSpPr/>
          <p:nvPr/>
        </p:nvGrpSpPr>
        <p:grpSpPr>
          <a:xfrm>
            <a:off x="8700930" y="6279499"/>
            <a:ext cx="202706" cy="362724"/>
            <a:chOff x="18406074" y="10234089"/>
            <a:chExt cx="445703" cy="598160"/>
          </a:xfrm>
        </p:grpSpPr>
        <p:sp>
          <p:nvSpPr>
            <p:cNvPr id="176" name="Google Shape;176;g1360578f430_0_640"/>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177" name="Google Shape;177;g1360578f430_0_640"/>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178" name="Google Shape;178;g1360578f430_0_640"/>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179" name="Google Shape;179;g1360578f430_0_640"/>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lnSpc>
                <a:spcPct val="100000"/>
              </a:lnSpc>
              <a:spcBef>
                <a:spcPts val="0"/>
              </a:spcBef>
              <a:spcAft>
                <a:spcPts val="0"/>
              </a:spcAft>
              <a:buSzPts val="700"/>
              <a:buNone/>
              <a:defRPr sz="2700"/>
            </a:lvl1pPr>
            <a:lvl2pPr lvl="1" rtl="0" algn="l">
              <a:lnSpc>
                <a:spcPct val="100000"/>
              </a:lnSpc>
              <a:spcBef>
                <a:spcPts val="0"/>
              </a:spcBef>
              <a:spcAft>
                <a:spcPts val="0"/>
              </a:spcAft>
              <a:buSzPts val="700"/>
              <a:buNone/>
              <a:defRPr/>
            </a:lvl2pPr>
            <a:lvl3pPr lvl="2" rtl="0" algn="l">
              <a:lnSpc>
                <a:spcPct val="100000"/>
              </a:lnSpc>
              <a:spcBef>
                <a:spcPts val="0"/>
              </a:spcBef>
              <a:spcAft>
                <a:spcPts val="0"/>
              </a:spcAft>
              <a:buSzPts val="700"/>
              <a:buNone/>
              <a:defRPr/>
            </a:lvl3pPr>
            <a:lvl4pPr lvl="3" rtl="0" algn="l">
              <a:lnSpc>
                <a:spcPct val="100000"/>
              </a:lnSpc>
              <a:spcBef>
                <a:spcPts val="0"/>
              </a:spcBef>
              <a:spcAft>
                <a:spcPts val="0"/>
              </a:spcAft>
              <a:buSzPts val="700"/>
              <a:buNone/>
              <a:defRPr/>
            </a:lvl4pPr>
            <a:lvl5pPr lvl="4" rtl="0" algn="l">
              <a:lnSpc>
                <a:spcPct val="100000"/>
              </a:lnSpc>
              <a:spcBef>
                <a:spcPts val="0"/>
              </a:spcBef>
              <a:spcAft>
                <a:spcPts val="0"/>
              </a:spcAft>
              <a:buSzPts val="700"/>
              <a:buNone/>
              <a:defRPr/>
            </a:lvl5pPr>
            <a:lvl6pPr lvl="5" rtl="0" algn="l">
              <a:lnSpc>
                <a:spcPct val="100000"/>
              </a:lnSpc>
              <a:spcBef>
                <a:spcPts val="0"/>
              </a:spcBef>
              <a:spcAft>
                <a:spcPts val="0"/>
              </a:spcAft>
              <a:buSzPts val="700"/>
              <a:buNone/>
              <a:defRPr/>
            </a:lvl6pPr>
            <a:lvl7pPr lvl="6" rtl="0" algn="l">
              <a:lnSpc>
                <a:spcPct val="100000"/>
              </a:lnSpc>
              <a:spcBef>
                <a:spcPts val="0"/>
              </a:spcBef>
              <a:spcAft>
                <a:spcPts val="0"/>
              </a:spcAft>
              <a:buSzPts val="700"/>
              <a:buNone/>
              <a:defRPr/>
            </a:lvl7pPr>
            <a:lvl8pPr lvl="7" rtl="0" algn="l">
              <a:lnSpc>
                <a:spcPct val="100000"/>
              </a:lnSpc>
              <a:spcBef>
                <a:spcPts val="0"/>
              </a:spcBef>
              <a:spcAft>
                <a:spcPts val="0"/>
              </a:spcAft>
              <a:buSzPts val="700"/>
              <a:buNone/>
              <a:defRPr/>
            </a:lvl8pPr>
            <a:lvl9pPr lvl="8" rtl="0" algn="l">
              <a:lnSpc>
                <a:spcPct val="100000"/>
              </a:lnSpc>
              <a:spcBef>
                <a:spcPts val="0"/>
              </a:spcBef>
              <a:spcAft>
                <a:spcPts val="0"/>
              </a:spcAft>
              <a:buSzPts val="700"/>
              <a:buNone/>
              <a:defRPr/>
            </a:lvl9pPr>
          </a:lstStyle>
          <a:p/>
        </p:txBody>
      </p:sp>
      <p:cxnSp>
        <p:nvCxnSpPr>
          <p:cNvPr id="180" name="Google Shape;180;g1360578f430_0_640"/>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181" name="Google Shape;181;g1360578f430_0_640"/>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182" name="Shape 182"/>
        <p:cNvGrpSpPr/>
        <p:nvPr/>
      </p:nvGrpSpPr>
      <p:grpSpPr>
        <a:xfrm>
          <a:off x="0" y="0"/>
          <a:ext cx="0" cy="0"/>
          <a:chOff x="0" y="0"/>
          <a:chExt cx="0" cy="0"/>
        </a:xfrm>
      </p:grpSpPr>
      <p:sp>
        <p:nvSpPr>
          <p:cNvPr id="183" name="Google Shape;183;g1360578f430_0_651"/>
          <p:cNvSpPr/>
          <p:nvPr/>
        </p:nvSpPr>
        <p:spPr>
          <a:xfrm>
            <a:off x="0" y="502542"/>
            <a:ext cx="2250000" cy="708300"/>
          </a:xfrm>
          <a:prstGeom prst="rect">
            <a:avLst/>
          </a:prstGeom>
          <a:solidFill>
            <a:srgbClr val="317DE2"/>
          </a:solidFill>
          <a:ln>
            <a:noFill/>
          </a:ln>
        </p:spPr>
        <p:txBody>
          <a:bodyPr anchorCtr="0" anchor="ctr" bIns="23100" lIns="46200" spcFirstLastPara="1" rIns="46200" wrap="square" tIns="23100">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Calibri"/>
              <a:ea typeface="Calibri"/>
              <a:cs typeface="Calibri"/>
              <a:sym typeface="Calibri"/>
            </a:endParaRPr>
          </a:p>
        </p:txBody>
      </p:sp>
      <p:sp>
        <p:nvSpPr>
          <p:cNvPr id="184" name="Google Shape;184;g1360578f430_0_651"/>
          <p:cNvSpPr/>
          <p:nvPr/>
        </p:nvSpPr>
        <p:spPr>
          <a:xfrm>
            <a:off x="2273513" y="502542"/>
            <a:ext cx="69341" cy="699821"/>
          </a:xfrm>
          <a:custGeom>
            <a:rect b="b" l="l" r="r" t="t"/>
            <a:pathLst>
              <a:path extrusionOk="0" h="6827520" w="53339">
                <a:moveTo>
                  <a:pt x="26606" y="0"/>
                </a:moveTo>
                <a:lnTo>
                  <a:pt x="16269" y="2095"/>
                </a:lnTo>
                <a:lnTo>
                  <a:pt x="7809" y="7806"/>
                </a:lnTo>
                <a:lnTo>
                  <a:pt x="2097" y="16264"/>
                </a:lnTo>
                <a:lnTo>
                  <a:pt x="0" y="26606"/>
                </a:lnTo>
                <a:lnTo>
                  <a:pt x="0" y="6800368"/>
                </a:lnTo>
                <a:lnTo>
                  <a:pt x="2097" y="6810704"/>
                </a:lnTo>
                <a:lnTo>
                  <a:pt x="7809" y="6819160"/>
                </a:lnTo>
                <a:lnTo>
                  <a:pt x="16269" y="6824869"/>
                </a:lnTo>
                <a:lnTo>
                  <a:pt x="26606" y="6826964"/>
                </a:lnTo>
                <a:lnTo>
                  <a:pt x="36943" y="6824869"/>
                </a:lnTo>
                <a:lnTo>
                  <a:pt x="45403" y="6819160"/>
                </a:lnTo>
                <a:lnTo>
                  <a:pt x="51115" y="6810704"/>
                </a:lnTo>
                <a:lnTo>
                  <a:pt x="53213" y="6800368"/>
                </a:lnTo>
                <a:lnTo>
                  <a:pt x="53213" y="26606"/>
                </a:lnTo>
                <a:lnTo>
                  <a:pt x="51115" y="16264"/>
                </a:lnTo>
                <a:lnTo>
                  <a:pt x="45403" y="7806"/>
                </a:lnTo>
                <a:lnTo>
                  <a:pt x="36943" y="2095"/>
                </a:lnTo>
                <a:lnTo>
                  <a:pt x="26606" y="0"/>
                </a:lnTo>
                <a:close/>
              </a:path>
            </a:pathLst>
          </a:custGeom>
          <a:solidFill>
            <a:srgbClr val="1A1A1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85" name="Google Shape;185;g1360578f430_0_651"/>
          <p:cNvSpPr txBox="1"/>
          <p:nvPr>
            <p:ph idx="1" type="body"/>
          </p:nvPr>
        </p:nvSpPr>
        <p:spPr>
          <a:xfrm>
            <a:off x="261092" y="763102"/>
            <a:ext cx="1975500" cy="8958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b="1" sz="2400">
                <a:solidFill>
                  <a:schemeClr val="dk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186" name="Google Shape;186;g1360578f430_0_651"/>
          <p:cNvSpPr txBox="1"/>
          <p:nvPr>
            <p:ph idx="2" type="body"/>
          </p:nvPr>
        </p:nvSpPr>
        <p:spPr>
          <a:xfrm>
            <a:off x="261381" y="1765521"/>
            <a:ext cx="1975500" cy="7467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sz="1000">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187" name="Google Shape;187;g1360578f430_0_651"/>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88" name="Google Shape;188;g1360578f430_0_651"/>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189" name="Google Shape;189;g1360578f430_0_651"/>
          <p:cNvGrpSpPr/>
          <p:nvPr/>
        </p:nvGrpSpPr>
        <p:grpSpPr>
          <a:xfrm>
            <a:off x="8700930" y="6279499"/>
            <a:ext cx="202706" cy="362724"/>
            <a:chOff x="18406074" y="10234089"/>
            <a:chExt cx="445703" cy="598160"/>
          </a:xfrm>
        </p:grpSpPr>
        <p:sp>
          <p:nvSpPr>
            <p:cNvPr id="190" name="Google Shape;190;g1360578f430_0_651"/>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191" name="Google Shape;191;g1360578f430_0_651"/>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192" name="Google Shape;192;g1360578f430_0_651"/>
          <p:cNvPicPr preferRelativeResize="0"/>
          <p:nvPr/>
        </p:nvPicPr>
        <p:blipFill rotWithShape="1">
          <a:blip r:embed="rId3">
            <a:alphaModFix/>
          </a:blip>
          <a:srcRect b="0" l="0" r="0" t="0"/>
          <a:stretch/>
        </p:blipFill>
        <p:spPr>
          <a:xfrm>
            <a:off x="5606264" y="6277351"/>
            <a:ext cx="1921388" cy="379107"/>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99" name="Shape 199"/>
        <p:cNvGrpSpPr/>
        <p:nvPr/>
      </p:nvGrpSpPr>
      <p:grpSpPr>
        <a:xfrm>
          <a:off x="0" y="0"/>
          <a:ext cx="0" cy="0"/>
          <a:chOff x="0" y="0"/>
          <a:chExt cx="0" cy="0"/>
        </a:xfrm>
      </p:grpSpPr>
      <p:pic>
        <p:nvPicPr>
          <p:cNvPr id="200" name="Google Shape;200;g1360578f430_0_787"/>
          <p:cNvPicPr preferRelativeResize="0"/>
          <p:nvPr/>
        </p:nvPicPr>
        <p:blipFill rotWithShape="1">
          <a:blip r:embed="rId2">
            <a:alphaModFix/>
          </a:blip>
          <a:srcRect b="0" l="0" r="0" t="0"/>
          <a:stretch/>
        </p:blipFill>
        <p:spPr>
          <a:xfrm>
            <a:off x="0" y="5006"/>
            <a:ext cx="9144000" cy="5143500"/>
          </a:xfrm>
          <a:prstGeom prst="rect">
            <a:avLst/>
          </a:prstGeom>
          <a:noFill/>
          <a:ln>
            <a:noFill/>
          </a:ln>
        </p:spPr>
      </p:pic>
      <p:sp>
        <p:nvSpPr>
          <p:cNvPr id="201" name="Google Shape;201;g1360578f430_0_787"/>
          <p:cNvSpPr/>
          <p:nvPr/>
        </p:nvSpPr>
        <p:spPr>
          <a:xfrm>
            <a:off x="2316356" y="4468096"/>
            <a:ext cx="4866074" cy="32404"/>
          </a:xfrm>
          <a:custGeom>
            <a:rect b="b" l="l" r="r" t="t"/>
            <a:pathLst>
              <a:path extrusionOk="0" h="53340" w="10694669">
                <a:moveTo>
                  <a:pt x="10667601" y="0"/>
                </a:moveTo>
                <a:lnTo>
                  <a:pt x="26606" y="0"/>
                </a:lnTo>
                <a:lnTo>
                  <a:pt x="16264" y="2097"/>
                </a:lnTo>
                <a:lnTo>
                  <a:pt x="7806" y="7809"/>
                </a:lnTo>
                <a:lnTo>
                  <a:pt x="2095" y="16269"/>
                </a:lnTo>
                <a:lnTo>
                  <a:pt x="0" y="26606"/>
                </a:lnTo>
                <a:lnTo>
                  <a:pt x="2095" y="36942"/>
                </a:lnTo>
                <a:lnTo>
                  <a:pt x="7806" y="45397"/>
                </a:lnTo>
                <a:lnTo>
                  <a:pt x="16264" y="51106"/>
                </a:lnTo>
                <a:lnTo>
                  <a:pt x="26606" y="53202"/>
                </a:lnTo>
                <a:lnTo>
                  <a:pt x="10667601" y="53202"/>
                </a:lnTo>
                <a:lnTo>
                  <a:pt x="10677937" y="51106"/>
                </a:lnTo>
                <a:lnTo>
                  <a:pt x="10686393" y="45397"/>
                </a:lnTo>
                <a:lnTo>
                  <a:pt x="10692102" y="36942"/>
                </a:lnTo>
                <a:lnTo>
                  <a:pt x="10694197" y="26606"/>
                </a:lnTo>
                <a:lnTo>
                  <a:pt x="10692102" y="16269"/>
                </a:lnTo>
                <a:lnTo>
                  <a:pt x="10686393" y="7809"/>
                </a:lnTo>
                <a:lnTo>
                  <a:pt x="10677937" y="2097"/>
                </a:lnTo>
                <a:lnTo>
                  <a:pt x="10667601"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02" name="Google Shape;202;g1360578f430_0_787"/>
          <p:cNvSpPr/>
          <p:nvPr/>
        </p:nvSpPr>
        <p:spPr>
          <a:xfrm>
            <a:off x="2316356" y="3834001"/>
            <a:ext cx="4866074" cy="633262"/>
          </a:xfrm>
          <a:custGeom>
            <a:rect b="b" l="l" r="r" t="t"/>
            <a:pathLst>
              <a:path extrusionOk="0" h="1025525" w="10694669">
                <a:moveTo>
                  <a:pt x="10694197" y="0"/>
                </a:moveTo>
                <a:lnTo>
                  <a:pt x="0" y="0"/>
                </a:lnTo>
                <a:lnTo>
                  <a:pt x="0" y="1025330"/>
                </a:lnTo>
                <a:lnTo>
                  <a:pt x="10694197" y="1025330"/>
                </a:lnTo>
                <a:lnTo>
                  <a:pt x="10694197" y="0"/>
                </a:lnTo>
                <a:close/>
              </a:path>
            </a:pathLst>
          </a:custGeom>
          <a:solidFill>
            <a:srgbClr val="317DE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03" name="Google Shape;203;g1360578f430_0_787"/>
          <p:cNvSpPr txBox="1"/>
          <p:nvPr>
            <p:ph idx="1" type="body"/>
          </p:nvPr>
        </p:nvSpPr>
        <p:spPr>
          <a:xfrm>
            <a:off x="2337113" y="3881760"/>
            <a:ext cx="4843500" cy="504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2700">
                <a:solidFill>
                  <a:schemeClr val="dk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04" name="Google Shape;204;g1360578f430_0_787"/>
          <p:cNvSpPr txBox="1"/>
          <p:nvPr>
            <p:ph idx="2" type="body"/>
          </p:nvPr>
        </p:nvSpPr>
        <p:spPr>
          <a:xfrm>
            <a:off x="2145923" y="3181445"/>
            <a:ext cx="5198700" cy="5601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30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05" name="Google Shape;205;g1360578f430_0_787"/>
          <p:cNvSpPr txBox="1"/>
          <p:nvPr>
            <p:ph idx="3" type="body"/>
          </p:nvPr>
        </p:nvSpPr>
        <p:spPr>
          <a:xfrm>
            <a:off x="2316356" y="4655238"/>
            <a:ext cx="4864500" cy="2985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sz="1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pic>
        <p:nvPicPr>
          <p:cNvPr id="206" name="Google Shape;206;g1360578f430_0_787"/>
          <p:cNvPicPr preferRelativeResize="0"/>
          <p:nvPr/>
        </p:nvPicPr>
        <p:blipFill rotWithShape="1">
          <a:blip r:embed="rId3">
            <a:alphaModFix/>
          </a:blip>
          <a:srcRect b="0" l="0" r="0" t="0"/>
          <a:stretch/>
        </p:blipFill>
        <p:spPr>
          <a:xfrm>
            <a:off x="3406545" y="5145301"/>
            <a:ext cx="2829421" cy="930811"/>
          </a:xfrm>
          <a:prstGeom prst="rect">
            <a:avLst/>
          </a:prstGeom>
          <a:noFill/>
          <a:ln>
            <a:noFill/>
          </a:ln>
        </p:spPr>
      </p:pic>
      <p:pic>
        <p:nvPicPr>
          <p:cNvPr id="207" name="Google Shape;207;g1360578f430_0_787"/>
          <p:cNvPicPr preferRelativeResize="0"/>
          <p:nvPr/>
        </p:nvPicPr>
        <p:blipFill rotWithShape="1">
          <a:blip r:embed="rId4">
            <a:alphaModFix/>
          </a:blip>
          <a:srcRect b="0" l="0" r="0" t="0"/>
          <a:stretch/>
        </p:blipFill>
        <p:spPr>
          <a:xfrm>
            <a:off x="3734609" y="6235425"/>
            <a:ext cx="1921388" cy="379107"/>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208" name="Shape 208"/>
        <p:cNvGrpSpPr/>
        <p:nvPr/>
      </p:nvGrpSpPr>
      <p:grpSpPr>
        <a:xfrm>
          <a:off x="0" y="0"/>
          <a:ext cx="0" cy="0"/>
          <a:chOff x="0" y="0"/>
          <a:chExt cx="0" cy="0"/>
        </a:xfrm>
      </p:grpSpPr>
      <p:sp>
        <p:nvSpPr>
          <p:cNvPr id="209" name="Google Shape;209;g1360578f430_0_796"/>
          <p:cNvSpPr/>
          <p:nvPr/>
        </p:nvSpPr>
        <p:spPr>
          <a:xfrm>
            <a:off x="6641923" y="1072405"/>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10" name="Google Shape;210;g1360578f430_0_796"/>
          <p:cNvSpPr/>
          <p:nvPr/>
        </p:nvSpPr>
        <p:spPr>
          <a:xfrm>
            <a:off x="4737235" y="1072405"/>
            <a:ext cx="1543726" cy="4614501"/>
          </a:xfrm>
          <a:custGeom>
            <a:rect b="b" l="l" r="r" t="t"/>
            <a:pathLst>
              <a:path extrusionOk="0" h="7564755" w="3392805">
                <a:moveTo>
                  <a:pt x="3392671" y="0"/>
                </a:moveTo>
                <a:lnTo>
                  <a:pt x="0" y="0"/>
                </a:lnTo>
                <a:lnTo>
                  <a:pt x="0" y="7564701"/>
                </a:lnTo>
                <a:lnTo>
                  <a:pt x="3392671" y="7564701"/>
                </a:lnTo>
                <a:lnTo>
                  <a:pt x="3392671"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11" name="Google Shape;211;g1360578f430_0_796"/>
          <p:cNvSpPr/>
          <p:nvPr/>
        </p:nvSpPr>
        <p:spPr>
          <a:xfrm>
            <a:off x="2886920" y="1099589"/>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12" name="Google Shape;212;g1360578f430_0_796"/>
          <p:cNvSpPr/>
          <p:nvPr/>
        </p:nvSpPr>
        <p:spPr>
          <a:xfrm>
            <a:off x="1016851" y="1103824"/>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13" name="Google Shape;213;g1360578f430_0_796"/>
          <p:cNvSpPr txBox="1"/>
          <p:nvPr>
            <p:ph idx="1" type="body"/>
          </p:nvPr>
        </p:nvSpPr>
        <p:spPr>
          <a:xfrm>
            <a:off x="1106176" y="3013130"/>
            <a:ext cx="13671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14" name="Google Shape;214;g1360578f430_0_796"/>
          <p:cNvSpPr txBox="1"/>
          <p:nvPr>
            <p:ph idx="2" type="body"/>
          </p:nvPr>
        </p:nvSpPr>
        <p:spPr>
          <a:xfrm>
            <a:off x="1106176" y="1334322"/>
            <a:ext cx="1344300" cy="13998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15" name="Google Shape;215;g1360578f430_0_796"/>
          <p:cNvSpPr txBox="1"/>
          <p:nvPr>
            <p:ph idx="3" type="body"/>
          </p:nvPr>
        </p:nvSpPr>
        <p:spPr>
          <a:xfrm>
            <a:off x="1146591" y="3582948"/>
            <a:ext cx="13263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16" name="Google Shape;216;g1360578f430_0_796"/>
          <p:cNvSpPr txBox="1"/>
          <p:nvPr>
            <p:ph idx="4" type="body"/>
          </p:nvPr>
        </p:nvSpPr>
        <p:spPr>
          <a:xfrm>
            <a:off x="2988192" y="3013130"/>
            <a:ext cx="13671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17" name="Google Shape;217;g1360578f430_0_796"/>
          <p:cNvSpPr txBox="1"/>
          <p:nvPr>
            <p:ph idx="5" type="body"/>
          </p:nvPr>
        </p:nvSpPr>
        <p:spPr>
          <a:xfrm>
            <a:off x="2988192" y="1334322"/>
            <a:ext cx="1344300" cy="13998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18" name="Google Shape;218;g1360578f430_0_796"/>
          <p:cNvSpPr txBox="1"/>
          <p:nvPr>
            <p:ph idx="6" type="body"/>
          </p:nvPr>
        </p:nvSpPr>
        <p:spPr>
          <a:xfrm>
            <a:off x="3028607" y="3582948"/>
            <a:ext cx="13263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19" name="Google Shape;219;g1360578f430_0_796"/>
          <p:cNvSpPr txBox="1"/>
          <p:nvPr>
            <p:ph idx="7" type="body"/>
          </p:nvPr>
        </p:nvSpPr>
        <p:spPr>
          <a:xfrm>
            <a:off x="4840661" y="3013130"/>
            <a:ext cx="13671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20" name="Google Shape;220;g1360578f430_0_796"/>
          <p:cNvSpPr txBox="1"/>
          <p:nvPr>
            <p:ph idx="8" type="body"/>
          </p:nvPr>
        </p:nvSpPr>
        <p:spPr>
          <a:xfrm>
            <a:off x="4840661" y="1334322"/>
            <a:ext cx="1344300" cy="13998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21" name="Google Shape;221;g1360578f430_0_796"/>
          <p:cNvSpPr txBox="1"/>
          <p:nvPr>
            <p:ph idx="9" type="body"/>
          </p:nvPr>
        </p:nvSpPr>
        <p:spPr>
          <a:xfrm>
            <a:off x="4881076" y="3582948"/>
            <a:ext cx="13263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22" name="Google Shape;222;g1360578f430_0_796"/>
          <p:cNvSpPr txBox="1"/>
          <p:nvPr>
            <p:ph idx="13" type="body"/>
          </p:nvPr>
        </p:nvSpPr>
        <p:spPr>
          <a:xfrm>
            <a:off x="6751582" y="3013130"/>
            <a:ext cx="13671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23" name="Google Shape;223;g1360578f430_0_796"/>
          <p:cNvSpPr txBox="1"/>
          <p:nvPr>
            <p:ph idx="14" type="body"/>
          </p:nvPr>
        </p:nvSpPr>
        <p:spPr>
          <a:xfrm>
            <a:off x="6751582" y="1334322"/>
            <a:ext cx="1344300" cy="13998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24" name="Google Shape;224;g1360578f430_0_796"/>
          <p:cNvSpPr txBox="1"/>
          <p:nvPr>
            <p:ph idx="15" type="body"/>
          </p:nvPr>
        </p:nvSpPr>
        <p:spPr>
          <a:xfrm>
            <a:off x="6791997" y="3582948"/>
            <a:ext cx="13263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25" name="Google Shape;225;g1360578f430_0_796"/>
          <p:cNvSpPr/>
          <p:nvPr/>
        </p:nvSpPr>
        <p:spPr>
          <a:xfrm>
            <a:off x="1627955"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26" name="Google Shape;226;g1360578f430_0_796"/>
          <p:cNvSpPr/>
          <p:nvPr/>
        </p:nvSpPr>
        <p:spPr>
          <a:xfrm>
            <a:off x="3487518"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27" name="Google Shape;227;g1360578f430_0_796"/>
          <p:cNvSpPr/>
          <p:nvPr/>
        </p:nvSpPr>
        <p:spPr>
          <a:xfrm>
            <a:off x="7275343"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28" name="Google Shape;228;g1360578f430_0_796"/>
          <p:cNvSpPr/>
          <p:nvPr/>
        </p:nvSpPr>
        <p:spPr>
          <a:xfrm>
            <a:off x="5334481" y="3468543"/>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lt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29" name="Google Shape;229;g1360578f430_0_796"/>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30" name="Google Shape;230;g1360578f430_0_796"/>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31" name="Google Shape;231;g1360578f430_0_796"/>
          <p:cNvGrpSpPr/>
          <p:nvPr/>
        </p:nvGrpSpPr>
        <p:grpSpPr>
          <a:xfrm>
            <a:off x="8700930" y="6279499"/>
            <a:ext cx="202706" cy="362724"/>
            <a:chOff x="18406074" y="10234089"/>
            <a:chExt cx="445703" cy="598160"/>
          </a:xfrm>
        </p:grpSpPr>
        <p:sp>
          <p:nvSpPr>
            <p:cNvPr id="232" name="Google Shape;232;g1360578f430_0_796"/>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33" name="Google Shape;233;g1360578f430_0_796"/>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234" name="Google Shape;234;g1360578f430_0_796"/>
          <p:cNvPicPr preferRelativeResize="0"/>
          <p:nvPr/>
        </p:nvPicPr>
        <p:blipFill rotWithShape="1">
          <a:blip r:embed="rId3">
            <a:alphaModFix/>
          </a:blip>
          <a:srcRect b="0" l="0" r="0" t="0"/>
          <a:stretch/>
        </p:blipFill>
        <p:spPr>
          <a:xfrm>
            <a:off x="5606264" y="6277351"/>
            <a:ext cx="1921388" cy="379107"/>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235" name="Shape 235"/>
        <p:cNvGrpSpPr/>
        <p:nvPr/>
      </p:nvGrpSpPr>
      <p:grpSpPr>
        <a:xfrm>
          <a:off x="0" y="0"/>
          <a:ext cx="0" cy="0"/>
          <a:chOff x="0" y="0"/>
          <a:chExt cx="0" cy="0"/>
        </a:xfrm>
      </p:grpSpPr>
      <p:sp>
        <p:nvSpPr>
          <p:cNvPr id="236" name="Google Shape;236;g1360578f430_0_823"/>
          <p:cNvSpPr/>
          <p:nvPr/>
        </p:nvSpPr>
        <p:spPr>
          <a:xfrm>
            <a:off x="0" y="502542"/>
            <a:ext cx="2250000" cy="708300"/>
          </a:xfrm>
          <a:prstGeom prst="rect">
            <a:avLst/>
          </a:prstGeom>
          <a:solidFill>
            <a:srgbClr val="317DE2"/>
          </a:solidFill>
          <a:ln>
            <a:noFill/>
          </a:ln>
        </p:spPr>
        <p:txBody>
          <a:bodyPr anchorCtr="0" anchor="ctr" bIns="23100" lIns="46200" spcFirstLastPara="1" rIns="46200" wrap="square" tIns="23100">
            <a:noAutofit/>
          </a:bodyPr>
          <a:lstStyle/>
          <a:p>
            <a:pPr indent="0" lvl="0" marL="0" marR="0" rtl="0" algn="ctr">
              <a:spcBef>
                <a:spcPts val="0"/>
              </a:spcBef>
              <a:spcAft>
                <a:spcPts val="0"/>
              </a:spcAft>
              <a:buNone/>
            </a:pPr>
            <a:r>
              <a:t/>
            </a:r>
            <a:endParaRPr sz="900">
              <a:solidFill>
                <a:schemeClr val="lt1"/>
              </a:solidFill>
              <a:latin typeface="Calibri"/>
              <a:ea typeface="Calibri"/>
              <a:cs typeface="Calibri"/>
              <a:sym typeface="Calibri"/>
            </a:endParaRPr>
          </a:p>
        </p:txBody>
      </p:sp>
      <p:sp>
        <p:nvSpPr>
          <p:cNvPr id="237" name="Google Shape;237;g1360578f430_0_823"/>
          <p:cNvSpPr/>
          <p:nvPr/>
        </p:nvSpPr>
        <p:spPr>
          <a:xfrm>
            <a:off x="2273513" y="502542"/>
            <a:ext cx="69341" cy="699821"/>
          </a:xfrm>
          <a:custGeom>
            <a:rect b="b" l="l" r="r" t="t"/>
            <a:pathLst>
              <a:path extrusionOk="0" h="6827520" w="53339">
                <a:moveTo>
                  <a:pt x="26606" y="0"/>
                </a:moveTo>
                <a:lnTo>
                  <a:pt x="16269" y="2095"/>
                </a:lnTo>
                <a:lnTo>
                  <a:pt x="7809" y="7806"/>
                </a:lnTo>
                <a:lnTo>
                  <a:pt x="2097" y="16264"/>
                </a:lnTo>
                <a:lnTo>
                  <a:pt x="0" y="26606"/>
                </a:lnTo>
                <a:lnTo>
                  <a:pt x="0" y="6800368"/>
                </a:lnTo>
                <a:lnTo>
                  <a:pt x="2097" y="6810704"/>
                </a:lnTo>
                <a:lnTo>
                  <a:pt x="7809" y="6819160"/>
                </a:lnTo>
                <a:lnTo>
                  <a:pt x="16269" y="6824869"/>
                </a:lnTo>
                <a:lnTo>
                  <a:pt x="26606" y="6826964"/>
                </a:lnTo>
                <a:lnTo>
                  <a:pt x="36943" y="6824869"/>
                </a:lnTo>
                <a:lnTo>
                  <a:pt x="45403" y="6819160"/>
                </a:lnTo>
                <a:lnTo>
                  <a:pt x="51115" y="6810704"/>
                </a:lnTo>
                <a:lnTo>
                  <a:pt x="53213" y="6800368"/>
                </a:lnTo>
                <a:lnTo>
                  <a:pt x="53213" y="26606"/>
                </a:lnTo>
                <a:lnTo>
                  <a:pt x="51115" y="16264"/>
                </a:lnTo>
                <a:lnTo>
                  <a:pt x="45403" y="7806"/>
                </a:lnTo>
                <a:lnTo>
                  <a:pt x="36943" y="2095"/>
                </a:lnTo>
                <a:lnTo>
                  <a:pt x="26606" y="0"/>
                </a:lnTo>
                <a:close/>
              </a:path>
            </a:pathLst>
          </a:custGeom>
          <a:solidFill>
            <a:srgbClr val="1A1A1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38" name="Google Shape;238;g1360578f430_0_823"/>
          <p:cNvSpPr txBox="1"/>
          <p:nvPr>
            <p:ph idx="1" type="body"/>
          </p:nvPr>
        </p:nvSpPr>
        <p:spPr>
          <a:xfrm>
            <a:off x="261092" y="763102"/>
            <a:ext cx="1975500" cy="8958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b="1" sz="2400">
                <a:solidFill>
                  <a:schemeClr val="dk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39" name="Google Shape;239;g1360578f430_0_823"/>
          <p:cNvSpPr txBox="1"/>
          <p:nvPr>
            <p:ph idx="2" type="body"/>
          </p:nvPr>
        </p:nvSpPr>
        <p:spPr>
          <a:xfrm>
            <a:off x="261381" y="1765521"/>
            <a:ext cx="1975500" cy="7467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sz="1000">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40" name="Google Shape;240;g1360578f430_0_823"/>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41" name="Google Shape;241;g1360578f430_0_823"/>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42" name="Google Shape;242;g1360578f430_0_823"/>
          <p:cNvGrpSpPr/>
          <p:nvPr/>
        </p:nvGrpSpPr>
        <p:grpSpPr>
          <a:xfrm>
            <a:off x="8700930" y="6279499"/>
            <a:ext cx="202706" cy="362724"/>
            <a:chOff x="18406074" y="10234089"/>
            <a:chExt cx="445703" cy="598160"/>
          </a:xfrm>
        </p:grpSpPr>
        <p:sp>
          <p:nvSpPr>
            <p:cNvPr id="243" name="Google Shape;243;g1360578f430_0_823"/>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44" name="Google Shape;244;g1360578f430_0_823"/>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245" name="Google Shape;245;g1360578f430_0_823"/>
          <p:cNvPicPr preferRelativeResize="0"/>
          <p:nvPr/>
        </p:nvPicPr>
        <p:blipFill rotWithShape="1">
          <a:blip r:embed="rId3">
            <a:alphaModFix/>
          </a:blip>
          <a:srcRect b="0" l="0" r="0" t="0"/>
          <a:stretch/>
        </p:blipFill>
        <p:spPr>
          <a:xfrm>
            <a:off x="5606264" y="6277351"/>
            <a:ext cx="1921388" cy="379107"/>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46" name="Shape 246"/>
        <p:cNvGrpSpPr/>
        <p:nvPr/>
      </p:nvGrpSpPr>
      <p:grpSpPr>
        <a:xfrm>
          <a:off x="0" y="0"/>
          <a:ext cx="0" cy="0"/>
          <a:chOff x="0" y="0"/>
          <a:chExt cx="0" cy="0"/>
        </a:xfrm>
      </p:grpSpPr>
      <p:pic>
        <p:nvPicPr>
          <p:cNvPr id="247" name="Google Shape;247;g1360578f430_0_834"/>
          <p:cNvPicPr preferRelativeResize="0"/>
          <p:nvPr/>
        </p:nvPicPr>
        <p:blipFill rotWithShape="1">
          <a:blip r:embed="rId2">
            <a:alphaModFix/>
          </a:blip>
          <a:srcRect b="0" l="0" r="0" t="0"/>
          <a:stretch/>
        </p:blipFill>
        <p:spPr>
          <a:xfrm>
            <a:off x="0" y="0"/>
            <a:ext cx="9144000" cy="4474182"/>
          </a:xfrm>
          <a:prstGeom prst="rect">
            <a:avLst/>
          </a:prstGeom>
          <a:noFill/>
          <a:ln>
            <a:noFill/>
          </a:ln>
        </p:spPr>
      </p:pic>
      <p:sp>
        <p:nvSpPr>
          <p:cNvPr id="248" name="Google Shape;248;g1360578f430_0_834"/>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49" name="Google Shape;249;g1360578f430_0_834"/>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50" name="Google Shape;250;g1360578f430_0_834"/>
          <p:cNvGrpSpPr/>
          <p:nvPr/>
        </p:nvGrpSpPr>
        <p:grpSpPr>
          <a:xfrm>
            <a:off x="8700930" y="6279499"/>
            <a:ext cx="202706" cy="362724"/>
            <a:chOff x="18406074" y="10234089"/>
            <a:chExt cx="445703" cy="598160"/>
          </a:xfrm>
        </p:grpSpPr>
        <p:sp>
          <p:nvSpPr>
            <p:cNvPr id="251" name="Google Shape;251;g1360578f430_0_834"/>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52" name="Google Shape;252;g1360578f430_0_834"/>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253" name="Google Shape;253;g1360578f430_0_834"/>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254" name="Google Shape;254;g1360578f430_0_834"/>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700"/>
              <a:buNone/>
              <a:defRPr sz="27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cxnSp>
        <p:nvCxnSpPr>
          <p:cNvPr id="255" name="Google Shape;255;g1360578f430_0_834"/>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256" name="Google Shape;256;g1360578f430_0_834"/>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57" name="Shape 257"/>
        <p:cNvGrpSpPr/>
        <p:nvPr/>
      </p:nvGrpSpPr>
      <p:grpSpPr>
        <a:xfrm>
          <a:off x="0" y="0"/>
          <a:ext cx="0" cy="0"/>
          <a:chOff x="0" y="0"/>
          <a:chExt cx="0" cy="0"/>
        </a:xfrm>
      </p:grpSpPr>
      <p:pic>
        <p:nvPicPr>
          <p:cNvPr id="258" name="Google Shape;258;g1360578f430_0_845"/>
          <p:cNvPicPr preferRelativeResize="0"/>
          <p:nvPr/>
        </p:nvPicPr>
        <p:blipFill rotWithShape="1">
          <a:blip r:embed="rId2">
            <a:alphaModFix/>
          </a:blip>
          <a:srcRect b="0" l="0" r="0" t="0"/>
          <a:stretch/>
        </p:blipFill>
        <p:spPr>
          <a:xfrm>
            <a:off x="0" y="0"/>
            <a:ext cx="9144000" cy="4491779"/>
          </a:xfrm>
          <a:prstGeom prst="rect">
            <a:avLst/>
          </a:prstGeom>
          <a:noFill/>
          <a:ln>
            <a:noFill/>
          </a:ln>
        </p:spPr>
      </p:pic>
      <p:sp>
        <p:nvSpPr>
          <p:cNvPr id="259" name="Google Shape;259;g1360578f430_0_845"/>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60" name="Google Shape;260;g1360578f430_0_845"/>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61" name="Google Shape;261;g1360578f430_0_845"/>
          <p:cNvGrpSpPr/>
          <p:nvPr/>
        </p:nvGrpSpPr>
        <p:grpSpPr>
          <a:xfrm>
            <a:off x="8700930" y="6279499"/>
            <a:ext cx="202706" cy="362724"/>
            <a:chOff x="18406074" y="10234089"/>
            <a:chExt cx="445703" cy="598160"/>
          </a:xfrm>
        </p:grpSpPr>
        <p:sp>
          <p:nvSpPr>
            <p:cNvPr id="262" name="Google Shape;262;g1360578f430_0_845"/>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63" name="Google Shape;263;g1360578f430_0_845"/>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264" name="Google Shape;264;g1360578f430_0_845"/>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265" name="Google Shape;265;g1360578f430_0_845"/>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700"/>
              <a:buNone/>
              <a:defRPr sz="27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cxnSp>
        <p:nvCxnSpPr>
          <p:cNvPr id="266" name="Google Shape;266;g1360578f430_0_845"/>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267" name="Google Shape;267;g1360578f430_0_845"/>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8" name="Shape 268"/>
        <p:cNvGrpSpPr/>
        <p:nvPr/>
      </p:nvGrpSpPr>
      <p:grpSpPr>
        <a:xfrm>
          <a:off x="0" y="0"/>
          <a:ext cx="0" cy="0"/>
          <a:chOff x="0" y="0"/>
          <a:chExt cx="0" cy="0"/>
        </a:xfrm>
      </p:grpSpPr>
      <p:pic>
        <p:nvPicPr>
          <p:cNvPr id="269" name="Google Shape;269;g1360578f430_0_856"/>
          <p:cNvPicPr preferRelativeResize="0"/>
          <p:nvPr/>
        </p:nvPicPr>
        <p:blipFill rotWithShape="1">
          <a:blip r:embed="rId2">
            <a:alphaModFix/>
          </a:blip>
          <a:srcRect b="0" l="0" r="0" t="0"/>
          <a:stretch/>
        </p:blipFill>
        <p:spPr>
          <a:xfrm>
            <a:off x="0" y="-31652"/>
            <a:ext cx="9144000" cy="4560444"/>
          </a:xfrm>
          <a:prstGeom prst="rect">
            <a:avLst/>
          </a:prstGeom>
          <a:noFill/>
          <a:ln>
            <a:noFill/>
          </a:ln>
        </p:spPr>
      </p:pic>
      <p:sp>
        <p:nvSpPr>
          <p:cNvPr id="270" name="Google Shape;270;g1360578f430_0_856"/>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71" name="Google Shape;271;g1360578f430_0_856"/>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72" name="Google Shape;272;g1360578f430_0_856"/>
          <p:cNvGrpSpPr/>
          <p:nvPr/>
        </p:nvGrpSpPr>
        <p:grpSpPr>
          <a:xfrm>
            <a:off x="8700930" y="6279499"/>
            <a:ext cx="202706" cy="362724"/>
            <a:chOff x="18406074" y="10234089"/>
            <a:chExt cx="445703" cy="598160"/>
          </a:xfrm>
        </p:grpSpPr>
        <p:sp>
          <p:nvSpPr>
            <p:cNvPr id="273" name="Google Shape;273;g1360578f430_0_856"/>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74" name="Google Shape;274;g1360578f430_0_856"/>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275" name="Google Shape;275;g1360578f430_0_856"/>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276" name="Google Shape;276;g1360578f430_0_856"/>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700"/>
              <a:buNone/>
              <a:defRPr sz="27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cxnSp>
        <p:nvCxnSpPr>
          <p:cNvPr id="277" name="Google Shape;277;g1360578f430_0_856"/>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278" name="Google Shape;278;g1360578f430_0_856"/>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seño personalizado">
  <p:cSld name="1_Diseño personalizado">
    <p:spTree>
      <p:nvGrpSpPr>
        <p:cNvPr id="279" name="Shape 279"/>
        <p:cNvGrpSpPr/>
        <p:nvPr/>
      </p:nvGrpSpPr>
      <p:grpSpPr>
        <a:xfrm>
          <a:off x="0" y="0"/>
          <a:ext cx="0" cy="0"/>
          <a:chOff x="0" y="0"/>
          <a:chExt cx="0" cy="0"/>
        </a:xfrm>
      </p:grpSpPr>
      <p:pic>
        <p:nvPicPr>
          <p:cNvPr id="280" name="Google Shape;280;g1360578f430_0_867"/>
          <p:cNvPicPr preferRelativeResize="0"/>
          <p:nvPr/>
        </p:nvPicPr>
        <p:blipFill rotWithShape="1">
          <a:blip r:embed="rId2">
            <a:alphaModFix/>
          </a:blip>
          <a:srcRect b="0" l="0" r="0" t="0"/>
          <a:stretch/>
        </p:blipFill>
        <p:spPr>
          <a:xfrm>
            <a:off x="0" y="-13477"/>
            <a:ext cx="9147648" cy="4569040"/>
          </a:xfrm>
          <a:prstGeom prst="rect">
            <a:avLst/>
          </a:prstGeom>
          <a:noFill/>
          <a:ln>
            <a:noFill/>
          </a:ln>
        </p:spPr>
      </p:pic>
      <p:sp>
        <p:nvSpPr>
          <p:cNvPr id="281" name="Google Shape;281;g1360578f430_0_867"/>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82" name="Google Shape;282;g1360578f430_0_867"/>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83" name="Google Shape;283;g1360578f430_0_867"/>
          <p:cNvGrpSpPr/>
          <p:nvPr/>
        </p:nvGrpSpPr>
        <p:grpSpPr>
          <a:xfrm>
            <a:off x="8700930" y="6279499"/>
            <a:ext cx="202706" cy="362724"/>
            <a:chOff x="18406074" y="10234089"/>
            <a:chExt cx="445703" cy="598160"/>
          </a:xfrm>
        </p:grpSpPr>
        <p:sp>
          <p:nvSpPr>
            <p:cNvPr id="284" name="Google Shape;284;g1360578f430_0_867"/>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85" name="Google Shape;285;g1360578f430_0_867"/>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286" name="Google Shape;286;g1360578f430_0_867"/>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287" name="Google Shape;287;g1360578f430_0_867"/>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700"/>
              <a:buNone/>
              <a:defRPr sz="27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cxnSp>
        <p:nvCxnSpPr>
          <p:cNvPr id="288" name="Google Shape;288;g1360578f430_0_867"/>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289" name="Google Shape;289;g1360578f430_0_867"/>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0.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4.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image" Target="../media/image1.jp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slideLayout" Target="../slideLayouts/slideLayout36.xml"/><Relationship Id="rId12" Type="http://schemas.openxmlformats.org/officeDocument/2006/relationships/slideLayout" Target="../slideLayouts/slideLayout35.xml"/><Relationship Id="rId1" Type="http://schemas.openxmlformats.org/officeDocument/2006/relationships/image" Target="../media/image1.jp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5" Type="http://schemas.openxmlformats.org/officeDocument/2006/relationships/slideLayout" Target="../slideLayouts/slideLayout38.xml"/><Relationship Id="rId14" Type="http://schemas.openxmlformats.org/officeDocument/2006/relationships/slideLayout" Target="../slideLayouts/slideLayout37.xml"/><Relationship Id="rId16" Type="http://schemas.openxmlformats.org/officeDocument/2006/relationships/theme" Target="../theme/theme3.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1888F"/>
        </a:solidFill>
      </p:bgPr>
    </p:bg>
    <p:spTree>
      <p:nvGrpSpPr>
        <p:cNvPr id="5" name="Shape 5"/>
        <p:cNvGrpSpPr/>
        <p:nvPr/>
      </p:nvGrpSpPr>
      <p:grpSpPr>
        <a:xfrm>
          <a:off x="0" y="0"/>
          <a:ext cx="0" cy="0"/>
          <a:chOff x="0" y="0"/>
          <a:chExt cx="0" cy="0"/>
        </a:xfrm>
      </p:grpSpPr>
      <p:sp>
        <p:nvSpPr>
          <p:cNvPr id="6" name="Google Shape;6;p28"/>
          <p:cNvSpPr/>
          <p:nvPr/>
        </p:nvSpPr>
        <p:spPr>
          <a:xfrm flipH="1">
            <a:off x="-720" y="0"/>
            <a:ext cx="4629240" cy="6857640"/>
          </a:xfrm>
          <a:custGeom>
            <a:rect b="b" l="l" r="r" t="t"/>
            <a:pathLst>
              <a:path extrusionOk="0" h="6858000" w="6172782">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 name="Google Shape;7;p28"/>
          <p:cNvSpPr/>
          <p:nvPr/>
        </p:nvSpPr>
        <p:spPr>
          <a:xfrm>
            <a:off x="0" y="11880"/>
            <a:ext cx="4517640" cy="6840360"/>
          </a:xfrm>
          <a:custGeom>
            <a:rect b="b" l="l" r="r" t="t"/>
            <a:pathLst>
              <a:path extrusionOk="0" h="6858000" w="6024154">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blipFill rotWithShape="1">
            <a:blip r:embed="rId1">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 name="Google Shape;8;p28"/>
          <p:cNvPicPr preferRelativeResize="0"/>
          <p:nvPr/>
        </p:nvPicPr>
        <p:blipFill rotWithShape="1">
          <a:blip r:embed="rId2">
            <a:alphaModFix/>
          </a:blip>
          <a:srcRect b="0" l="0" r="0" t="0"/>
          <a:stretch/>
        </p:blipFill>
        <p:spPr>
          <a:xfrm>
            <a:off x="5190120" y="212400"/>
            <a:ext cx="3747960" cy="585720"/>
          </a:xfrm>
          <a:prstGeom prst="rect">
            <a:avLst/>
          </a:prstGeom>
          <a:noFill/>
          <a:ln>
            <a:noFill/>
          </a:ln>
        </p:spPr>
      </p:pic>
      <p:sp>
        <p:nvSpPr>
          <p:cNvPr id="9" name="Google Shape;9;p28"/>
          <p:cNvSpPr txBox="1"/>
          <p:nvPr>
            <p:ph type="title"/>
          </p:nvPr>
        </p:nvSpPr>
        <p:spPr>
          <a:xfrm>
            <a:off x="3993840" y="2487600"/>
            <a:ext cx="4894560" cy="28908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28"/>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 name="Shape 59"/>
        <p:cNvGrpSpPr/>
        <p:nvPr/>
      </p:nvGrpSpPr>
      <p:grpSpPr>
        <a:xfrm>
          <a:off x="0" y="0"/>
          <a:ext cx="0" cy="0"/>
          <a:chOff x="0" y="0"/>
          <a:chExt cx="0" cy="0"/>
        </a:xfrm>
      </p:grpSpPr>
      <p:sp>
        <p:nvSpPr>
          <p:cNvPr id="60" name="Google Shape;60;g1360578f430_0_433"/>
          <p:cNvSpPr/>
          <p:nvPr/>
        </p:nvSpPr>
        <p:spPr>
          <a:xfrm>
            <a:off x="770760" y="212760"/>
            <a:ext cx="903300" cy="812400"/>
          </a:xfrm>
          <a:prstGeom prst="parallelogram">
            <a:avLst>
              <a:gd fmla="val 4531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g1360578f430_0_433"/>
          <p:cNvSpPr/>
          <p:nvPr/>
        </p:nvSpPr>
        <p:spPr>
          <a:xfrm>
            <a:off x="146520" y="212760"/>
            <a:ext cx="903300" cy="812400"/>
          </a:xfrm>
          <a:prstGeom prst="parallelogram">
            <a:avLst>
              <a:gd fmla="val 45310" name="adj"/>
            </a:avLst>
          </a:prstGeom>
          <a:gradFill>
            <a:gsLst>
              <a:gs pos="0">
                <a:srgbClr val="DE3075"/>
              </a:gs>
              <a:gs pos="35000">
                <a:srgbClr val="DE3075"/>
              </a:gs>
              <a:gs pos="100000">
                <a:srgbClr val="FFFFFF"/>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2" name="Google Shape;62;g1360578f430_0_433"/>
          <p:cNvPicPr preferRelativeResize="0"/>
          <p:nvPr/>
        </p:nvPicPr>
        <p:blipFill rotWithShape="1">
          <a:blip r:embed="rId1">
            <a:alphaModFix/>
          </a:blip>
          <a:srcRect b="0" l="0" r="0" t="0"/>
          <a:stretch/>
        </p:blipFill>
        <p:spPr>
          <a:xfrm>
            <a:off x="6179400" y="389520"/>
            <a:ext cx="2746438" cy="459360"/>
          </a:xfrm>
          <a:prstGeom prst="rect">
            <a:avLst/>
          </a:prstGeom>
          <a:noFill/>
          <a:ln>
            <a:noFill/>
          </a:ln>
        </p:spPr>
      </p:pic>
      <p:sp>
        <p:nvSpPr>
          <p:cNvPr id="63" name="Google Shape;63;g1360578f430_0_433"/>
          <p:cNvSpPr txBox="1"/>
          <p:nvPr>
            <p:ph idx="1" type="body"/>
          </p:nvPr>
        </p:nvSpPr>
        <p:spPr>
          <a:xfrm>
            <a:off x="294120" y="1218600"/>
            <a:ext cx="8555400" cy="51375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4" name="Google Shape;64;g1360578f430_0_433"/>
          <p:cNvSpPr/>
          <p:nvPr/>
        </p:nvSpPr>
        <p:spPr>
          <a:xfrm>
            <a:off x="1373040" y="212760"/>
            <a:ext cx="4806000" cy="812400"/>
          </a:xfrm>
          <a:prstGeom prst="parallelogram">
            <a:avLst>
              <a:gd fmla="val 4531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g1360578f430_0_433"/>
          <p:cNvSpPr txBox="1"/>
          <p:nvPr>
            <p:ph type="title"/>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g1360578f430_0_433"/>
          <p:cNvSpPr/>
          <p:nvPr/>
        </p:nvSpPr>
        <p:spPr>
          <a:xfrm>
            <a:off x="6915240" y="6356520"/>
            <a:ext cx="20571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rgbClr val="6C7A8A"/>
                </a:solidFill>
                <a:latin typeface="Roboto Mono"/>
                <a:ea typeface="Roboto Mono"/>
                <a:cs typeface="Roboto Mono"/>
                <a:sym typeface="Roboto Mono"/>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sp>
        <p:nvSpPr>
          <p:cNvPr id="116" name="Google Shape;116;g1360578f430_0_489"/>
          <p:cNvSpPr/>
          <p:nvPr/>
        </p:nvSpPr>
        <p:spPr>
          <a:xfrm>
            <a:off x="770760" y="212760"/>
            <a:ext cx="903300" cy="812400"/>
          </a:xfrm>
          <a:prstGeom prst="parallelogram">
            <a:avLst>
              <a:gd fmla="val 45310" name="adj"/>
            </a:avLst>
          </a:prstGeom>
          <a:solidFill>
            <a:srgbClr val="BED6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g1360578f430_0_489"/>
          <p:cNvSpPr/>
          <p:nvPr/>
        </p:nvSpPr>
        <p:spPr>
          <a:xfrm>
            <a:off x="146520" y="212760"/>
            <a:ext cx="903300" cy="812400"/>
          </a:xfrm>
          <a:prstGeom prst="parallelogram">
            <a:avLst>
              <a:gd fmla="val 45310" name="adj"/>
            </a:avLst>
          </a:prstGeom>
          <a:gradFill>
            <a:gsLst>
              <a:gs pos="0">
                <a:srgbClr val="BDD503"/>
              </a:gs>
              <a:gs pos="35000">
                <a:srgbClr val="BDD503"/>
              </a:gs>
              <a:gs pos="100000">
                <a:srgbClr val="FFFFFF"/>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8" name="Google Shape;118;g1360578f430_0_489"/>
          <p:cNvPicPr preferRelativeResize="0"/>
          <p:nvPr/>
        </p:nvPicPr>
        <p:blipFill rotWithShape="1">
          <a:blip r:embed="rId1">
            <a:alphaModFix/>
          </a:blip>
          <a:srcRect b="0" l="0" r="0" t="0"/>
          <a:stretch/>
        </p:blipFill>
        <p:spPr>
          <a:xfrm>
            <a:off x="6179400" y="389520"/>
            <a:ext cx="2746438" cy="459360"/>
          </a:xfrm>
          <a:prstGeom prst="rect">
            <a:avLst/>
          </a:prstGeom>
          <a:noFill/>
          <a:ln>
            <a:noFill/>
          </a:ln>
        </p:spPr>
      </p:pic>
      <p:sp>
        <p:nvSpPr>
          <p:cNvPr id="119" name="Google Shape;119;g1360578f430_0_489"/>
          <p:cNvSpPr txBox="1"/>
          <p:nvPr>
            <p:ph idx="1" type="body"/>
          </p:nvPr>
        </p:nvSpPr>
        <p:spPr>
          <a:xfrm>
            <a:off x="294120" y="1218600"/>
            <a:ext cx="8555400" cy="51375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0" name="Google Shape;120;g1360578f430_0_489"/>
          <p:cNvSpPr/>
          <p:nvPr/>
        </p:nvSpPr>
        <p:spPr>
          <a:xfrm>
            <a:off x="1373040" y="212760"/>
            <a:ext cx="4806000" cy="812400"/>
          </a:xfrm>
          <a:prstGeom prst="parallelogram">
            <a:avLst>
              <a:gd fmla="val 4531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g1360578f430_0_489"/>
          <p:cNvSpPr txBox="1"/>
          <p:nvPr>
            <p:ph type="title"/>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g1360578f430_0_489"/>
          <p:cNvSpPr/>
          <p:nvPr/>
        </p:nvSpPr>
        <p:spPr>
          <a:xfrm>
            <a:off x="6915240" y="6356520"/>
            <a:ext cx="20571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rgbClr val="6C7A8A"/>
                </a:solidFill>
                <a:latin typeface="Roboto Mono"/>
                <a:ea typeface="Roboto Mono"/>
                <a:cs typeface="Roboto Mono"/>
                <a:sym typeface="Roboto Mono"/>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3" name="Shape 193"/>
        <p:cNvGrpSpPr/>
        <p:nvPr/>
      </p:nvGrpSpPr>
      <p:grpSpPr>
        <a:xfrm>
          <a:off x="0" y="0"/>
          <a:ext cx="0" cy="0"/>
          <a:chOff x="0" y="0"/>
          <a:chExt cx="0" cy="0"/>
        </a:xfrm>
      </p:grpSpPr>
      <p:sp>
        <p:nvSpPr>
          <p:cNvPr id="194" name="Google Shape;194;g1360578f430_0_781"/>
          <p:cNvSpPr txBox="1"/>
          <p:nvPr>
            <p:ph type="title"/>
          </p:nvPr>
        </p:nvSpPr>
        <p:spPr>
          <a:xfrm>
            <a:off x="400431" y="1462579"/>
            <a:ext cx="1799400" cy="8076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700"/>
              <a:buNone/>
              <a:defRPr b="1" i="0" sz="4300" u="none" cap="none" strike="noStrike">
                <a:solidFill>
                  <a:schemeClr val="dk1"/>
                </a:solidFill>
                <a:latin typeface="Arial"/>
                <a:ea typeface="Arial"/>
                <a:cs typeface="Arial"/>
                <a:sym typeface="Arial"/>
              </a:defRPr>
            </a:lvl1pPr>
            <a:lvl2pPr lvl="1" rtl="0">
              <a:spcBef>
                <a:spcPts val="0"/>
              </a:spcBef>
              <a:spcAft>
                <a:spcPts val="0"/>
              </a:spcAft>
              <a:buSzPts val="700"/>
              <a:buNone/>
              <a:defRPr sz="900"/>
            </a:lvl2pPr>
            <a:lvl3pPr lvl="2" rtl="0">
              <a:spcBef>
                <a:spcPts val="0"/>
              </a:spcBef>
              <a:spcAft>
                <a:spcPts val="0"/>
              </a:spcAft>
              <a:buSzPts val="700"/>
              <a:buNone/>
              <a:defRPr sz="900"/>
            </a:lvl3pPr>
            <a:lvl4pPr lvl="3" rtl="0">
              <a:spcBef>
                <a:spcPts val="0"/>
              </a:spcBef>
              <a:spcAft>
                <a:spcPts val="0"/>
              </a:spcAft>
              <a:buSzPts val="700"/>
              <a:buNone/>
              <a:defRPr sz="900"/>
            </a:lvl4pPr>
            <a:lvl5pPr lvl="4" rtl="0">
              <a:spcBef>
                <a:spcPts val="0"/>
              </a:spcBef>
              <a:spcAft>
                <a:spcPts val="0"/>
              </a:spcAft>
              <a:buSzPts val="700"/>
              <a:buNone/>
              <a:defRPr sz="900"/>
            </a:lvl5pPr>
            <a:lvl6pPr lvl="5" rtl="0">
              <a:spcBef>
                <a:spcPts val="0"/>
              </a:spcBef>
              <a:spcAft>
                <a:spcPts val="0"/>
              </a:spcAft>
              <a:buSzPts val="700"/>
              <a:buNone/>
              <a:defRPr sz="900"/>
            </a:lvl6pPr>
            <a:lvl7pPr lvl="6" rtl="0">
              <a:spcBef>
                <a:spcPts val="0"/>
              </a:spcBef>
              <a:spcAft>
                <a:spcPts val="0"/>
              </a:spcAft>
              <a:buSzPts val="700"/>
              <a:buNone/>
              <a:defRPr sz="900"/>
            </a:lvl7pPr>
            <a:lvl8pPr lvl="7" rtl="0">
              <a:spcBef>
                <a:spcPts val="0"/>
              </a:spcBef>
              <a:spcAft>
                <a:spcPts val="0"/>
              </a:spcAft>
              <a:buSzPts val="700"/>
              <a:buNone/>
              <a:defRPr sz="900"/>
            </a:lvl8pPr>
            <a:lvl9pPr lvl="8" rtl="0">
              <a:spcBef>
                <a:spcPts val="0"/>
              </a:spcBef>
              <a:spcAft>
                <a:spcPts val="0"/>
              </a:spcAft>
              <a:buSzPts val="700"/>
              <a:buNone/>
              <a:defRPr sz="900"/>
            </a:lvl9pPr>
          </a:lstStyle>
          <a:p/>
        </p:txBody>
      </p:sp>
      <p:sp>
        <p:nvSpPr>
          <p:cNvPr id="195" name="Google Shape;195;g1360578f430_0_781"/>
          <p:cNvSpPr txBox="1"/>
          <p:nvPr>
            <p:ph idx="1" type="body"/>
          </p:nvPr>
        </p:nvSpPr>
        <p:spPr>
          <a:xfrm>
            <a:off x="457200" y="1577340"/>
            <a:ext cx="8229600" cy="452640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700"/>
              <a:buNone/>
              <a:defRPr b="0" i="0" sz="900" u="none" cap="none" strike="noStrike">
                <a:latin typeface="Calibri"/>
                <a:ea typeface="Calibri"/>
                <a:cs typeface="Calibri"/>
                <a:sym typeface="Calibri"/>
              </a:defRPr>
            </a:lvl1pPr>
            <a:lvl2pPr indent="-228600" lvl="1" marL="914400" marR="0" rtl="0" algn="l">
              <a:spcBef>
                <a:spcPts val="0"/>
              </a:spcBef>
              <a:spcAft>
                <a:spcPts val="0"/>
              </a:spcAft>
              <a:buSzPts val="700"/>
              <a:buNone/>
              <a:defRPr b="0" i="0" sz="900" u="none" cap="none" strike="noStrike">
                <a:latin typeface="Calibri"/>
                <a:ea typeface="Calibri"/>
                <a:cs typeface="Calibri"/>
                <a:sym typeface="Calibri"/>
              </a:defRPr>
            </a:lvl2pPr>
            <a:lvl3pPr indent="-228600" lvl="2" marL="1371600" marR="0" rtl="0" algn="l">
              <a:spcBef>
                <a:spcPts val="0"/>
              </a:spcBef>
              <a:spcAft>
                <a:spcPts val="0"/>
              </a:spcAft>
              <a:buSzPts val="700"/>
              <a:buNone/>
              <a:defRPr b="0" i="0" sz="900" u="none" cap="none" strike="noStrike">
                <a:latin typeface="Calibri"/>
                <a:ea typeface="Calibri"/>
                <a:cs typeface="Calibri"/>
                <a:sym typeface="Calibri"/>
              </a:defRPr>
            </a:lvl3pPr>
            <a:lvl4pPr indent="-228600" lvl="3" marL="1828800" marR="0" rtl="0" algn="l">
              <a:spcBef>
                <a:spcPts val="0"/>
              </a:spcBef>
              <a:spcAft>
                <a:spcPts val="0"/>
              </a:spcAft>
              <a:buSzPts val="700"/>
              <a:buNone/>
              <a:defRPr b="0" i="0" sz="900" u="none" cap="none" strike="noStrike">
                <a:latin typeface="Calibri"/>
                <a:ea typeface="Calibri"/>
                <a:cs typeface="Calibri"/>
                <a:sym typeface="Calibri"/>
              </a:defRPr>
            </a:lvl4pPr>
            <a:lvl5pPr indent="-228600" lvl="4" marL="2286000" marR="0" rtl="0" algn="l">
              <a:spcBef>
                <a:spcPts val="0"/>
              </a:spcBef>
              <a:spcAft>
                <a:spcPts val="0"/>
              </a:spcAft>
              <a:buSzPts val="700"/>
              <a:buNone/>
              <a:defRPr b="0" i="0" sz="900" u="none" cap="none" strike="noStrike">
                <a:latin typeface="Calibri"/>
                <a:ea typeface="Calibri"/>
                <a:cs typeface="Calibri"/>
                <a:sym typeface="Calibri"/>
              </a:defRPr>
            </a:lvl5pPr>
            <a:lvl6pPr indent="-228600" lvl="5" marL="2743200" marR="0" rtl="0" algn="l">
              <a:spcBef>
                <a:spcPts val="0"/>
              </a:spcBef>
              <a:spcAft>
                <a:spcPts val="0"/>
              </a:spcAft>
              <a:buSzPts val="700"/>
              <a:buNone/>
              <a:defRPr b="0" i="0" sz="900" u="none" cap="none" strike="noStrike">
                <a:latin typeface="Calibri"/>
                <a:ea typeface="Calibri"/>
                <a:cs typeface="Calibri"/>
                <a:sym typeface="Calibri"/>
              </a:defRPr>
            </a:lvl6pPr>
            <a:lvl7pPr indent="-228600" lvl="6" marL="3200400" marR="0" rtl="0" algn="l">
              <a:spcBef>
                <a:spcPts val="0"/>
              </a:spcBef>
              <a:spcAft>
                <a:spcPts val="0"/>
              </a:spcAft>
              <a:buSzPts val="700"/>
              <a:buNone/>
              <a:defRPr b="0" i="0" sz="900" u="none" cap="none" strike="noStrike">
                <a:latin typeface="Calibri"/>
                <a:ea typeface="Calibri"/>
                <a:cs typeface="Calibri"/>
                <a:sym typeface="Calibri"/>
              </a:defRPr>
            </a:lvl7pPr>
            <a:lvl8pPr indent="-228600" lvl="7" marL="3657600" marR="0" rtl="0" algn="l">
              <a:spcBef>
                <a:spcPts val="0"/>
              </a:spcBef>
              <a:spcAft>
                <a:spcPts val="0"/>
              </a:spcAft>
              <a:buSzPts val="700"/>
              <a:buNone/>
              <a:defRPr b="0" i="0" sz="900" u="none" cap="none" strike="noStrike">
                <a:latin typeface="Calibri"/>
                <a:ea typeface="Calibri"/>
                <a:cs typeface="Calibri"/>
                <a:sym typeface="Calibri"/>
              </a:defRPr>
            </a:lvl8pPr>
            <a:lvl9pPr indent="-228600" lvl="8" marL="4114800" marR="0" rtl="0" algn="l">
              <a:spcBef>
                <a:spcPts val="0"/>
              </a:spcBef>
              <a:spcAft>
                <a:spcPts val="0"/>
              </a:spcAft>
              <a:buSzPts val="700"/>
              <a:buNone/>
              <a:defRPr b="0" i="0" sz="900" u="none" cap="none" strike="noStrike">
                <a:latin typeface="Calibri"/>
                <a:ea typeface="Calibri"/>
                <a:cs typeface="Calibri"/>
                <a:sym typeface="Calibri"/>
              </a:defRPr>
            </a:lvl9pPr>
          </a:lstStyle>
          <a:p/>
        </p:txBody>
      </p:sp>
      <p:sp>
        <p:nvSpPr>
          <p:cNvPr id="196" name="Google Shape;196;g1360578f430_0_781"/>
          <p:cNvSpPr txBox="1"/>
          <p:nvPr>
            <p:ph idx="11" type="ftr"/>
          </p:nvPr>
        </p:nvSpPr>
        <p:spPr>
          <a:xfrm>
            <a:off x="3108960" y="6377940"/>
            <a:ext cx="292590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7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197" name="Google Shape;197;g1360578f430_0_781"/>
          <p:cNvSpPr txBox="1"/>
          <p:nvPr>
            <p:ph idx="10" type="dt"/>
          </p:nvPr>
        </p:nvSpPr>
        <p:spPr>
          <a:xfrm>
            <a:off x="457200" y="6377940"/>
            <a:ext cx="210300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7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198" name="Google Shape;198;g1360578f430_0_781"/>
          <p:cNvSpPr txBox="1"/>
          <p:nvPr>
            <p:ph idx="12" type="sldNum"/>
          </p:nvPr>
        </p:nvSpPr>
        <p:spPr>
          <a:xfrm>
            <a:off x="6583680" y="6377940"/>
            <a:ext cx="2103000" cy="13860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90" r:id="rId1"/>
    <p:sldLayoutId id="2147483691" r:id="rId2"/>
    <p:sldLayoutId id="2147483692" r:id="rId3"/>
    <p:sldLayoutId id="2147483693" r:id="rId4"/>
    <p:sldLayoutId id="2147483694" r:id="rId5"/>
    <p:sldLayoutId id="2147483695" r:id="rId6"/>
    <p:sldLayoutId id="2147483696"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xml"/><Relationship Id="rId3"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hyperlink" Target="http://www.youtube.com/watch?v=d5_h1VuwD6g" TargetMode="External"/><Relationship Id="rId4" Type="http://schemas.openxmlformats.org/officeDocument/2006/relationships/image" Target="../media/image2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hyperlink" Target="http://makezine.com/" TargetMode="External"/><Relationship Id="rId4" Type="http://schemas.openxmlformats.org/officeDocument/2006/relationships/hyperlink" Target="http://mindstorms.lego.com/" TargetMode="External"/><Relationship Id="rId5" Type="http://schemas.openxmlformats.org/officeDocument/2006/relationships/hyperlink" Target="http://www.erector.us/" TargetMode="External"/><Relationship Id="rId6" Type="http://schemas.openxmlformats.org/officeDocument/2006/relationships/hyperlink" Target="https://www.makerbot.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hyperlink" Target="http://arduino.cc/" TargetMode="External"/><Relationship Id="rId4" Type="http://schemas.openxmlformats.org/officeDocument/2006/relationships/hyperlink" Target="http://www.raspberrypi.or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hyperlink" Target="http://ocw.mit.edu/courses/intro-programming" TargetMode="External"/><Relationship Id="rId4" Type="http://schemas.openxmlformats.org/officeDocument/2006/relationships/hyperlink" Target="https://www.khanacademy.org/computing/c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hyperlink" Target="http://www.youtube.com/watch?v=QADSH8XYx_A" TargetMode="External"/><Relationship Id="rId4" Type="http://schemas.openxmlformats.org/officeDocument/2006/relationships/image" Target="../media/image2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Relationship Id="rId3"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 Id="rId3"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5.xml"/><Relationship Id="rId3" Type="http://schemas.openxmlformats.org/officeDocument/2006/relationships/image" Target="../media/image4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6.xml"/><Relationship Id="rId3" Type="http://schemas.openxmlformats.org/officeDocument/2006/relationships/image" Target="../media/image4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7.xml"/><Relationship Id="rId3"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2.xml"/><Relationship Id="rId3"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3.xml"/><Relationship Id="rId3" Type="http://schemas.openxmlformats.org/officeDocument/2006/relationships/image" Target="../media/image4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5.xml"/><Relationship Id="rId3" Type="http://schemas.openxmlformats.org/officeDocument/2006/relationships/image" Target="../media/image3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8.xml"/><Relationship Id="rId3"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3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 Id="rId3"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5.xml"/><Relationship Id="rId3" Type="http://schemas.openxmlformats.org/officeDocument/2006/relationships/image" Target="../media/image4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7.xml"/><Relationship Id="rId3" Type="http://schemas.openxmlformats.org/officeDocument/2006/relationships/image" Target="../media/image4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50.xml"/><Relationship Id="rId3"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133374ef9bd_0_194"/>
          <p:cNvSpPr txBox="1"/>
          <p:nvPr>
            <p:ph idx="1" type="body"/>
          </p:nvPr>
        </p:nvSpPr>
        <p:spPr>
          <a:xfrm>
            <a:off x="2337113" y="3881760"/>
            <a:ext cx="4843500" cy="4155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s-ES"/>
              <a:t>SIY6122</a:t>
            </a:r>
            <a:endParaRPr/>
          </a:p>
        </p:txBody>
      </p:sp>
      <p:sp>
        <p:nvSpPr>
          <p:cNvPr id="295" name="Google Shape;295;g133374ef9bd_0_194"/>
          <p:cNvSpPr txBox="1"/>
          <p:nvPr>
            <p:ph idx="2" type="body"/>
          </p:nvPr>
        </p:nvSpPr>
        <p:spPr>
          <a:xfrm>
            <a:off x="2145923" y="2190845"/>
            <a:ext cx="5198700" cy="138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s-ES"/>
              <a:t>3.4.1 Asegurando la calidad de los productos y servicios desarrollados</a:t>
            </a:r>
            <a:endParaRPr/>
          </a:p>
        </p:txBody>
      </p:sp>
      <p:sp>
        <p:nvSpPr>
          <p:cNvPr id="296" name="Google Shape;296;g133374ef9bd_0_194"/>
          <p:cNvSpPr txBox="1"/>
          <p:nvPr>
            <p:ph idx="3" type="body"/>
          </p:nvPr>
        </p:nvSpPr>
        <p:spPr>
          <a:xfrm>
            <a:off x="2316356" y="4655238"/>
            <a:ext cx="48645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s-ES"/>
              <a:t>Profesor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133374ef9bd_0_228"/>
          <p:cNvSpPr txBox="1"/>
          <p:nvPr>
            <p:ph type="title"/>
          </p:nvPr>
        </p:nvSpPr>
        <p:spPr>
          <a:xfrm>
            <a:off x="296484" y="4613314"/>
            <a:ext cx="2751000" cy="18285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1"/>
              </a:buClr>
              <a:buSzPts val="4800"/>
              <a:buFont typeface="Arial"/>
              <a:buNone/>
            </a:pPr>
            <a:r>
              <a:rPr lang="es-ES" sz="3300">
                <a:highlight>
                  <a:schemeClr val="lt1"/>
                </a:highlight>
                <a:latin typeface="Calibri"/>
                <a:ea typeface="Calibri"/>
                <a:cs typeface="Calibri"/>
                <a:sym typeface="Calibri"/>
              </a:rPr>
              <a:t>Herramientas de Calidad para la gestión de proyectos TI</a:t>
            </a:r>
            <a:endParaRPr sz="1700">
              <a:highlight>
                <a:schemeClr val="lt1"/>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1360578f430_0_902"/>
          <p:cNvSpPr txBox="1"/>
          <p:nvPr>
            <p:ph idx="1" type="body"/>
          </p:nvPr>
        </p:nvSpPr>
        <p:spPr>
          <a:xfrm>
            <a:off x="2503576" y="610700"/>
            <a:ext cx="62643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Definición de creación de un prototipo</a:t>
            </a:r>
            <a:endParaRPr/>
          </a:p>
        </p:txBody>
      </p:sp>
      <p:sp>
        <p:nvSpPr>
          <p:cNvPr id="307" name="Google Shape;307;g1360578f430_0_902"/>
          <p:cNvSpPr txBox="1"/>
          <p:nvPr/>
        </p:nvSpPr>
        <p:spPr>
          <a:xfrm>
            <a:off x="0" y="560450"/>
            <a:ext cx="30000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ES" sz="3000">
                <a:solidFill>
                  <a:schemeClr val="lt1"/>
                </a:solidFill>
                <a:latin typeface="Calibri"/>
                <a:ea typeface="Calibri"/>
                <a:cs typeface="Calibri"/>
                <a:sym typeface="Calibri"/>
              </a:rPr>
              <a:t>Introducción</a:t>
            </a:r>
            <a:endParaRPr b="1" sz="3000">
              <a:solidFill>
                <a:schemeClr val="dk1"/>
              </a:solidFill>
            </a:endParaRPr>
          </a:p>
        </p:txBody>
      </p:sp>
      <p:sp>
        <p:nvSpPr>
          <p:cNvPr id="308" name="Google Shape;308;g1360578f430_0_902"/>
          <p:cNvSpPr txBox="1"/>
          <p:nvPr/>
        </p:nvSpPr>
        <p:spPr>
          <a:xfrm>
            <a:off x="294120" y="1218600"/>
            <a:ext cx="8555400" cy="513750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600"/>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ctr">
              <a:lnSpc>
                <a:spcPct val="90000"/>
              </a:lnSpc>
              <a:spcBef>
                <a:spcPts val="1001"/>
              </a:spcBef>
              <a:spcAft>
                <a:spcPts val="0"/>
              </a:spcAft>
              <a:buClr>
                <a:srgbClr val="000000"/>
              </a:buClr>
              <a:buSzPts val="1800"/>
              <a:buFont typeface="Arial"/>
              <a:buNone/>
            </a:pPr>
            <a:r>
              <a:rPr i="0" lang="es-ES" sz="1800" u="none" cap="none" strike="noStrike">
                <a:solidFill>
                  <a:schemeClr val="dk1"/>
                </a:solidFill>
              </a:rPr>
              <a:t>La creación de prototipos es el proceso de creación de un modelo de trabajo rudimentario de un producto o sistema. Para crear un prototipo en IoT, resulta útil tener habilidades de diseño, eléctricas, físicas y mecánicas (trabajar con las manos para armar cosas) y de programación, así como comprender el funcionamiento de TCP/IP. Pero </a:t>
            </a:r>
            <a:r>
              <a:rPr lang="es-ES" sz="1800">
                <a:solidFill>
                  <a:schemeClr val="dk1"/>
                </a:solidFill>
              </a:rPr>
              <a:t>no se necesita</a:t>
            </a:r>
            <a:r>
              <a:rPr i="0" lang="es-ES" sz="1800" u="none" cap="none" strike="noStrike">
                <a:solidFill>
                  <a:schemeClr val="dk1"/>
                </a:solidFill>
              </a:rPr>
              <a:t> ser un experto en ninguna de estas áreas. De hecho, crear un prototipo lo ayuda a mejorar estas aptitudes.</a:t>
            </a:r>
            <a:endParaRPr i="0" sz="1800" u="none" cap="none" strike="noStrike">
              <a:solidFill>
                <a:schemeClr val="dk1"/>
              </a:solidFill>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309" name="Google Shape;309;g1360578f430_0_902"/>
          <p:cNvPicPr preferRelativeResize="0"/>
          <p:nvPr/>
        </p:nvPicPr>
        <p:blipFill rotWithShape="1">
          <a:blip r:embed="rId3">
            <a:alphaModFix/>
          </a:blip>
          <a:srcRect b="0" l="0" r="0" t="0"/>
          <a:stretch/>
        </p:blipFill>
        <p:spPr>
          <a:xfrm>
            <a:off x="2056525" y="3456025"/>
            <a:ext cx="5134575" cy="2742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1360578f430_0_777"/>
          <p:cNvSpPr txBox="1"/>
          <p:nvPr>
            <p:ph type="title"/>
          </p:nvPr>
        </p:nvSpPr>
        <p:spPr>
          <a:xfrm>
            <a:off x="601284" y="4994314"/>
            <a:ext cx="2751000" cy="415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Prototipos IoT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7"/>
          <p:cNvSpPr txBox="1"/>
          <p:nvPr/>
        </p:nvSpPr>
        <p:spPr>
          <a:xfrm>
            <a:off x="294125" y="1218600"/>
            <a:ext cx="8555400" cy="60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Características claves para la construcción de prototipos</a:t>
            </a:r>
            <a:endParaRPr b="1" i="0" sz="23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900" u="none" cap="none" strike="noStrike">
                <a:solidFill>
                  <a:srgbClr val="818990"/>
                </a:solidFill>
                <a:latin typeface="Calibri"/>
                <a:ea typeface="Calibri"/>
                <a:cs typeface="Calibri"/>
                <a:sym typeface="Calibri"/>
              </a:rPr>
              <a:t>Para la creación de prototipo podemos seguir el modelo de Design Thinking de modo de asegurar que las funciones incluidas aseguren la creación de valor y logro de los objetivos identificados con los usuarios</a:t>
            </a:r>
            <a:endParaRPr b="0" i="0" sz="14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0" name="Google Shape;320;p7"/>
          <p:cNvSpPr txBox="1"/>
          <p:nvPr/>
        </p:nvSpPr>
        <p:spPr>
          <a:xfrm>
            <a:off x="1763640" y="212760"/>
            <a:ext cx="4287960" cy="81252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Prototipos</a:t>
            </a:r>
            <a:endParaRPr b="0" i="0" sz="3000" u="none" cap="none" strike="noStrike">
              <a:solidFill>
                <a:srgbClr val="000000"/>
              </a:solidFill>
              <a:latin typeface="Arial"/>
              <a:ea typeface="Arial"/>
              <a:cs typeface="Arial"/>
              <a:sym typeface="Arial"/>
            </a:endParaRPr>
          </a:p>
        </p:txBody>
      </p:sp>
      <p:pic>
        <p:nvPicPr>
          <p:cNvPr id="321" name="Google Shape;321;p7"/>
          <p:cNvPicPr preferRelativeResize="0"/>
          <p:nvPr/>
        </p:nvPicPr>
        <p:blipFill rotWithShape="1">
          <a:blip r:embed="rId3">
            <a:alphaModFix/>
          </a:blip>
          <a:srcRect b="0" l="0" r="0" t="0"/>
          <a:stretch/>
        </p:blipFill>
        <p:spPr>
          <a:xfrm>
            <a:off x="531425" y="3399049"/>
            <a:ext cx="7856625" cy="22590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gdf2a34f0cc_0_4"/>
          <p:cNvSpPr txBox="1"/>
          <p:nvPr/>
        </p:nvSpPr>
        <p:spPr>
          <a:xfrm>
            <a:off x="294125" y="1218600"/>
            <a:ext cx="8555400" cy="60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Casos de éxito en la construcción de prototipos</a:t>
            </a:r>
            <a:endParaRPr b="1" i="0" sz="23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7" name="Google Shape;327;gdf2a34f0cc_0_4"/>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Prototipos</a:t>
            </a:r>
            <a:endParaRPr b="0" i="0" sz="3000" u="none" cap="none" strike="noStrike">
              <a:solidFill>
                <a:srgbClr val="000000"/>
              </a:solidFill>
              <a:latin typeface="Arial"/>
              <a:ea typeface="Arial"/>
              <a:cs typeface="Arial"/>
              <a:sym typeface="Arial"/>
            </a:endParaRPr>
          </a:p>
        </p:txBody>
      </p:sp>
      <p:pic>
        <p:nvPicPr>
          <p:cNvPr descr="View full lesson: http://ed.ted.com/lessons/rapid-prototyping-google-glass-tom-chi&#10;&#10;Rapid prototyping is a method used to accelerate the innovation process. At TEDYouth 2012, Tom Chi explains how this method was used to create one of Google's newest inventions, Google Glass.&#10;&#10;Talk by Tom Chi." id="328" name="Google Shape;328;gdf2a34f0cc_0_4" title="Rapid prototyping Google Glass - Tom Chi">
            <a:hlinkClick r:id="rId3"/>
          </p:cNvPr>
          <p:cNvPicPr preferRelativeResize="0"/>
          <p:nvPr/>
        </p:nvPicPr>
        <p:blipFill rotWithShape="1">
          <a:blip r:embed="rId4">
            <a:alphaModFix/>
          </a:blip>
          <a:srcRect b="0" l="0" r="0" t="0"/>
          <a:stretch/>
        </p:blipFill>
        <p:spPr>
          <a:xfrm>
            <a:off x="1906975" y="2251625"/>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1000"/>
                                        <p:tgtEl>
                                          <p:spTgt spid="3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df2a34f0cc_3_0"/>
          <p:cNvSpPr txBox="1"/>
          <p:nvPr/>
        </p:nvSpPr>
        <p:spPr>
          <a:xfrm>
            <a:off x="294125" y="1218600"/>
            <a:ext cx="8555400" cy="60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Requerimientos de materiales</a:t>
            </a:r>
            <a:endParaRPr b="1" i="0" sz="23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rPr b="0" i="0" lang="es-ES" sz="2300" u="none" cap="none" strike="noStrike">
                <a:solidFill>
                  <a:srgbClr val="818990"/>
                </a:solidFill>
                <a:latin typeface="Calibri"/>
                <a:ea typeface="Calibri"/>
                <a:cs typeface="Calibri"/>
                <a:sym typeface="Calibri"/>
              </a:rPr>
              <a:t>Un buen lugar para comenzar es, por supuesto, Internet. Las personas intercambian ideas hace siglos, pero Internet permite el intercambio de ideas en un nivel totalmente nuevo. Personas que nunca se encontraron físicamente ahora puedan colaborar y trabajar juntas. Existen varios sitios web que puede visitar para conectarse con otros creadores.</a:t>
            </a:r>
            <a:endParaRPr b="0" i="0" sz="23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rPr b="0" i="0" lang="es-ES" sz="2300" u="none" cap="none" strike="noStrike">
                <a:solidFill>
                  <a:srgbClr val="818990"/>
                </a:solidFill>
                <a:latin typeface="Calibri"/>
                <a:ea typeface="Calibri"/>
                <a:cs typeface="Calibri"/>
                <a:sym typeface="Calibri"/>
              </a:rPr>
              <a:t>Algunos sitios de interés:</a:t>
            </a:r>
            <a:endParaRPr b="0" i="0" sz="2300" u="none" cap="none" strike="noStrike">
              <a:solidFill>
                <a:srgbClr val="818990"/>
              </a:solidFill>
              <a:latin typeface="Calibri"/>
              <a:ea typeface="Calibri"/>
              <a:cs typeface="Calibri"/>
              <a:sym typeface="Calibri"/>
            </a:endParaRPr>
          </a:p>
          <a:p>
            <a:pPr indent="0" lvl="0" marL="50760" marR="0" rtl="0" algn="ctr">
              <a:lnSpc>
                <a:spcPct val="90000"/>
              </a:lnSpc>
              <a:spcBef>
                <a:spcPts val="1001"/>
              </a:spcBef>
              <a:spcAft>
                <a:spcPts val="0"/>
              </a:spcAft>
              <a:buClr>
                <a:srgbClr val="000000"/>
              </a:buClr>
              <a:buSzPts val="1800"/>
              <a:buFont typeface="Arial"/>
              <a:buNone/>
            </a:pPr>
            <a:r>
              <a:rPr b="0" i="0" lang="es-ES" sz="2300" u="none" cap="none" strike="noStrike">
                <a:solidFill>
                  <a:srgbClr val="818990"/>
                </a:solidFill>
                <a:uFill>
                  <a:noFill/>
                </a:uFill>
                <a:latin typeface="Calibri"/>
                <a:ea typeface="Calibri"/>
                <a:cs typeface="Calibri"/>
                <a:sym typeface="Calibri"/>
                <a:hlinkClick r:id="rId3">
                  <a:extLst>
                    <a:ext uri="{A12FA001-AC4F-418D-AE19-62706E023703}">
                      <ahyp:hlinkClr val="tx"/>
                    </a:ext>
                  </a:extLst>
                </a:hlinkClick>
              </a:rPr>
              <a:t>http://makezine.com</a:t>
            </a:r>
            <a:endParaRPr b="0" i="0" sz="2300" u="none" cap="none" strike="noStrike">
              <a:solidFill>
                <a:srgbClr val="818990"/>
              </a:solidFill>
              <a:latin typeface="Calibri"/>
              <a:ea typeface="Calibri"/>
              <a:cs typeface="Calibri"/>
              <a:sym typeface="Calibri"/>
            </a:endParaRPr>
          </a:p>
          <a:p>
            <a:pPr indent="0" lvl="0" marL="50760" marR="0" rtl="0" algn="ctr">
              <a:lnSpc>
                <a:spcPct val="90000"/>
              </a:lnSpc>
              <a:spcBef>
                <a:spcPts val="1001"/>
              </a:spcBef>
              <a:spcAft>
                <a:spcPts val="0"/>
              </a:spcAft>
              <a:buClr>
                <a:srgbClr val="000000"/>
              </a:buClr>
              <a:buSzPts val="1800"/>
              <a:buFont typeface="Arial"/>
              <a:buNone/>
            </a:pPr>
            <a:r>
              <a:rPr b="0" i="0" lang="es-ES" sz="2300" u="none" cap="none" strike="noStrike">
                <a:solidFill>
                  <a:srgbClr val="818990"/>
                </a:solidFill>
                <a:uFill>
                  <a:noFill/>
                </a:uFill>
                <a:latin typeface="Calibri"/>
                <a:ea typeface="Calibri"/>
                <a:cs typeface="Calibri"/>
                <a:sym typeface="Calibri"/>
                <a:hlinkClick r:id="rId4">
                  <a:extLst>
                    <a:ext uri="{A12FA001-AC4F-418D-AE19-62706E023703}">
                      <ahyp:hlinkClr val="tx"/>
                    </a:ext>
                  </a:extLst>
                </a:hlinkClick>
              </a:rPr>
              <a:t>http://mindstorms.lego.com</a:t>
            </a:r>
            <a:endParaRPr b="0" i="0" sz="2300" u="none" cap="none" strike="noStrike">
              <a:solidFill>
                <a:srgbClr val="818990"/>
              </a:solidFill>
              <a:latin typeface="Calibri"/>
              <a:ea typeface="Calibri"/>
              <a:cs typeface="Calibri"/>
              <a:sym typeface="Calibri"/>
            </a:endParaRPr>
          </a:p>
          <a:p>
            <a:pPr indent="0" lvl="0" marL="50760" marR="0" rtl="0" algn="ctr">
              <a:lnSpc>
                <a:spcPct val="90000"/>
              </a:lnSpc>
              <a:spcBef>
                <a:spcPts val="1001"/>
              </a:spcBef>
              <a:spcAft>
                <a:spcPts val="0"/>
              </a:spcAft>
              <a:buClr>
                <a:srgbClr val="000000"/>
              </a:buClr>
              <a:buSzPts val="1800"/>
              <a:buFont typeface="Arial"/>
              <a:buNone/>
            </a:pPr>
            <a:r>
              <a:rPr b="0" i="0" lang="es-ES" sz="2300" u="none" cap="none" strike="noStrike">
                <a:solidFill>
                  <a:srgbClr val="818990"/>
                </a:solidFill>
                <a:latin typeface="Calibri"/>
                <a:ea typeface="Calibri"/>
                <a:cs typeface="Calibri"/>
                <a:sym typeface="Calibri"/>
              </a:rPr>
              <a:t>http://</a:t>
            </a:r>
            <a:r>
              <a:rPr b="0" i="0" lang="es-ES" sz="2300" u="none" cap="none" strike="noStrike">
                <a:solidFill>
                  <a:srgbClr val="818990"/>
                </a:solidFill>
                <a:uFill>
                  <a:noFill/>
                </a:uFill>
                <a:latin typeface="Calibri"/>
                <a:ea typeface="Calibri"/>
                <a:cs typeface="Calibri"/>
                <a:sym typeface="Calibri"/>
                <a:hlinkClick r:id="rId5">
                  <a:extLst>
                    <a:ext uri="{A12FA001-AC4F-418D-AE19-62706E023703}">
                      <ahyp:hlinkClr val="tx"/>
                    </a:ext>
                  </a:extLst>
                </a:hlinkClick>
              </a:rPr>
              <a:t>www.erector.u</a:t>
            </a:r>
            <a:r>
              <a:rPr b="0" i="0" lang="es-ES" sz="2300" u="none" cap="none" strike="noStrike">
                <a:solidFill>
                  <a:srgbClr val="818990"/>
                </a:solidFill>
                <a:latin typeface="Calibri"/>
                <a:ea typeface="Calibri"/>
                <a:cs typeface="Calibri"/>
                <a:sym typeface="Calibri"/>
              </a:rPr>
              <a:t>s</a:t>
            </a:r>
            <a:endParaRPr b="0" i="0" sz="2300" u="none" cap="none" strike="noStrike">
              <a:solidFill>
                <a:srgbClr val="818990"/>
              </a:solidFill>
              <a:latin typeface="Calibri"/>
              <a:ea typeface="Calibri"/>
              <a:cs typeface="Calibri"/>
              <a:sym typeface="Calibri"/>
            </a:endParaRPr>
          </a:p>
          <a:p>
            <a:pPr indent="0" lvl="0" marL="50760" marR="0" rtl="0" algn="ctr">
              <a:lnSpc>
                <a:spcPct val="90000"/>
              </a:lnSpc>
              <a:spcBef>
                <a:spcPts val="1001"/>
              </a:spcBef>
              <a:spcAft>
                <a:spcPts val="0"/>
              </a:spcAft>
              <a:buClr>
                <a:srgbClr val="000000"/>
              </a:buClr>
              <a:buSzPts val="1800"/>
              <a:buFont typeface="Arial"/>
              <a:buNone/>
            </a:pPr>
            <a:r>
              <a:rPr b="0" i="0" lang="es-ES" sz="2300" u="none" cap="none" strike="noStrike">
                <a:solidFill>
                  <a:srgbClr val="818990"/>
                </a:solidFill>
                <a:uFill>
                  <a:noFill/>
                </a:uFill>
                <a:latin typeface="Calibri"/>
                <a:ea typeface="Calibri"/>
                <a:cs typeface="Calibri"/>
                <a:sym typeface="Calibri"/>
                <a:hlinkClick r:id="rId6">
                  <a:extLst>
                    <a:ext uri="{A12FA001-AC4F-418D-AE19-62706E023703}">
                      <ahyp:hlinkClr val="tx"/>
                    </a:ext>
                  </a:extLst>
                </a:hlinkClick>
              </a:rPr>
              <a:t>https://www.makerbot.com</a:t>
            </a:r>
            <a:endParaRPr b="0" i="0" sz="23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2300" u="none" cap="none" strike="noStrike">
              <a:solidFill>
                <a:srgbClr val="818990"/>
              </a:solidFill>
              <a:latin typeface="Calibri"/>
              <a:ea typeface="Calibri"/>
              <a:cs typeface="Calibri"/>
              <a:sym typeface="Calibri"/>
            </a:endParaRPr>
          </a:p>
        </p:txBody>
      </p:sp>
      <p:sp>
        <p:nvSpPr>
          <p:cNvPr id="334" name="Google Shape;334;gdf2a34f0cc_3_0"/>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Prototipos</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gdf2a34f0cc_3_12"/>
          <p:cNvSpPr txBox="1"/>
          <p:nvPr/>
        </p:nvSpPr>
        <p:spPr>
          <a:xfrm>
            <a:off x="294125" y="1218600"/>
            <a:ext cx="8555400" cy="60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Requerimientos de materiales</a:t>
            </a:r>
            <a:endParaRPr b="1" i="0" sz="23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rPr b="0" i="0" lang="es-ES" sz="2300" u="none" cap="none" strike="noStrike">
                <a:solidFill>
                  <a:srgbClr val="818990"/>
                </a:solidFill>
                <a:latin typeface="Calibri"/>
                <a:ea typeface="Calibri"/>
                <a:cs typeface="Calibri"/>
                <a:sym typeface="Calibri"/>
              </a:rPr>
              <a:t>Es importante contar con herramientas electrónicas a las cuales podemos acceder utilizando lenguajes y ambientes de programación.</a:t>
            </a:r>
            <a:endParaRPr b="0" i="0" sz="23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Arduino </a:t>
            </a:r>
            <a:r>
              <a:rPr b="1" i="0" lang="es-ES" sz="2300" u="none" cap="none" strike="noStrike">
                <a:solidFill>
                  <a:srgbClr val="818990"/>
                </a:solidFill>
                <a:uFill>
                  <a:noFill/>
                </a:uFill>
                <a:latin typeface="Calibri"/>
                <a:ea typeface="Calibri"/>
                <a:cs typeface="Calibri"/>
                <a:sym typeface="Calibri"/>
                <a:hlinkClick r:id="rId3">
                  <a:extLst>
                    <a:ext uri="{A12FA001-AC4F-418D-AE19-62706E023703}">
                      <ahyp:hlinkClr val="tx"/>
                    </a:ext>
                  </a:extLst>
                </a:hlinkClick>
              </a:rPr>
              <a:t>http://arduino.cc</a:t>
            </a:r>
            <a:r>
              <a:rPr b="1" i="0" lang="es-ES" sz="2300" u="none" cap="none" strike="noStrike">
                <a:solidFill>
                  <a:srgbClr val="818990"/>
                </a:solidFill>
                <a:latin typeface="Calibri"/>
                <a:ea typeface="Calibri"/>
                <a:cs typeface="Calibri"/>
                <a:sym typeface="Calibri"/>
              </a:rPr>
              <a:t>:</a:t>
            </a:r>
            <a:endParaRPr b="1" i="0" sz="2300" u="none" cap="none" strike="noStrike">
              <a:solidFill>
                <a:srgbClr val="818990"/>
              </a:solidFill>
              <a:latin typeface="Calibri"/>
              <a:ea typeface="Calibri"/>
              <a:cs typeface="Calibri"/>
              <a:sym typeface="Calibri"/>
            </a:endParaRPr>
          </a:p>
          <a:p>
            <a:pPr indent="406439" lvl="0" marL="50760" marR="0" rtl="0" algn="l">
              <a:lnSpc>
                <a:spcPct val="90000"/>
              </a:lnSpc>
              <a:spcBef>
                <a:spcPts val="1001"/>
              </a:spcBef>
              <a:spcAft>
                <a:spcPts val="0"/>
              </a:spcAft>
              <a:buClr>
                <a:srgbClr val="000000"/>
              </a:buClr>
              <a:buSzPts val="1800"/>
              <a:buFont typeface="Arial"/>
              <a:buNone/>
            </a:pPr>
            <a:r>
              <a:rPr b="0" i="0" lang="es-ES" sz="2300" u="none" cap="none" strike="noStrike">
                <a:solidFill>
                  <a:srgbClr val="818990"/>
                </a:solidFill>
                <a:latin typeface="Calibri"/>
                <a:ea typeface="Calibri"/>
                <a:cs typeface="Calibri"/>
                <a:sym typeface="Calibri"/>
              </a:rPr>
              <a:t>Plataforma informática física de código abierto basada en una simple placa de microcontroladores y un entorno de desarrollo para escribir el software de la placa.</a:t>
            </a:r>
            <a:endParaRPr b="0" i="0" sz="23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23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Raspberry Pi </a:t>
            </a:r>
            <a:r>
              <a:rPr b="1" i="0" lang="es-ES" sz="2300" u="none" cap="none" strike="noStrike">
                <a:solidFill>
                  <a:srgbClr val="818990"/>
                </a:solidFill>
                <a:uFill>
                  <a:noFill/>
                </a:uFill>
                <a:latin typeface="Calibri"/>
                <a:ea typeface="Calibri"/>
                <a:cs typeface="Calibri"/>
                <a:sym typeface="Calibri"/>
                <a:hlinkClick r:id="rId4">
                  <a:extLst>
                    <a:ext uri="{A12FA001-AC4F-418D-AE19-62706E023703}">
                      <ahyp:hlinkClr val="tx"/>
                    </a:ext>
                  </a:extLst>
                </a:hlinkClick>
              </a:rPr>
              <a:t>http://www.raspberrypi.org</a:t>
            </a:r>
            <a:r>
              <a:rPr b="1" i="0" lang="es-ES" sz="2300" u="none" cap="none" strike="noStrike">
                <a:solidFill>
                  <a:srgbClr val="818990"/>
                </a:solidFill>
                <a:latin typeface="Calibri"/>
                <a:ea typeface="Calibri"/>
                <a:cs typeface="Calibri"/>
                <a:sym typeface="Calibri"/>
              </a:rPr>
              <a:t>:</a:t>
            </a:r>
            <a:endParaRPr b="1" i="0" sz="2300" u="none" cap="none" strike="noStrike">
              <a:solidFill>
                <a:srgbClr val="818990"/>
              </a:solidFill>
              <a:latin typeface="Calibri"/>
              <a:ea typeface="Calibri"/>
              <a:cs typeface="Calibri"/>
              <a:sym typeface="Calibri"/>
            </a:endParaRPr>
          </a:p>
          <a:p>
            <a:pPr indent="406439" lvl="0" marL="50760" marR="0" rtl="0" algn="l">
              <a:lnSpc>
                <a:spcPct val="90000"/>
              </a:lnSpc>
              <a:spcBef>
                <a:spcPts val="1001"/>
              </a:spcBef>
              <a:spcAft>
                <a:spcPts val="0"/>
              </a:spcAft>
              <a:buClr>
                <a:srgbClr val="000000"/>
              </a:buClr>
              <a:buSzPts val="1800"/>
              <a:buFont typeface="Arial"/>
              <a:buNone/>
            </a:pPr>
            <a:r>
              <a:rPr b="0" i="0" lang="es-ES" sz="2300" u="none" cap="none" strike="noStrike">
                <a:solidFill>
                  <a:srgbClr val="818990"/>
                </a:solidFill>
                <a:latin typeface="Calibri"/>
                <a:ea typeface="Calibri"/>
                <a:cs typeface="Calibri"/>
                <a:sym typeface="Calibri"/>
              </a:rPr>
              <a:t>Computadora de bajo costo del tamaño de una tarjeta de crédito que se conecta a un monitor de computadora o a un televisor. Se opera mediante un teclado y un mouse estándar. Es capaz de funcionar como una computadora</a:t>
            </a:r>
            <a:endParaRPr b="0" i="0" sz="2300" u="none" cap="none" strike="noStrike">
              <a:solidFill>
                <a:srgbClr val="818990"/>
              </a:solidFill>
              <a:latin typeface="Calibri"/>
              <a:ea typeface="Calibri"/>
              <a:cs typeface="Calibri"/>
              <a:sym typeface="Calibri"/>
            </a:endParaRPr>
          </a:p>
        </p:txBody>
      </p:sp>
      <p:sp>
        <p:nvSpPr>
          <p:cNvPr id="340" name="Google Shape;340;gdf2a34f0cc_3_12"/>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Prototipos</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gdf2a34f0cc_3_21"/>
          <p:cNvSpPr txBox="1"/>
          <p:nvPr/>
        </p:nvSpPr>
        <p:spPr>
          <a:xfrm>
            <a:off x="294125" y="1218600"/>
            <a:ext cx="8555400" cy="60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Recursos de programación</a:t>
            </a:r>
            <a:endParaRPr b="1" i="0" sz="23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rPr b="0" i="0" lang="es-ES" sz="2300" u="none" cap="none" strike="noStrike">
                <a:solidFill>
                  <a:srgbClr val="818990"/>
                </a:solidFill>
                <a:latin typeface="Calibri"/>
                <a:ea typeface="Calibri"/>
                <a:cs typeface="Calibri"/>
                <a:sym typeface="Calibri"/>
              </a:rPr>
              <a:t>La programación es fundamental para IoT. La creación de un código personalizado es muy útil cuando se desarrolla una solución de IoT. Ya aprendió acerca de Blockly y Python. Existen muchos otros recursos gratuitos que pueden ayudarlo a desarrollar habilidades de programación.</a:t>
            </a:r>
            <a:endParaRPr b="0" i="0" sz="23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uFill>
                  <a:noFill/>
                </a:uFill>
                <a:latin typeface="Calibri"/>
                <a:ea typeface="Calibri"/>
                <a:cs typeface="Calibri"/>
                <a:sym typeface="Calibri"/>
                <a:hlinkClick r:id="rId3">
                  <a:extLst>
                    <a:ext uri="{A12FA001-AC4F-418D-AE19-62706E023703}">
                      <ahyp:hlinkClr val="tx"/>
                    </a:ext>
                  </a:extLst>
                </a:hlinkClick>
              </a:rPr>
              <a:t>http://ocw.mit.edu/courses/intro-programming</a:t>
            </a:r>
            <a:endParaRPr b="1" i="0" sz="2300" u="none" cap="none" strike="noStrike">
              <a:solidFill>
                <a:srgbClr val="818990"/>
              </a:solidFill>
              <a:latin typeface="Calibri"/>
              <a:ea typeface="Calibri"/>
              <a:cs typeface="Calibri"/>
              <a:sym typeface="Calibri"/>
            </a:endParaRPr>
          </a:p>
          <a:p>
            <a:pPr indent="406439" lvl="0" marL="50760" marR="0" rtl="0" algn="l">
              <a:lnSpc>
                <a:spcPct val="90000"/>
              </a:lnSpc>
              <a:spcBef>
                <a:spcPts val="1001"/>
              </a:spcBef>
              <a:spcAft>
                <a:spcPts val="0"/>
              </a:spcAft>
              <a:buClr>
                <a:srgbClr val="000000"/>
              </a:buClr>
              <a:buSzPts val="1800"/>
              <a:buFont typeface="Arial"/>
              <a:buNone/>
            </a:pPr>
            <a:r>
              <a:rPr b="0" i="0" lang="es-ES" sz="2300" u="none" cap="none" strike="noStrike">
                <a:solidFill>
                  <a:srgbClr val="818990"/>
                </a:solidFill>
                <a:latin typeface="Calibri"/>
                <a:ea typeface="Calibri"/>
                <a:cs typeface="Calibri"/>
                <a:sym typeface="Calibri"/>
              </a:rPr>
              <a:t>OpenCourseWare (OCW) es una publicación basada en la Web de casi todo el contenido de los cursos de MIT. Abierto y disponible para todo el mundo</a:t>
            </a:r>
            <a:endParaRPr b="0" i="0" sz="23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uFill>
                  <a:noFill/>
                </a:uFill>
                <a:latin typeface="Calibri"/>
                <a:ea typeface="Calibri"/>
                <a:cs typeface="Calibri"/>
                <a:sym typeface="Calibri"/>
                <a:hlinkClick r:id="rId4">
                  <a:extLst>
                    <a:ext uri="{A12FA001-AC4F-418D-AE19-62706E023703}">
                      <ahyp:hlinkClr val="tx"/>
                    </a:ext>
                  </a:extLst>
                </a:hlinkClick>
              </a:rPr>
              <a:t>https://www.khanacademy.org/computing/cs</a:t>
            </a:r>
            <a:endParaRPr b="1" i="0" sz="2300" u="none" cap="none" strike="noStrike">
              <a:solidFill>
                <a:srgbClr val="818990"/>
              </a:solidFill>
              <a:latin typeface="Calibri"/>
              <a:ea typeface="Calibri"/>
              <a:cs typeface="Calibri"/>
              <a:sym typeface="Calibri"/>
            </a:endParaRPr>
          </a:p>
          <a:p>
            <a:pPr indent="406439" lvl="0" marL="50760" marR="0" rtl="0" algn="l">
              <a:lnSpc>
                <a:spcPct val="90000"/>
              </a:lnSpc>
              <a:spcBef>
                <a:spcPts val="1001"/>
              </a:spcBef>
              <a:spcAft>
                <a:spcPts val="0"/>
              </a:spcAft>
              <a:buClr>
                <a:srgbClr val="000000"/>
              </a:buClr>
              <a:buSzPts val="1800"/>
              <a:buFont typeface="Arial"/>
              <a:buNone/>
            </a:pPr>
            <a:r>
              <a:rPr b="0" i="0" lang="es-ES" sz="2300" u="none" cap="none" strike="noStrike">
                <a:solidFill>
                  <a:srgbClr val="818990"/>
                </a:solidFill>
                <a:latin typeface="Calibri"/>
                <a:ea typeface="Calibri"/>
                <a:cs typeface="Calibri"/>
                <a:sym typeface="Calibri"/>
              </a:rPr>
              <a:t>Sitio web educativo sin fines de lucro creado en 2006 para proporcionar “educación libre, de primera clase, a cualquier persona y en cualquier lugar”</a:t>
            </a:r>
            <a:endParaRPr b="0" i="0" sz="2300" u="none" cap="none" strike="noStrike">
              <a:solidFill>
                <a:srgbClr val="818990"/>
              </a:solidFill>
              <a:latin typeface="Calibri"/>
              <a:ea typeface="Calibri"/>
              <a:cs typeface="Calibri"/>
              <a:sym typeface="Calibri"/>
            </a:endParaRPr>
          </a:p>
        </p:txBody>
      </p:sp>
      <p:sp>
        <p:nvSpPr>
          <p:cNvPr id="346" name="Google Shape;346;gdf2a34f0cc_3_21"/>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Prototipos</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gdf2a34f0cc_3_31"/>
          <p:cNvSpPr txBox="1"/>
          <p:nvPr/>
        </p:nvSpPr>
        <p:spPr>
          <a:xfrm>
            <a:off x="294125" y="1218600"/>
            <a:ext cx="8555400" cy="60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Organizando el trabajo</a:t>
            </a:r>
            <a:endParaRPr b="1"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1"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El prototipado describe el desarrollo de modelos tangibles y tempranos de ideas que pueden ser probados con el cliente</a:t>
            </a:r>
            <a:r>
              <a:rPr b="0" i="0" lang="es-ES" sz="2300" u="none" cap="none" strike="noStrike">
                <a:solidFill>
                  <a:srgbClr val="818990"/>
                </a:solidFill>
                <a:latin typeface="Calibri"/>
                <a:ea typeface="Calibri"/>
                <a:cs typeface="Calibri"/>
                <a:sym typeface="Calibri"/>
              </a:rPr>
              <a:t>.</a:t>
            </a:r>
            <a:endParaRPr b="0"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Esquemas y diagramas</a:t>
            </a:r>
            <a:endParaRPr b="1" i="0" sz="23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Los bocetos son adecuados para las primeras etapas del proceso de creación de prototipos para ilustrar las ideas y transferirlas al mundo real. Incluso las ilustraciones simples proporcionan una buena base para seguir discutiendo con los miembros del equipo y crear nuevas ideas.</a:t>
            </a:r>
            <a:endParaRPr b="0" i="0" sz="18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2300" u="none" cap="none" strike="noStrike">
              <a:solidFill>
                <a:srgbClr val="818990"/>
              </a:solidFill>
              <a:latin typeface="Calibri"/>
              <a:ea typeface="Calibri"/>
              <a:cs typeface="Calibri"/>
              <a:sym typeface="Calibri"/>
            </a:endParaRPr>
          </a:p>
        </p:txBody>
      </p:sp>
      <p:sp>
        <p:nvSpPr>
          <p:cNvPr id="352" name="Google Shape;352;gdf2a34f0cc_3_31"/>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Prototipos</a:t>
            </a:r>
            <a:endParaRPr b="0" i="0" sz="3000" u="none" cap="none" strike="noStrike">
              <a:solidFill>
                <a:srgbClr val="000000"/>
              </a:solidFill>
              <a:latin typeface="Arial"/>
              <a:ea typeface="Arial"/>
              <a:cs typeface="Arial"/>
              <a:sym typeface="Arial"/>
            </a:endParaRPr>
          </a:p>
        </p:txBody>
      </p:sp>
      <p:pic>
        <p:nvPicPr>
          <p:cNvPr id="353" name="Google Shape;353;gdf2a34f0cc_3_31"/>
          <p:cNvPicPr preferRelativeResize="0"/>
          <p:nvPr/>
        </p:nvPicPr>
        <p:blipFill rotWithShape="1">
          <a:blip r:embed="rId3">
            <a:alphaModFix/>
          </a:blip>
          <a:srcRect b="0" l="0" r="0" t="0"/>
          <a:stretch/>
        </p:blipFill>
        <p:spPr>
          <a:xfrm>
            <a:off x="2989875" y="4823700"/>
            <a:ext cx="2497625" cy="1659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df2a34f0cc_3_46"/>
          <p:cNvSpPr txBox="1"/>
          <p:nvPr/>
        </p:nvSpPr>
        <p:spPr>
          <a:xfrm>
            <a:off x="294125" y="1218600"/>
            <a:ext cx="8555400" cy="60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Organizando el trabajo</a:t>
            </a:r>
            <a:endParaRPr b="1"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1"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Cuadros de relato</a:t>
            </a:r>
            <a:endParaRPr b="1" i="0" sz="23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La técnica de storyboarding puede utilizarse para la creación de prototipos para visualizar el viaje del cliente o la forma en que los usuarios experimentarían un problema o un producto. Al dibujar guiones gráficos, se intenta imaginar toda la experiencia del usuario y capturarla en una serie de imágenes o bocetos.</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chemeClr val="dk1"/>
              </a:buClr>
              <a:buSzPts val="1800"/>
              <a:buFont typeface="Arial"/>
              <a:buNone/>
            </a:pPr>
            <a:r>
              <a:rPr b="1" i="0" lang="es-ES" sz="2300" u="none" cap="none" strike="noStrike">
                <a:solidFill>
                  <a:srgbClr val="818990"/>
                </a:solidFill>
                <a:latin typeface="Calibri"/>
                <a:ea typeface="Calibri"/>
                <a:cs typeface="Calibri"/>
                <a:sym typeface="Calibri"/>
              </a:rPr>
              <a:t>Juego de roles</a:t>
            </a:r>
            <a:endParaRPr b="1" i="0" sz="23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chemeClr val="dk1"/>
              </a:buClr>
              <a:buSzPts val="1800"/>
              <a:buFont typeface="Arial"/>
              <a:buNone/>
            </a:pPr>
            <a:r>
              <a:rPr b="0" i="0" lang="es-ES" sz="1800" u="none" cap="none" strike="noStrike">
                <a:solidFill>
                  <a:srgbClr val="818990"/>
                </a:solidFill>
                <a:latin typeface="Calibri"/>
                <a:ea typeface="Calibri"/>
                <a:cs typeface="Calibri"/>
                <a:sym typeface="Calibri"/>
              </a:rPr>
              <a:t>El juego de roles es un método para capturar y expresar la experiencia emocional de los usuarios cuando utilizan un producto o servicio. Al reproducir escenas y situaciones, el equipo puede tener una mejor idea de cómo se siente realmente la experiencia y dónde se necesitan mejoras. Los juegos de roles se pueden utilizar en diferentes niveles de detalle. Sin embargo, los mejores resultados se obtienen al simular el entorno físico del usuario. Por ejemplo, puede crear accesorios o reproducir una banda sonora que imite el entorno del usuario.</a:t>
            </a:r>
            <a:endParaRPr b="0" i="0" sz="2300" u="none" cap="none" strike="noStrike">
              <a:solidFill>
                <a:srgbClr val="818990"/>
              </a:solidFill>
              <a:latin typeface="Calibri"/>
              <a:ea typeface="Calibri"/>
              <a:cs typeface="Calibri"/>
              <a:sym typeface="Calibri"/>
            </a:endParaRPr>
          </a:p>
        </p:txBody>
      </p:sp>
      <p:sp>
        <p:nvSpPr>
          <p:cNvPr id="359" name="Google Shape;359;gdf2a34f0cc_3_46"/>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Prototipos</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gdf2a34f0cc_3_64"/>
          <p:cNvSpPr txBox="1"/>
          <p:nvPr/>
        </p:nvSpPr>
        <p:spPr>
          <a:xfrm>
            <a:off x="294125" y="1218600"/>
            <a:ext cx="8555400" cy="60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Organizando el trabajo</a:t>
            </a:r>
            <a:endParaRPr b="1"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1"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Marcos de alambre (https://proto.io/)</a:t>
            </a:r>
            <a:endParaRPr b="1" i="0" sz="23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Los marcos de alambre son prototipos que se relacionan con los aspectos estructurales de la interfaz de usuario de un producto digital. Definen el posicionamiento de los distintos elementos de interacción, así como los procesos funcionales de una característica o aplicación. Los marcos de alambre son el esqueleto de una interfaz de usuario que permanece cuando se eliminan colores, gráficos y elementos de diseño.</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chemeClr val="dk1"/>
              </a:buClr>
              <a:buSzPts val="1800"/>
              <a:buFont typeface="Arial"/>
              <a:buNone/>
            </a:pPr>
            <a:r>
              <a:t/>
            </a:r>
            <a:endParaRPr b="0" i="0" sz="2300" u="none" cap="none" strike="noStrike">
              <a:solidFill>
                <a:srgbClr val="818990"/>
              </a:solidFill>
              <a:latin typeface="Calibri"/>
              <a:ea typeface="Calibri"/>
              <a:cs typeface="Calibri"/>
              <a:sym typeface="Calibri"/>
            </a:endParaRPr>
          </a:p>
        </p:txBody>
      </p:sp>
      <p:sp>
        <p:nvSpPr>
          <p:cNvPr id="365" name="Google Shape;365;gdf2a34f0cc_3_64"/>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Prototipos</a:t>
            </a:r>
            <a:endParaRPr b="0" i="0" sz="3000" u="none" cap="none" strike="noStrike">
              <a:solidFill>
                <a:srgbClr val="000000"/>
              </a:solidFill>
              <a:latin typeface="Arial"/>
              <a:ea typeface="Arial"/>
              <a:cs typeface="Arial"/>
              <a:sym typeface="Arial"/>
            </a:endParaRPr>
          </a:p>
        </p:txBody>
      </p:sp>
      <p:pic>
        <p:nvPicPr>
          <p:cNvPr id="366" name="Google Shape;366;gdf2a34f0cc_3_64"/>
          <p:cNvPicPr preferRelativeResize="0"/>
          <p:nvPr/>
        </p:nvPicPr>
        <p:blipFill rotWithShape="1">
          <a:blip r:embed="rId3">
            <a:alphaModFix/>
          </a:blip>
          <a:srcRect b="0" l="0" r="0" t="0"/>
          <a:stretch/>
        </p:blipFill>
        <p:spPr>
          <a:xfrm>
            <a:off x="2527975" y="4014150"/>
            <a:ext cx="3966900" cy="2544075"/>
          </a:xfrm>
          <a:prstGeom prst="rect">
            <a:avLst/>
          </a:prstGeom>
          <a:noFill/>
          <a:ln>
            <a:noFill/>
          </a:ln>
        </p:spPr>
      </p:pic>
      <p:sp>
        <p:nvSpPr>
          <p:cNvPr id="367" name="Google Shape;367;gdf2a34f0cc_3_64"/>
          <p:cNvSpPr txBox="1"/>
          <p:nvPr/>
        </p:nvSpPr>
        <p:spPr>
          <a:xfrm>
            <a:off x="5479175" y="2627250"/>
            <a:ext cx="5429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gdf2a34f0cc_3_54"/>
          <p:cNvSpPr txBox="1"/>
          <p:nvPr/>
        </p:nvSpPr>
        <p:spPr>
          <a:xfrm>
            <a:off x="294125" y="1218600"/>
            <a:ext cx="8555400" cy="22758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Organizando el trabajo</a:t>
            </a:r>
            <a:endParaRPr b="1"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1"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Prototipos de cartón</a:t>
            </a:r>
            <a:endParaRPr b="1" i="0" sz="23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Un método que es muy popular en los proyectos de Design Thinking para la visualización de productos físicos son los cartones. Utilizando cartón, madera u otros materiales, se crean modelos tridimensionales sencillos del producto. Con este método usted puede experimentar generosamente con diferentes modelos y mostrarlos al cliente de inmediato.</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chemeClr val="dk1"/>
              </a:buClr>
              <a:buSzPts val="1800"/>
              <a:buFont typeface="Arial"/>
              <a:buNone/>
            </a:pPr>
            <a:r>
              <a:t/>
            </a:r>
            <a:endParaRPr b="0" i="0" sz="2300" u="none" cap="none" strike="noStrike">
              <a:solidFill>
                <a:srgbClr val="818990"/>
              </a:solidFill>
              <a:latin typeface="Calibri"/>
              <a:ea typeface="Calibri"/>
              <a:cs typeface="Calibri"/>
              <a:sym typeface="Calibri"/>
            </a:endParaRPr>
          </a:p>
        </p:txBody>
      </p:sp>
      <p:sp>
        <p:nvSpPr>
          <p:cNvPr id="373" name="Google Shape;373;gdf2a34f0cc_3_54"/>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Prototipos</a:t>
            </a:r>
            <a:endParaRPr b="0" i="0" sz="3000" u="none" cap="none" strike="noStrike">
              <a:solidFill>
                <a:srgbClr val="000000"/>
              </a:solidFill>
              <a:latin typeface="Arial"/>
              <a:ea typeface="Arial"/>
              <a:cs typeface="Arial"/>
              <a:sym typeface="Arial"/>
            </a:endParaRPr>
          </a:p>
        </p:txBody>
      </p:sp>
      <p:pic>
        <p:nvPicPr>
          <p:cNvPr id="374" name="Google Shape;374;gdf2a34f0cc_3_54"/>
          <p:cNvPicPr preferRelativeResize="0"/>
          <p:nvPr/>
        </p:nvPicPr>
        <p:blipFill rotWithShape="1">
          <a:blip r:embed="rId3">
            <a:alphaModFix/>
          </a:blip>
          <a:srcRect b="0" l="0" r="0" t="0"/>
          <a:stretch/>
        </p:blipFill>
        <p:spPr>
          <a:xfrm>
            <a:off x="2848450" y="4010175"/>
            <a:ext cx="3563975" cy="23876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gdf2a34f0cc_3_37"/>
          <p:cNvSpPr txBox="1"/>
          <p:nvPr/>
        </p:nvSpPr>
        <p:spPr>
          <a:xfrm>
            <a:off x="294125" y="1218600"/>
            <a:ext cx="8555400" cy="60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Organizando el trabajo</a:t>
            </a:r>
            <a:endParaRPr b="1" i="0" sz="23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2300" u="none" cap="none" strike="noStrike">
              <a:solidFill>
                <a:srgbClr val="818990"/>
              </a:solidFill>
              <a:latin typeface="Calibri"/>
              <a:ea typeface="Calibri"/>
              <a:cs typeface="Calibri"/>
              <a:sym typeface="Calibri"/>
            </a:endParaRPr>
          </a:p>
        </p:txBody>
      </p:sp>
      <p:sp>
        <p:nvSpPr>
          <p:cNvPr id="380" name="Google Shape;380;gdf2a34f0cc_3_37"/>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Prototipos</a:t>
            </a:r>
            <a:endParaRPr b="0" i="0" sz="3000" u="none" cap="none" strike="noStrike">
              <a:solidFill>
                <a:srgbClr val="000000"/>
              </a:solidFill>
              <a:latin typeface="Arial"/>
              <a:ea typeface="Arial"/>
              <a:cs typeface="Arial"/>
              <a:sym typeface="Arial"/>
            </a:endParaRPr>
          </a:p>
        </p:txBody>
      </p:sp>
      <p:pic>
        <p:nvPicPr>
          <p:cNvPr descr="Dropbox is a leading global collaboration platform that's transforming the way people work together, from the smallest business to the largest enterprise. Learn more: https://www.dropbox.com/flow&#10;&#10;Subscribe: https://www.youtube.com/user/dropbox?sub_confirmation=1&#10;&#10;Connect with Dropbox:&#10;http://www.twitter.com/dropbox&#10;http://www.instagram.com/dropbox&#10;http://www.facebook.com/dropbox&#10;https://www.linkedin.com/company/dropbox" id="381" name="Google Shape;381;gdf2a34f0cc_3_37" title="What is Dropbox? | Dropbox">
            <a:hlinkClick r:id="rId3"/>
          </p:cNvPr>
          <p:cNvPicPr preferRelativeResize="0"/>
          <p:nvPr/>
        </p:nvPicPr>
        <p:blipFill rotWithShape="1">
          <a:blip r:embed="rId4">
            <a:alphaModFix/>
          </a:blip>
          <a:srcRect b="0" l="0" r="0" t="0"/>
          <a:stretch/>
        </p:blipFill>
        <p:spPr>
          <a:xfrm>
            <a:off x="1922600" y="2233350"/>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1000"/>
                                        <p:tgtEl>
                                          <p:spTgt spid="3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1360578f430_0_878"/>
          <p:cNvSpPr txBox="1"/>
          <p:nvPr>
            <p:ph type="title"/>
          </p:nvPr>
        </p:nvSpPr>
        <p:spPr>
          <a:xfrm>
            <a:off x="372684" y="4765714"/>
            <a:ext cx="2751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MVP Producto mínimo viable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9"/>
          <p:cNvSpPr txBox="1"/>
          <p:nvPr/>
        </p:nvSpPr>
        <p:spPr>
          <a:xfrm>
            <a:off x="294125" y="1218600"/>
            <a:ext cx="8555400" cy="205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chemeClr val="dk1"/>
              </a:buClr>
              <a:buSzPts val="1800"/>
              <a:buFont typeface="Arial"/>
              <a:buNone/>
            </a:pPr>
            <a:r>
              <a:rPr b="1" i="0" lang="es-ES" sz="2300" u="none" cap="none" strike="noStrike">
                <a:solidFill>
                  <a:srgbClr val="818990"/>
                </a:solidFill>
                <a:latin typeface="Calibri"/>
                <a:ea typeface="Calibri"/>
                <a:cs typeface="Calibri"/>
                <a:sym typeface="Calibri"/>
              </a:rPr>
              <a:t>¿Qué es un MVP?</a:t>
            </a:r>
            <a:endParaRPr b="1" i="0" sz="2300" u="none" cap="none" strike="noStrike">
              <a:solidFill>
                <a:schemeClr val="dk1"/>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rPr b="0" i="0" lang="es-ES" sz="2300" u="none" cap="none" strike="noStrike">
                <a:solidFill>
                  <a:srgbClr val="818990"/>
                </a:solidFill>
                <a:latin typeface="Calibri"/>
                <a:ea typeface="Calibri"/>
                <a:cs typeface="Calibri"/>
                <a:sym typeface="Calibri"/>
              </a:rPr>
              <a:t>Sabemos que esta metodología permite a las empresas desarrollar productos con la cantidad mínima de recursos, para poder probar hipótesis y poder de esta manera evaluar el mercado y saber si el producto será viable a un público mayor.</a:t>
            </a:r>
            <a:endParaRPr b="0"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2" name="Google Shape;392;p9"/>
          <p:cNvSpPr txBox="1"/>
          <p:nvPr/>
        </p:nvSpPr>
        <p:spPr>
          <a:xfrm>
            <a:off x="1763640" y="212760"/>
            <a:ext cx="4287960" cy="81252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Producto mínimo viable</a:t>
            </a:r>
            <a:endParaRPr b="0" i="0" sz="3000" u="none" cap="none" strike="noStrike">
              <a:solidFill>
                <a:srgbClr val="000000"/>
              </a:solidFill>
              <a:latin typeface="Arial"/>
              <a:ea typeface="Arial"/>
              <a:cs typeface="Arial"/>
              <a:sym typeface="Arial"/>
            </a:endParaRPr>
          </a:p>
        </p:txBody>
      </p:sp>
      <p:pic>
        <p:nvPicPr>
          <p:cNvPr id="393" name="Google Shape;393;p9"/>
          <p:cNvPicPr preferRelativeResize="0"/>
          <p:nvPr/>
        </p:nvPicPr>
        <p:blipFill rotWithShape="1">
          <a:blip r:embed="rId3">
            <a:alphaModFix/>
          </a:blip>
          <a:srcRect b="0" l="0" r="0" t="0"/>
          <a:stretch/>
        </p:blipFill>
        <p:spPr>
          <a:xfrm>
            <a:off x="1330775" y="3392475"/>
            <a:ext cx="6667500" cy="27717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df2a34f0cc_3_76"/>
          <p:cNvSpPr txBox="1"/>
          <p:nvPr/>
        </p:nvSpPr>
        <p:spPr>
          <a:xfrm>
            <a:off x="294125" y="1218600"/>
            <a:ext cx="8555400" cy="205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chemeClr val="dk1"/>
              </a:buClr>
              <a:buSzPts val="1800"/>
              <a:buFont typeface="Arial"/>
              <a:buNone/>
            </a:pPr>
            <a:r>
              <a:rPr b="1" i="0" lang="es-ES" sz="2300" u="none" cap="none" strike="noStrike">
                <a:solidFill>
                  <a:srgbClr val="818990"/>
                </a:solidFill>
                <a:latin typeface="Calibri"/>
                <a:ea typeface="Calibri"/>
                <a:cs typeface="Calibri"/>
                <a:sym typeface="Calibri"/>
              </a:rPr>
              <a:t>Cómo abordar la definición de un MVP?</a:t>
            </a:r>
            <a:endParaRPr b="1" i="0" sz="2300" u="none" cap="none" strike="noStrike">
              <a:solidFill>
                <a:schemeClr val="dk1"/>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rPr b="0" i="0" lang="es-ES" sz="2300" u="none" cap="none" strike="noStrike">
                <a:solidFill>
                  <a:srgbClr val="818990"/>
                </a:solidFill>
                <a:latin typeface="Calibri"/>
                <a:ea typeface="Calibri"/>
                <a:cs typeface="Calibri"/>
                <a:sym typeface="Calibri"/>
              </a:rPr>
              <a:t>Para el diseño de nuestro MVP podemos utilizar una estrategia basada en 5 preguntas</a:t>
            </a:r>
            <a:endParaRPr b="0" i="0" sz="23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t/>
            </a:r>
            <a:endParaRPr b="0" i="0" sz="2300" u="none" cap="none" strike="noStrike">
              <a:solidFill>
                <a:srgbClr val="818990"/>
              </a:solidFill>
              <a:latin typeface="Calibri"/>
              <a:ea typeface="Calibri"/>
              <a:cs typeface="Calibri"/>
              <a:sym typeface="Calibri"/>
            </a:endParaRPr>
          </a:p>
          <a:p>
            <a:pPr indent="0" lvl="0" marL="0" marR="0" rtl="0" algn="l">
              <a:lnSpc>
                <a:spcPct val="115000"/>
              </a:lnSpc>
              <a:spcBef>
                <a:spcPts val="230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CP1:  ¿Qué es y por qué es importante?</a:t>
            </a:r>
            <a:endParaRPr b="0" i="0" sz="1800" u="none" cap="none" strike="noStrike">
              <a:solidFill>
                <a:srgbClr val="818990"/>
              </a:solidFill>
              <a:latin typeface="Calibri"/>
              <a:ea typeface="Calibri"/>
              <a:cs typeface="Calibri"/>
              <a:sym typeface="Calibri"/>
            </a:endParaRPr>
          </a:p>
          <a:p>
            <a:pPr indent="0" lvl="0" marL="0" marR="0" rtl="0" algn="l">
              <a:lnSpc>
                <a:spcPct val="115000"/>
              </a:lnSpc>
              <a:spcBef>
                <a:spcPts val="230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CP2: ¿Qué es un Comprador Persona?</a:t>
            </a:r>
            <a:endParaRPr b="0" i="0" sz="1800" u="none" cap="none" strike="noStrike">
              <a:solidFill>
                <a:srgbClr val="818990"/>
              </a:solidFill>
              <a:latin typeface="Calibri"/>
              <a:ea typeface="Calibri"/>
              <a:cs typeface="Calibri"/>
              <a:sym typeface="Calibri"/>
            </a:endParaRPr>
          </a:p>
          <a:p>
            <a:pPr indent="0" lvl="0" marL="0" marR="0" rtl="0" algn="l">
              <a:lnSpc>
                <a:spcPct val="115000"/>
              </a:lnSpc>
              <a:spcBef>
                <a:spcPts val="230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CP3 ¿Cómo delimitar los alcances de nuestro MVP?</a:t>
            </a:r>
            <a:endParaRPr b="0" i="0" sz="1800" u="none" cap="none" strike="noStrike">
              <a:solidFill>
                <a:srgbClr val="818990"/>
              </a:solidFill>
              <a:latin typeface="Calibri"/>
              <a:ea typeface="Calibri"/>
              <a:cs typeface="Calibri"/>
              <a:sym typeface="Calibri"/>
            </a:endParaRPr>
          </a:p>
          <a:p>
            <a:pPr indent="0" lvl="0" marL="0" marR="0" rtl="0" algn="l">
              <a:lnSpc>
                <a:spcPct val="115000"/>
              </a:lnSpc>
              <a:spcBef>
                <a:spcPts val="230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CP4: ¿Cómo construir nuestro producto mínimo viable?</a:t>
            </a:r>
            <a:endParaRPr b="0" i="0" sz="1800" u="none" cap="none" strike="noStrike">
              <a:solidFill>
                <a:srgbClr val="818990"/>
              </a:solidFill>
              <a:latin typeface="Calibri"/>
              <a:ea typeface="Calibri"/>
              <a:cs typeface="Calibri"/>
              <a:sym typeface="Calibri"/>
            </a:endParaRPr>
          </a:p>
          <a:p>
            <a:pPr indent="0" lvl="0" marL="0" marR="0" rtl="0" algn="l">
              <a:lnSpc>
                <a:spcPct val="115000"/>
              </a:lnSpc>
              <a:spcBef>
                <a:spcPts val="230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CP5: ¿Cómo medir el progreso del MVP?</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230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9" name="Google Shape;399;gdf2a34f0cc_3_76"/>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Producto mínimo viable</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gdf2a34f0cc_3_83"/>
          <p:cNvSpPr txBox="1"/>
          <p:nvPr/>
        </p:nvSpPr>
        <p:spPr>
          <a:xfrm>
            <a:off x="294125" y="1218600"/>
            <a:ext cx="8555400" cy="205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chemeClr val="dk1"/>
              </a:buClr>
              <a:buSzPts val="1800"/>
              <a:buFont typeface="Arial"/>
              <a:buNone/>
            </a:pPr>
            <a:r>
              <a:rPr b="1" i="0" lang="es-ES" sz="2300" u="none" cap="none" strike="noStrike">
                <a:solidFill>
                  <a:srgbClr val="818990"/>
                </a:solidFill>
                <a:latin typeface="Calibri"/>
                <a:ea typeface="Calibri"/>
                <a:cs typeface="Calibri"/>
                <a:sym typeface="Calibri"/>
              </a:rPr>
              <a:t>Herramientas para la creación de MVP</a:t>
            </a:r>
            <a:endParaRPr b="1" i="0" sz="2300" u="none" cap="none" strike="noStrike">
              <a:solidFill>
                <a:schemeClr val="dk1"/>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t/>
            </a:r>
            <a:endParaRPr b="0"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1" i="0" lang="es-ES" sz="1800" u="none" cap="none" strike="noStrike">
                <a:solidFill>
                  <a:srgbClr val="818990"/>
                </a:solidFill>
                <a:latin typeface="Calibri"/>
                <a:ea typeface="Calibri"/>
                <a:cs typeface="Calibri"/>
                <a:sym typeface="Calibri"/>
              </a:rPr>
              <a:t> E-commerce - WooCommerce</a:t>
            </a:r>
            <a:endParaRPr b="1"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Es una herramienta sencilla e intuitiva que te permite montar tu propia tienda online, uno de los mayores atractivos  es que cuentan  con unos  de los plugins más famosos con la facilidad que ofrecen para la construcción de comercios electrónicos: es de rápida instalación y cuenta con muchos complementos y extensiones.</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115000"/>
              </a:lnSpc>
              <a:spcBef>
                <a:spcPts val="2300"/>
              </a:spcBef>
              <a:spcAft>
                <a:spcPts val="0"/>
              </a:spcAft>
              <a:buClr>
                <a:schemeClr val="dk1"/>
              </a:buClr>
              <a:buSzPts val="1100"/>
              <a:buFont typeface="Arial"/>
              <a:buNone/>
            </a:pPr>
            <a:r>
              <a:t/>
            </a:r>
            <a:endParaRPr b="0" i="0" sz="2300" u="none" cap="none" strike="noStrike">
              <a:solidFill>
                <a:srgbClr val="818990"/>
              </a:solidFill>
              <a:latin typeface="Calibri"/>
              <a:ea typeface="Calibri"/>
              <a:cs typeface="Calibri"/>
              <a:sym typeface="Calibri"/>
            </a:endParaRPr>
          </a:p>
          <a:p>
            <a:pPr indent="0" lvl="0" marL="0" marR="0" rtl="0" algn="l">
              <a:lnSpc>
                <a:spcPct val="90000"/>
              </a:lnSpc>
              <a:spcBef>
                <a:spcPts val="230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5" name="Google Shape;405;gdf2a34f0cc_3_83"/>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Producto mínimo viable</a:t>
            </a:r>
            <a:endParaRPr b="0" i="0" sz="3000" u="none" cap="none" strike="noStrike">
              <a:solidFill>
                <a:srgbClr val="000000"/>
              </a:solidFill>
              <a:latin typeface="Arial"/>
              <a:ea typeface="Arial"/>
              <a:cs typeface="Arial"/>
              <a:sym typeface="Arial"/>
            </a:endParaRPr>
          </a:p>
        </p:txBody>
      </p:sp>
      <p:pic>
        <p:nvPicPr>
          <p:cNvPr id="406" name="Google Shape;406;gdf2a34f0cc_3_83"/>
          <p:cNvPicPr preferRelativeResize="0"/>
          <p:nvPr/>
        </p:nvPicPr>
        <p:blipFill rotWithShape="1">
          <a:blip r:embed="rId3">
            <a:alphaModFix/>
          </a:blip>
          <a:srcRect b="0" l="0" r="0" t="0"/>
          <a:stretch/>
        </p:blipFill>
        <p:spPr>
          <a:xfrm>
            <a:off x="2549638" y="4142450"/>
            <a:ext cx="4044726" cy="22897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gdf2a34f0cc_3_92"/>
          <p:cNvSpPr txBox="1"/>
          <p:nvPr/>
        </p:nvSpPr>
        <p:spPr>
          <a:xfrm>
            <a:off x="294125" y="1218600"/>
            <a:ext cx="8555400" cy="205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chemeClr val="dk1"/>
              </a:buClr>
              <a:buSzPts val="1800"/>
              <a:buFont typeface="Arial"/>
              <a:buNone/>
            </a:pPr>
            <a:r>
              <a:rPr b="1" i="0" lang="es-ES" sz="2300" u="none" cap="none" strike="noStrike">
                <a:solidFill>
                  <a:srgbClr val="818990"/>
                </a:solidFill>
                <a:latin typeface="Calibri"/>
                <a:ea typeface="Calibri"/>
                <a:cs typeface="Calibri"/>
                <a:sym typeface="Calibri"/>
              </a:rPr>
              <a:t>Herramientas para la creación de MVP</a:t>
            </a:r>
            <a:endParaRPr b="1" i="0" sz="2300" u="none" cap="none" strike="noStrike">
              <a:solidFill>
                <a:schemeClr val="dk1"/>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t/>
            </a:r>
            <a:endParaRPr b="0"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1" i="0" lang="es-ES" sz="1800" u="none" cap="none" strike="noStrike">
                <a:solidFill>
                  <a:srgbClr val="818990"/>
                </a:solidFill>
                <a:latin typeface="Calibri"/>
                <a:ea typeface="Calibri"/>
                <a:cs typeface="Calibri"/>
                <a:sym typeface="Calibri"/>
              </a:rPr>
              <a:t> Gestión empresarial - Bubble.io</a:t>
            </a:r>
            <a:endParaRPr b="1"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Con bubble podrás crear una aplicación web que funcione como MVP para tu software de gestión empresarial, es recomendable buscar y aplicar un plantilla de las muchas que ofrece la plataforma, modificarla y ajustarla a tus gustos y necesidades.</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115000"/>
              </a:lnSpc>
              <a:spcBef>
                <a:spcPts val="2300"/>
              </a:spcBef>
              <a:spcAft>
                <a:spcPts val="0"/>
              </a:spcAft>
              <a:buClr>
                <a:schemeClr val="dk1"/>
              </a:buClr>
              <a:buSzPts val="1100"/>
              <a:buFont typeface="Arial"/>
              <a:buNone/>
            </a:pPr>
            <a:r>
              <a:t/>
            </a:r>
            <a:endParaRPr b="0" i="0" sz="2300" u="none" cap="none" strike="noStrike">
              <a:solidFill>
                <a:srgbClr val="818990"/>
              </a:solidFill>
              <a:latin typeface="Calibri"/>
              <a:ea typeface="Calibri"/>
              <a:cs typeface="Calibri"/>
              <a:sym typeface="Calibri"/>
            </a:endParaRPr>
          </a:p>
          <a:p>
            <a:pPr indent="0" lvl="0" marL="0" marR="0" rtl="0" algn="l">
              <a:lnSpc>
                <a:spcPct val="90000"/>
              </a:lnSpc>
              <a:spcBef>
                <a:spcPts val="230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2" name="Google Shape;412;gdf2a34f0cc_3_92"/>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Producto mínimo viable</a:t>
            </a:r>
            <a:endParaRPr b="0" i="0" sz="3000" u="none" cap="none" strike="noStrike">
              <a:solidFill>
                <a:srgbClr val="000000"/>
              </a:solidFill>
              <a:latin typeface="Arial"/>
              <a:ea typeface="Arial"/>
              <a:cs typeface="Arial"/>
              <a:sym typeface="Arial"/>
            </a:endParaRPr>
          </a:p>
        </p:txBody>
      </p:sp>
      <p:pic>
        <p:nvPicPr>
          <p:cNvPr id="413" name="Google Shape;413;gdf2a34f0cc_3_92"/>
          <p:cNvPicPr preferRelativeResize="0"/>
          <p:nvPr/>
        </p:nvPicPr>
        <p:blipFill rotWithShape="1">
          <a:blip r:embed="rId3">
            <a:alphaModFix/>
          </a:blip>
          <a:srcRect b="0" l="0" r="0" t="0"/>
          <a:stretch/>
        </p:blipFill>
        <p:spPr>
          <a:xfrm>
            <a:off x="2527950" y="3920810"/>
            <a:ext cx="4287900" cy="245486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gdf2a34f0cc_3_100"/>
          <p:cNvSpPr txBox="1"/>
          <p:nvPr/>
        </p:nvSpPr>
        <p:spPr>
          <a:xfrm>
            <a:off x="294125" y="1218600"/>
            <a:ext cx="8555400" cy="205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chemeClr val="dk1"/>
              </a:buClr>
              <a:buSzPts val="1800"/>
              <a:buFont typeface="Arial"/>
              <a:buNone/>
            </a:pPr>
            <a:r>
              <a:rPr b="1" i="0" lang="es-ES" sz="2300" u="none" cap="none" strike="noStrike">
                <a:solidFill>
                  <a:srgbClr val="818990"/>
                </a:solidFill>
                <a:latin typeface="Calibri"/>
                <a:ea typeface="Calibri"/>
                <a:cs typeface="Calibri"/>
                <a:sym typeface="Calibri"/>
              </a:rPr>
              <a:t>Herramientas para la creación de MVP</a:t>
            </a:r>
            <a:endParaRPr b="1" i="0" sz="2300" u="none" cap="none" strike="noStrike">
              <a:solidFill>
                <a:schemeClr val="dk1"/>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t/>
            </a:r>
            <a:endParaRPr b="0"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1" i="0" lang="es-ES" sz="1800" u="none" cap="none" strike="noStrike">
                <a:solidFill>
                  <a:srgbClr val="818990"/>
                </a:solidFill>
                <a:latin typeface="Calibri"/>
                <a:ea typeface="Calibri"/>
                <a:cs typeface="Calibri"/>
                <a:sym typeface="Calibri"/>
              </a:rPr>
              <a:t> Marketplace - Sharetribe</a:t>
            </a:r>
            <a:endParaRPr b="1"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En Sharetribe puedes construir tu Mvp rápidamente, es intuitivo y amigable para utilizar, Sharetribe es la forma más fácil de comenzar su propio mercado en línea. Cree una plataforma donde sus usuarios puedan alquilar o vender bienes, espacios o servicios en línea.</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115000"/>
              </a:lnSpc>
              <a:spcBef>
                <a:spcPts val="2300"/>
              </a:spcBef>
              <a:spcAft>
                <a:spcPts val="0"/>
              </a:spcAft>
              <a:buClr>
                <a:schemeClr val="dk1"/>
              </a:buClr>
              <a:buSzPts val="1100"/>
              <a:buFont typeface="Arial"/>
              <a:buNone/>
            </a:pPr>
            <a:r>
              <a:t/>
            </a:r>
            <a:endParaRPr b="0" i="0" sz="2300" u="none" cap="none" strike="noStrike">
              <a:solidFill>
                <a:srgbClr val="818990"/>
              </a:solidFill>
              <a:latin typeface="Calibri"/>
              <a:ea typeface="Calibri"/>
              <a:cs typeface="Calibri"/>
              <a:sym typeface="Calibri"/>
            </a:endParaRPr>
          </a:p>
          <a:p>
            <a:pPr indent="0" lvl="0" marL="0" marR="0" rtl="0" algn="l">
              <a:lnSpc>
                <a:spcPct val="90000"/>
              </a:lnSpc>
              <a:spcBef>
                <a:spcPts val="230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9" name="Google Shape;419;gdf2a34f0cc_3_100"/>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Producto mínimo viable</a:t>
            </a:r>
            <a:endParaRPr b="0" i="0" sz="3000" u="none" cap="none" strike="noStrike">
              <a:solidFill>
                <a:srgbClr val="000000"/>
              </a:solidFill>
              <a:latin typeface="Arial"/>
              <a:ea typeface="Arial"/>
              <a:cs typeface="Arial"/>
              <a:sym typeface="Arial"/>
            </a:endParaRPr>
          </a:p>
        </p:txBody>
      </p:sp>
      <p:pic>
        <p:nvPicPr>
          <p:cNvPr id="420" name="Google Shape;420;gdf2a34f0cc_3_100"/>
          <p:cNvPicPr preferRelativeResize="0"/>
          <p:nvPr/>
        </p:nvPicPr>
        <p:blipFill rotWithShape="1">
          <a:blip r:embed="rId3">
            <a:alphaModFix/>
          </a:blip>
          <a:srcRect b="0" l="0" r="0" t="0"/>
          <a:stretch/>
        </p:blipFill>
        <p:spPr>
          <a:xfrm>
            <a:off x="2018900" y="3919150"/>
            <a:ext cx="4977975" cy="24435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g1360578f430_0_882"/>
          <p:cNvSpPr txBox="1"/>
          <p:nvPr>
            <p:ph type="title"/>
          </p:nvPr>
        </p:nvSpPr>
        <p:spPr>
          <a:xfrm>
            <a:off x="372684" y="4765714"/>
            <a:ext cx="2751000" cy="1246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Herramientas de gestión de calidad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14"/>
          <p:cNvSpPr txBox="1"/>
          <p:nvPr/>
        </p:nvSpPr>
        <p:spPr>
          <a:xfrm>
            <a:off x="1763640" y="212760"/>
            <a:ext cx="4287960" cy="81252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Gestión de la calidad</a:t>
            </a:r>
            <a:endParaRPr b="0" i="0" sz="3000" u="none" cap="none" strike="noStrike">
              <a:solidFill>
                <a:srgbClr val="000000"/>
              </a:solidFill>
              <a:latin typeface="Arial"/>
              <a:ea typeface="Arial"/>
              <a:cs typeface="Arial"/>
              <a:sym typeface="Arial"/>
            </a:endParaRPr>
          </a:p>
        </p:txBody>
      </p:sp>
      <p:sp>
        <p:nvSpPr>
          <p:cNvPr id="431" name="Google Shape;431;p14"/>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Las herramientas de control de calidad</a:t>
            </a:r>
            <a:endParaRPr b="1" i="0" sz="2200" u="none" cap="none" strike="noStrike">
              <a:solidFill>
                <a:srgbClr val="81899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Las herramientas de control de calidad se utilizan para determinar, medir, analizar y proponer soluciones a los problemas identificados que interfieren con el rendimiento de los procesos de la organización, ayudando a mejorar los indicadores de calidad.</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Estas herramientas surgen en los años 50, con base en conceptos y prácticas existentes en el momento, y desde esa década se han utilizado como apoyo a los sistemas de gestión, a través de modelos estadísticos contribuyen a la mejora de los procesos y los procedimientos.</a:t>
            </a:r>
            <a:endParaRPr b="0" i="0" sz="18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432" name="Google Shape;432;p14"/>
          <p:cNvPicPr preferRelativeResize="0"/>
          <p:nvPr/>
        </p:nvPicPr>
        <p:blipFill rotWithShape="1">
          <a:blip r:embed="rId3">
            <a:alphaModFix/>
          </a:blip>
          <a:srcRect b="0" l="0" r="0" t="0"/>
          <a:stretch/>
        </p:blipFill>
        <p:spPr>
          <a:xfrm>
            <a:off x="2870325" y="4116676"/>
            <a:ext cx="3181275" cy="24762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gdf2a34f0cc_3_110"/>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Gestión de la calidad</a:t>
            </a:r>
            <a:endParaRPr b="0" i="0" sz="3000" u="none" cap="none" strike="noStrike">
              <a:solidFill>
                <a:srgbClr val="000000"/>
              </a:solidFill>
              <a:latin typeface="Arial"/>
              <a:ea typeface="Arial"/>
              <a:cs typeface="Arial"/>
              <a:sym typeface="Arial"/>
            </a:endParaRPr>
          </a:p>
        </p:txBody>
      </p:sp>
      <p:sp>
        <p:nvSpPr>
          <p:cNvPr id="438" name="Google Shape;438;gdf2a34f0cc_3_110"/>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Diagramas de flujo</a:t>
            </a:r>
            <a:endParaRPr b="1" i="0" sz="2200" u="none" cap="none" strike="noStrike">
              <a:solidFill>
                <a:srgbClr val="81899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Permite identificar el mejor camino que el producto o servicio recorrerá en el proceso. Es mucho más fácil entender un proceso, y formular propuestas para mejorarlo, cuando podemos hacerle seguimiento paso a paso, con un diagrama de flujo.</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Cuando el flujo del proceso aparece representado sobre el papel, es posible observar donde se presenta desperdicio, ocasionado por un movimiento excesivo por las instalaciones de la fábrica.</a:t>
            </a:r>
            <a:endParaRPr b="0" i="0" sz="18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439" name="Google Shape;439;gdf2a34f0cc_3_110"/>
          <p:cNvPicPr preferRelativeResize="0"/>
          <p:nvPr/>
        </p:nvPicPr>
        <p:blipFill rotWithShape="1">
          <a:blip r:embed="rId3">
            <a:alphaModFix/>
          </a:blip>
          <a:srcRect b="0" l="0" r="0" t="0"/>
          <a:stretch/>
        </p:blipFill>
        <p:spPr>
          <a:xfrm>
            <a:off x="3123950" y="4239249"/>
            <a:ext cx="2695250" cy="17877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gdf2a34f0cc_3_119"/>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Gestión de la calidad</a:t>
            </a:r>
            <a:endParaRPr b="0" i="0" sz="3000" u="none" cap="none" strike="noStrike">
              <a:solidFill>
                <a:srgbClr val="000000"/>
              </a:solidFill>
              <a:latin typeface="Arial"/>
              <a:ea typeface="Arial"/>
              <a:cs typeface="Arial"/>
              <a:sym typeface="Arial"/>
            </a:endParaRPr>
          </a:p>
        </p:txBody>
      </p:sp>
      <p:sp>
        <p:nvSpPr>
          <p:cNvPr id="445" name="Google Shape;445;gdf2a34f0cc_3_119"/>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Diagrama de Ishikawa (Fishbone)</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También llamado análisis de causa y efecto, o diagrama de espina de pescado. Se utiliza para identificar las posibles causas de un problema y sus efectos, por medio de la relación entre el efecto y todas las posibles causas que pueden contribuir a tal fin.</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Teniendo el problema en mente, es posible determinar las posibles causas, utilizando seis variantes: método, material, medida, hombres, mujeres y medio ambiente. Los datos se tabulan y se inicia un proceso de eliminación, que nos permite llegar a la causa más probable y con ello, generar la solución.</a:t>
            </a:r>
            <a:endParaRPr b="0" i="0" sz="18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446" name="Google Shape;446;gdf2a34f0cc_3_119"/>
          <p:cNvPicPr preferRelativeResize="0"/>
          <p:nvPr/>
        </p:nvPicPr>
        <p:blipFill rotWithShape="1">
          <a:blip r:embed="rId3">
            <a:alphaModFix/>
          </a:blip>
          <a:srcRect b="0" l="0" r="0" t="0"/>
          <a:stretch/>
        </p:blipFill>
        <p:spPr>
          <a:xfrm>
            <a:off x="2455350" y="4244500"/>
            <a:ext cx="4233276" cy="25082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gdf2a34f0cc_3_127"/>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Gestión de la calidad</a:t>
            </a:r>
            <a:endParaRPr b="0" i="0" sz="3000" u="none" cap="none" strike="noStrike">
              <a:solidFill>
                <a:srgbClr val="000000"/>
              </a:solidFill>
              <a:latin typeface="Arial"/>
              <a:ea typeface="Arial"/>
              <a:cs typeface="Arial"/>
              <a:sym typeface="Arial"/>
            </a:endParaRPr>
          </a:p>
        </p:txBody>
      </p:sp>
      <p:sp>
        <p:nvSpPr>
          <p:cNvPr id="452" name="Google Shape;452;gdf2a34f0cc_3_127"/>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Diagrama de Pareto</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Se trata de un recurso gráfico utilizado para establecer un orden en las causas de las pérdidas y como deben ser subsanadas. El diagrama de Pareto, toma datos de diversas fuentes de información, pero generalmente se nutre de la ocurrencia de problemas o la evidencia de defectos, ofreciendo una representación gráfica de ellos.</a:t>
            </a:r>
            <a:endParaRPr b="0" i="0" sz="18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453" name="Google Shape;453;gdf2a34f0cc_3_127"/>
          <p:cNvPicPr preferRelativeResize="0"/>
          <p:nvPr/>
        </p:nvPicPr>
        <p:blipFill rotWithShape="1">
          <a:blip r:embed="rId3">
            <a:alphaModFix/>
          </a:blip>
          <a:srcRect b="0" l="0" r="0" t="0"/>
          <a:stretch/>
        </p:blipFill>
        <p:spPr>
          <a:xfrm>
            <a:off x="2047200" y="3415775"/>
            <a:ext cx="4402924" cy="29316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df2a34f0cc_3_135"/>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Gestión de la calidad</a:t>
            </a:r>
            <a:endParaRPr b="0" i="0" sz="3000" u="none" cap="none" strike="noStrike">
              <a:solidFill>
                <a:srgbClr val="000000"/>
              </a:solidFill>
              <a:latin typeface="Arial"/>
              <a:ea typeface="Arial"/>
              <a:cs typeface="Arial"/>
              <a:sym typeface="Arial"/>
            </a:endParaRPr>
          </a:p>
        </p:txBody>
      </p:sp>
      <p:sp>
        <p:nvSpPr>
          <p:cNvPr id="459" name="Google Shape;459;gdf2a34f0cc_3_135"/>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Histogramas</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Es una representación gráfica que maneja distintas estadísticas. Su utilidad se basa en ver o mostrar la posibilidad de establecer de manera visual, ordenada y fácil los datos numéricos y estadísticos que pueden tornarse complicados de entender. Existen varios tipos de histogramas que ejecutan de manera variada muchos tipos de información.</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Tienen como objetivo mostrar una distribución de frecuencias de datos obtenidos con base en mediciones, a través de un gráfico de barras, indicando el número de unidades en cada categoría.</a:t>
            </a:r>
            <a:endParaRPr b="0" i="0" sz="18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460" name="Google Shape;460;gdf2a34f0cc_3_135"/>
          <p:cNvPicPr preferRelativeResize="0"/>
          <p:nvPr/>
        </p:nvPicPr>
        <p:blipFill rotWithShape="1">
          <a:blip r:embed="rId3">
            <a:alphaModFix/>
          </a:blip>
          <a:srcRect b="0" l="0" r="0" t="0"/>
          <a:stretch/>
        </p:blipFill>
        <p:spPr>
          <a:xfrm>
            <a:off x="2556225" y="4003575"/>
            <a:ext cx="3822550" cy="23438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gdf2a34f0cc_3_150"/>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Gestión de la calidad</a:t>
            </a:r>
            <a:endParaRPr b="0" i="0" sz="3000" u="none" cap="none" strike="noStrike">
              <a:solidFill>
                <a:srgbClr val="000000"/>
              </a:solidFill>
              <a:latin typeface="Arial"/>
              <a:ea typeface="Arial"/>
              <a:cs typeface="Arial"/>
              <a:sym typeface="Arial"/>
            </a:endParaRPr>
          </a:p>
        </p:txBody>
      </p:sp>
      <p:sp>
        <p:nvSpPr>
          <p:cNvPr id="466" name="Google Shape;466;gdf2a34f0cc_3_150"/>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Diagrama de dispersión</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Muestra lo que acontece con una variable cuando otra ha cambiado. Son representaciones de dos o más variables que se organizan en un gráfico, una en función de la otra.</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El Control Estadístico de Procesos es utilizado como una forma de apoyar el trabajo de las herramientas a las que hemos hecho referencia, mostrando las tendencias en los puntos de observación, durante un periodo de tiempo determinado.</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Este tipo de informes se utilizan para hacer seguimiento a los procesos, determinando una franja de tolerancia limitada por una línea superior, una línea inferior, y una línea media que establece el límite central, para así obtener información estadística gráfica que permita visualizar tendencias de forma inmediata.</a:t>
            </a:r>
            <a:endParaRPr b="0" i="0" sz="18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467" name="Google Shape;467;gdf2a34f0cc_3_150"/>
          <p:cNvPicPr preferRelativeResize="0"/>
          <p:nvPr/>
        </p:nvPicPr>
        <p:blipFill rotWithShape="1">
          <a:blip r:embed="rId3">
            <a:alphaModFix/>
          </a:blip>
          <a:srcRect b="0" l="0" r="0" t="0"/>
          <a:stretch/>
        </p:blipFill>
        <p:spPr>
          <a:xfrm>
            <a:off x="5156325" y="4877976"/>
            <a:ext cx="2660676" cy="16779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g1360578f430_0_886"/>
          <p:cNvSpPr txBox="1"/>
          <p:nvPr>
            <p:ph type="title"/>
          </p:nvPr>
        </p:nvSpPr>
        <p:spPr>
          <a:xfrm>
            <a:off x="372684" y="4765714"/>
            <a:ext cx="2751000" cy="415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PRINCE 2</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g1360578f430_0_277"/>
          <p:cNvSpPr txBox="1"/>
          <p:nvPr/>
        </p:nvSpPr>
        <p:spPr>
          <a:xfrm>
            <a:off x="294125" y="1218600"/>
            <a:ext cx="8555400" cy="205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chemeClr val="dk1"/>
              </a:buClr>
              <a:buSzPts val="1800"/>
              <a:buFont typeface="Arial"/>
              <a:buNone/>
            </a:pPr>
            <a:r>
              <a:rPr b="1" i="0" lang="es-ES" sz="2300" u="none" cap="none" strike="noStrike">
                <a:solidFill>
                  <a:srgbClr val="818990"/>
                </a:solidFill>
                <a:latin typeface="Calibri"/>
                <a:ea typeface="Calibri"/>
                <a:cs typeface="Calibri"/>
                <a:sym typeface="Calibri"/>
              </a:rPr>
              <a:t>¿Qué es la metodología PRINCE2?</a:t>
            </a:r>
            <a:endParaRPr b="1" i="0" sz="2300" u="none" cap="none" strike="noStrike">
              <a:solidFill>
                <a:schemeClr val="dk1"/>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t/>
            </a:r>
            <a:endParaRPr b="0" i="0" sz="23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rPr b="0" i="0" lang="es-ES" sz="2300" u="none" cap="none" strike="noStrike">
                <a:solidFill>
                  <a:srgbClr val="818990"/>
                </a:solidFill>
                <a:latin typeface="Calibri"/>
                <a:ea typeface="Calibri"/>
                <a:cs typeface="Calibri"/>
                <a:sym typeface="Calibri"/>
              </a:rPr>
              <a:t>PRINCE2 es un acrónimo de PRojects IN Controlled Environments. (La metodología PRINCE original se actualizó en 1996, de ahí el “2”). Su marco requiere que los proyectos tengan inicios, medios y finales organizados y controlados.</a:t>
            </a:r>
            <a:endParaRPr b="0" i="0" sz="23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t/>
            </a:r>
            <a:endParaRPr b="0" i="0" sz="23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rPr b="0" i="0" lang="es-ES" sz="2300" u="none" cap="none" strike="noStrike">
                <a:solidFill>
                  <a:srgbClr val="818990"/>
                </a:solidFill>
                <a:latin typeface="Calibri"/>
                <a:ea typeface="Calibri"/>
                <a:cs typeface="Calibri"/>
                <a:sym typeface="Calibri"/>
              </a:rPr>
              <a:t>Se define como un enfoque basado en procesos para la gestión de proyectos que proporciona un método escalable y de fácil adaptación para la gestión de todo tipo de proyectos. Cada proceso se define con sus entradas y salidas clave junto con los objetivos específicos a alcanzar y las actividades a realizar.</a:t>
            </a:r>
            <a:endParaRPr b="0"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8" name="Google Shape;478;g1360578f430_0_277"/>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PRINCE2</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g1360578f430_0_282"/>
          <p:cNvSpPr txBox="1"/>
          <p:nvPr/>
        </p:nvSpPr>
        <p:spPr>
          <a:xfrm>
            <a:off x="294125" y="1218600"/>
            <a:ext cx="8555400" cy="205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chemeClr val="dk1"/>
              </a:buClr>
              <a:buSzPts val="1800"/>
              <a:buFont typeface="Arial"/>
              <a:buNone/>
            </a:pPr>
            <a:r>
              <a:rPr b="1" i="0" lang="es-ES" sz="2300" u="none" cap="none" strike="noStrike">
                <a:solidFill>
                  <a:srgbClr val="818990"/>
                </a:solidFill>
                <a:latin typeface="Calibri"/>
                <a:ea typeface="Calibri"/>
                <a:cs typeface="Calibri"/>
                <a:sym typeface="Calibri"/>
              </a:rPr>
              <a:t>¿Qué es la metodología PRINCE2?</a:t>
            </a:r>
            <a:endParaRPr b="1" i="0" sz="2300" u="none" cap="none" strike="noStrike">
              <a:solidFill>
                <a:schemeClr val="dk1"/>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t/>
            </a:r>
            <a:endParaRPr b="0" i="0" sz="23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t/>
            </a:r>
            <a:endParaRPr b="0" i="0" sz="23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t/>
            </a:r>
            <a:endParaRPr b="0" i="0" sz="23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t/>
            </a:r>
            <a:endParaRPr b="0"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4" name="Google Shape;484;g1360578f430_0_282"/>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PRINCE2</a:t>
            </a:r>
            <a:endParaRPr b="0" i="0" sz="3000" u="none" cap="none" strike="noStrike">
              <a:solidFill>
                <a:srgbClr val="000000"/>
              </a:solidFill>
              <a:latin typeface="Arial"/>
              <a:ea typeface="Arial"/>
              <a:cs typeface="Arial"/>
              <a:sym typeface="Arial"/>
            </a:endParaRPr>
          </a:p>
        </p:txBody>
      </p:sp>
      <p:pic>
        <p:nvPicPr>
          <p:cNvPr id="485" name="Google Shape;485;g1360578f430_0_282"/>
          <p:cNvPicPr preferRelativeResize="0"/>
          <p:nvPr/>
        </p:nvPicPr>
        <p:blipFill rotWithShape="1">
          <a:blip r:embed="rId3">
            <a:alphaModFix/>
          </a:blip>
          <a:srcRect b="0" l="0" r="0" t="0"/>
          <a:stretch/>
        </p:blipFill>
        <p:spPr>
          <a:xfrm>
            <a:off x="1524625" y="1888775"/>
            <a:ext cx="6094400" cy="47349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g1360578f430_0_890"/>
          <p:cNvSpPr txBox="1"/>
          <p:nvPr>
            <p:ph type="title"/>
          </p:nvPr>
        </p:nvSpPr>
        <p:spPr>
          <a:xfrm>
            <a:off x="372684" y="4765714"/>
            <a:ext cx="2751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PRINCE 2</a:t>
            </a:r>
            <a:endParaRPr/>
          </a:p>
          <a:p>
            <a:pPr indent="0" lvl="0" marL="0" rtl="0" algn="l">
              <a:spcBef>
                <a:spcPts val="0"/>
              </a:spcBef>
              <a:spcAft>
                <a:spcPts val="0"/>
              </a:spcAft>
              <a:buNone/>
            </a:pPr>
            <a:r>
              <a:rPr lang="es-ES"/>
              <a:t>7 Procesos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g1360578f430_0_292"/>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7 Procesos</a:t>
            </a:r>
            <a:endParaRPr b="0" i="0" sz="3000" u="none" cap="none" strike="noStrike">
              <a:solidFill>
                <a:srgbClr val="000000"/>
              </a:solidFill>
              <a:latin typeface="Arial"/>
              <a:ea typeface="Arial"/>
              <a:cs typeface="Arial"/>
              <a:sym typeface="Arial"/>
            </a:endParaRPr>
          </a:p>
        </p:txBody>
      </p:sp>
      <p:sp>
        <p:nvSpPr>
          <p:cNvPr id="496" name="Google Shape;496;g1360578f430_0_292"/>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1. Puesta en marcha de un proyecto</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Cree un mandato de proyecto que incluya una breve explicación de los objetivos alcanzables y la necesidad del proyecto. Haga que se evalúe el mandato. Si se aprueba, cree un resumen del proyecto más detallado</a:t>
            </a:r>
            <a:endParaRPr b="0" i="0" sz="18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497" name="Google Shape;497;g1360578f430_0_292"/>
          <p:cNvPicPr preferRelativeResize="0"/>
          <p:nvPr/>
        </p:nvPicPr>
        <p:blipFill rotWithShape="1">
          <a:blip r:embed="rId3">
            <a:alphaModFix/>
          </a:blip>
          <a:srcRect b="0" l="0" r="0" t="0"/>
          <a:stretch/>
        </p:blipFill>
        <p:spPr>
          <a:xfrm>
            <a:off x="806263" y="3317523"/>
            <a:ext cx="7492325" cy="27269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g1360578f430_0_298"/>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7 Procesos</a:t>
            </a:r>
            <a:endParaRPr b="0" i="0" sz="3000" u="none" cap="none" strike="noStrike">
              <a:solidFill>
                <a:srgbClr val="000000"/>
              </a:solidFill>
              <a:latin typeface="Arial"/>
              <a:ea typeface="Arial"/>
              <a:cs typeface="Arial"/>
              <a:sym typeface="Arial"/>
            </a:endParaRPr>
          </a:p>
        </p:txBody>
      </p:sp>
      <p:sp>
        <p:nvSpPr>
          <p:cNvPr id="503" name="Google Shape;503;g1360578f430_0_298"/>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2. Dirigir un proyecto</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La junta del proyecto analiza el resumen ampliado del proyecto. Si se aprueba, identifican todos los recursos necesarios y los delegan en el director del proyecto.</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Autorizar iniciación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Autoriza el proyecto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Autorizar etapa o plan de ejecución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Proporcionar dirección ad hoc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Autorizar el cierre del proyecto</a:t>
            </a:r>
            <a:endParaRPr b="0" i="0" sz="18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504" name="Google Shape;504;g1360578f430_0_298"/>
          <p:cNvPicPr preferRelativeResize="0"/>
          <p:nvPr/>
        </p:nvPicPr>
        <p:blipFill rotWithShape="1">
          <a:blip r:embed="rId3">
            <a:alphaModFix/>
          </a:blip>
          <a:srcRect b="0" l="0" r="0" t="0"/>
          <a:stretch/>
        </p:blipFill>
        <p:spPr>
          <a:xfrm>
            <a:off x="4389025" y="3809275"/>
            <a:ext cx="3953950" cy="24717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g1360578f430_0_304"/>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7 Procesos</a:t>
            </a:r>
            <a:endParaRPr b="0" i="0" sz="3000" u="none" cap="none" strike="noStrike">
              <a:solidFill>
                <a:srgbClr val="000000"/>
              </a:solidFill>
              <a:latin typeface="Arial"/>
              <a:ea typeface="Arial"/>
              <a:cs typeface="Arial"/>
              <a:sym typeface="Arial"/>
            </a:endParaRPr>
          </a:p>
        </p:txBody>
      </p:sp>
      <p:sp>
        <p:nvSpPr>
          <p:cNvPr id="510" name="Google Shape;510;g1360578f430_0_304"/>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3. Iniciar un proyecto </a:t>
            </a:r>
            <a:endParaRPr b="0" i="0" sz="1350" u="none" cap="none" strike="noStrike">
              <a:solidFill>
                <a:srgbClr val="252525"/>
              </a:solidFill>
              <a:latin typeface="Roboto"/>
              <a:ea typeface="Roboto"/>
              <a:cs typeface="Roboto"/>
              <a:sym typeface="Roboto"/>
            </a:endParaRPr>
          </a:p>
          <a:p>
            <a:pPr indent="0" lvl="0" marL="0" marR="0" rtl="0" algn="just">
              <a:lnSpc>
                <a:spcPct val="90000"/>
              </a:lnSpc>
              <a:spcBef>
                <a:spcPts val="0"/>
              </a:spcBef>
              <a:spcAft>
                <a:spcPts val="0"/>
              </a:spcAft>
              <a:buClr>
                <a:schemeClr val="dk1"/>
              </a:buClr>
              <a:buSzPts val="1100"/>
              <a:buFont typeface="Arial"/>
              <a:buNone/>
            </a:pPr>
            <a:r>
              <a:t/>
            </a:r>
            <a:endParaRPr b="0" i="0" sz="1350" u="none" cap="none" strike="noStrike">
              <a:solidFill>
                <a:srgbClr val="252525"/>
              </a:solidFill>
              <a:latin typeface="Roboto"/>
              <a:ea typeface="Roboto"/>
              <a:cs typeface="Roboto"/>
              <a:sym typeface="Roboto"/>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El director del proyecto crea un plan y un cronograma para el proyecto. Incluyen puntos de control para seis objetivos: tiempo, costo, calidad, alcance, riesgo y beneficios.</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El fracaso y el éxito de un proyecto están relacionados directamente con el nivel de planificación que se realizó. Las actividades de este paso incluyen lo siguiente:</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Acordar las necesidades de adaptación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Preparar el enfoque de gestión de riesgos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Preparar el enfoque de control de cambios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Preparar el enfoque de gestión de la calidad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Preparar el enfoque de gestión de la comunicación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Establecer controles del proyecto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Crear un plan de proyecto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Formular el enfoque de gestión de beneficios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Recopilar el PID o la documentación de inicio del proyecto</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g1360578f430_0_309"/>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7 Procesos</a:t>
            </a:r>
            <a:endParaRPr b="0" i="0" sz="3000" u="none" cap="none" strike="noStrike">
              <a:solidFill>
                <a:srgbClr val="000000"/>
              </a:solidFill>
              <a:latin typeface="Arial"/>
              <a:ea typeface="Arial"/>
              <a:cs typeface="Arial"/>
              <a:sym typeface="Arial"/>
            </a:endParaRPr>
          </a:p>
        </p:txBody>
      </p:sp>
      <p:sp>
        <p:nvSpPr>
          <p:cNvPr id="516" name="Google Shape;516;g1360578f430_0_309"/>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4. Control de un proyecto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Divida el proyecto en tareas más pequeñas y asígnelas al director del equipo y al equipo del proyecto. El director del proyecto supervisará el progreso y realizará los cambios necesarios.</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Autorizar un paquete de trabajo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Revisar el estado del paquete de trabajo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Obtenga paquetes de trabajo completos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Revisar el estado de la etapa de gestión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Aspectos destacados del informe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Evaluar y capturar problemas y riesgos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Escalar riesgos y problemas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Tomar acción correctiva</a:t>
            </a:r>
            <a:endParaRPr b="0" i="0" sz="18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517" name="Google Shape;517;g1360578f430_0_309"/>
          <p:cNvPicPr preferRelativeResize="0"/>
          <p:nvPr/>
        </p:nvPicPr>
        <p:blipFill rotWithShape="1">
          <a:blip r:embed="rId3">
            <a:alphaModFix/>
          </a:blip>
          <a:srcRect b="0" l="0" r="0" t="0"/>
          <a:stretch/>
        </p:blipFill>
        <p:spPr>
          <a:xfrm>
            <a:off x="4642975" y="3893429"/>
            <a:ext cx="4002176" cy="22921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g1360578f430_0_315"/>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7 Procesos</a:t>
            </a:r>
            <a:endParaRPr b="0" i="0" sz="3000" u="none" cap="none" strike="noStrike">
              <a:solidFill>
                <a:srgbClr val="000000"/>
              </a:solidFill>
              <a:latin typeface="Arial"/>
              <a:ea typeface="Arial"/>
              <a:cs typeface="Arial"/>
              <a:sym typeface="Arial"/>
            </a:endParaRPr>
          </a:p>
        </p:txBody>
      </p:sp>
      <p:sp>
        <p:nvSpPr>
          <p:cNvPr id="523" name="Google Shape;523;g1360578f430_0_315"/>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5. Gestión de la entrega de productos </a:t>
            </a:r>
            <a:endParaRPr b="0" i="0" sz="1350" u="none" cap="none" strike="noStrike">
              <a:solidFill>
                <a:srgbClr val="252525"/>
              </a:solidFill>
              <a:latin typeface="Roboto"/>
              <a:ea typeface="Roboto"/>
              <a:cs typeface="Roboto"/>
              <a:sym typeface="Roboto"/>
            </a:endParaRPr>
          </a:p>
          <a:p>
            <a:pPr indent="0" lvl="0" marL="0" marR="0" rtl="0" algn="just">
              <a:lnSpc>
                <a:spcPct val="90000"/>
              </a:lnSpc>
              <a:spcBef>
                <a:spcPts val="0"/>
              </a:spcBef>
              <a:spcAft>
                <a:spcPts val="0"/>
              </a:spcAft>
              <a:buClr>
                <a:schemeClr val="dk1"/>
              </a:buClr>
              <a:buSzPts val="1100"/>
              <a:buFont typeface="Arial"/>
              <a:buNone/>
            </a:pPr>
            <a:r>
              <a:t/>
            </a:r>
            <a:endParaRPr b="0" i="0" sz="1350" u="none" cap="none" strike="noStrike">
              <a:solidFill>
                <a:srgbClr val="252525"/>
              </a:solidFill>
              <a:latin typeface="Roboto"/>
              <a:ea typeface="Roboto"/>
              <a:cs typeface="Roboto"/>
              <a:sym typeface="Roboto"/>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Compare el progreso del proyecto con el resumen del proyecto original. Revise las tareas del proyecto completadas. Luego, la junta del proyecto dará su aprobación.</a:t>
            </a:r>
            <a:endParaRPr b="0" i="0" sz="1800" u="none" cap="none" strike="noStrike">
              <a:solidFill>
                <a:srgbClr val="818990"/>
              </a:solidFill>
              <a:latin typeface="Calibri"/>
              <a:ea typeface="Calibri"/>
              <a:cs typeface="Calibri"/>
              <a:sym typeface="Calibri"/>
            </a:endParaRPr>
          </a:p>
          <a:p>
            <a:pPr indent="0" lvl="0" marL="50760" marR="0" rtl="0" algn="just">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Esta etapa se enfoca en la entrega del servicio o producto final de un proyecto. Lo realiza principalmente el director del equipo, el director técnico, quien transfiere los informes y el proyecto al director del proyecto. Tres actividades principales en este proceso son las siguientes:</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1001"/>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Aceptar un paquete de trabajo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Realizar un paquete de trabajo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Envía un paquete de trabajo</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1360578f430_0_320"/>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7 Procesos</a:t>
            </a:r>
            <a:endParaRPr b="0" i="0" sz="3000" u="none" cap="none" strike="noStrike">
              <a:solidFill>
                <a:srgbClr val="000000"/>
              </a:solidFill>
              <a:latin typeface="Arial"/>
              <a:ea typeface="Arial"/>
              <a:cs typeface="Arial"/>
              <a:sym typeface="Arial"/>
            </a:endParaRPr>
          </a:p>
        </p:txBody>
      </p:sp>
      <p:sp>
        <p:nvSpPr>
          <p:cNvPr id="529" name="Google Shape;529;g1360578f430_0_320"/>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6. Gestión de los límites de las etapas</a:t>
            </a:r>
            <a:r>
              <a:rPr b="0" i="0" lang="es-ES" sz="1350" u="none" cap="none" strike="noStrike">
                <a:solidFill>
                  <a:srgbClr val="252525"/>
                </a:solidFill>
                <a:latin typeface="Roboto"/>
                <a:ea typeface="Roboto"/>
                <a:cs typeface="Roboto"/>
                <a:sym typeface="Roboto"/>
              </a:rPr>
              <a:t> </a:t>
            </a:r>
            <a:endParaRPr b="0" i="0" sz="1350" u="none" cap="none" strike="noStrike">
              <a:solidFill>
                <a:srgbClr val="252525"/>
              </a:solidFill>
              <a:latin typeface="Roboto"/>
              <a:ea typeface="Roboto"/>
              <a:cs typeface="Roboto"/>
              <a:sym typeface="Roboto"/>
            </a:endParaRPr>
          </a:p>
          <a:p>
            <a:pPr indent="0" lvl="0" marL="0" marR="0" rtl="0" algn="just">
              <a:lnSpc>
                <a:spcPct val="90000"/>
              </a:lnSpc>
              <a:spcBef>
                <a:spcPts val="0"/>
              </a:spcBef>
              <a:spcAft>
                <a:spcPts val="0"/>
              </a:spcAft>
              <a:buClr>
                <a:schemeClr val="dk1"/>
              </a:buClr>
              <a:buSzPts val="1100"/>
              <a:buFont typeface="Arial"/>
              <a:buNone/>
            </a:pPr>
            <a:r>
              <a:t/>
            </a:r>
            <a:endParaRPr b="0" i="0" sz="1350" u="none" cap="none" strike="noStrike">
              <a:solidFill>
                <a:srgbClr val="252525"/>
              </a:solidFill>
              <a:latin typeface="Roboto"/>
              <a:ea typeface="Roboto"/>
              <a:cs typeface="Roboto"/>
              <a:sym typeface="Roboto"/>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La junta del proyecto y el gerente revisan cada etapa del proyecto para verificar la calidad y el cumplimiento del plan. La revisión es una oportunidad para que la junta del proyecto decida pasar a la siguiente etapa del proyecto o pausar el progreso por completo.</a:t>
            </a:r>
            <a:endParaRPr b="0" i="0" sz="18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just">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A medida que se acerca la etapa de gestión, aparece este procedimiento. Es necesario para que una junta de proyecto pueda revisar el éxito de la etapa actual y aprobar la etapa siguiente. En los límites estatales, el PID se actualiza y la mayoría de los documentos del proyecto se confirman y revisan. Las actividades realizadas por el director del proyecto son las siguientes: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1001"/>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Planificación de la siguiente etapa de gestión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Actualización del plan del proyecto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Actualización de un caso de negocio Informe Etapa de gestión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Creación de un plan de excepción</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0" lvl="0" marL="50760" marR="0" rtl="0" algn="just">
              <a:lnSpc>
                <a:spcPct val="90000"/>
              </a:lnSpc>
              <a:spcBef>
                <a:spcPts val="1001"/>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g1360578f430_0_325"/>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7 Procesos</a:t>
            </a:r>
            <a:endParaRPr b="0" i="0" sz="3000" u="none" cap="none" strike="noStrike">
              <a:solidFill>
                <a:srgbClr val="000000"/>
              </a:solidFill>
              <a:latin typeface="Arial"/>
              <a:ea typeface="Arial"/>
              <a:cs typeface="Arial"/>
              <a:sym typeface="Arial"/>
            </a:endParaRPr>
          </a:p>
        </p:txBody>
      </p:sp>
      <p:sp>
        <p:nvSpPr>
          <p:cNvPr id="535" name="Google Shape;535;g1360578f430_0_325"/>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7. Cierre de un proyecto</a:t>
            </a:r>
            <a:endParaRPr b="0" i="0" sz="1350" u="none" cap="none" strike="noStrike">
              <a:solidFill>
                <a:srgbClr val="252525"/>
              </a:solidFill>
              <a:latin typeface="Roboto"/>
              <a:ea typeface="Roboto"/>
              <a:cs typeface="Roboto"/>
              <a:sym typeface="Roboto"/>
            </a:endParaRPr>
          </a:p>
          <a:p>
            <a:pPr indent="0" lvl="0" marL="0" marR="0" rtl="0" algn="just">
              <a:lnSpc>
                <a:spcPct val="90000"/>
              </a:lnSpc>
              <a:spcBef>
                <a:spcPts val="0"/>
              </a:spcBef>
              <a:spcAft>
                <a:spcPts val="0"/>
              </a:spcAft>
              <a:buClr>
                <a:schemeClr val="dk1"/>
              </a:buClr>
              <a:buSzPts val="1100"/>
              <a:buFont typeface="Arial"/>
              <a:buNone/>
            </a:pPr>
            <a:r>
              <a:t/>
            </a:r>
            <a:endParaRPr b="0" i="0" sz="1350" u="none" cap="none" strike="noStrike">
              <a:solidFill>
                <a:srgbClr val="252525"/>
              </a:solidFill>
              <a:latin typeface="Roboto"/>
              <a:ea typeface="Roboto"/>
              <a:cs typeface="Roboto"/>
              <a:sym typeface="Roboto"/>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La junta del proyecto dará la aprobación final una vez que se cumplan los entregables. El director del proyecto completará la documentación y los informes restantes.</a:t>
            </a:r>
            <a:endParaRPr b="0" i="0" sz="18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just">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Un proyecto es un esfuerzo provisional. Tiene un principio y un final. Los trabajos de cierre de proyectos son muy pequeños y visibles para la alta dirección; por lo tanto, tienen un papel importante en el éxito del proyecto. Las cinco actividades en el proceso de Cierre de un proyecto son las siguientes: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1001"/>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Preparar el cierre planificado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Preparar el cierre prematuro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Entregar los productos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Evaluar el proyecto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Recomendar el cierre del proyecto</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536" name="Google Shape;536;g1360578f430_0_325"/>
          <p:cNvPicPr preferRelativeResize="0"/>
          <p:nvPr/>
        </p:nvPicPr>
        <p:blipFill rotWithShape="1">
          <a:blip r:embed="rId3">
            <a:alphaModFix/>
          </a:blip>
          <a:srcRect b="0" l="0" r="0" t="0"/>
          <a:stretch/>
        </p:blipFill>
        <p:spPr>
          <a:xfrm>
            <a:off x="4323550" y="4092225"/>
            <a:ext cx="4067926" cy="24536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g1360578f430_0_894"/>
          <p:cNvSpPr txBox="1"/>
          <p:nvPr>
            <p:ph type="title"/>
          </p:nvPr>
        </p:nvSpPr>
        <p:spPr>
          <a:xfrm>
            <a:off x="372684" y="4765714"/>
            <a:ext cx="2751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PRINCE 2</a:t>
            </a:r>
            <a:endParaRPr/>
          </a:p>
          <a:p>
            <a:pPr indent="0" lvl="0" marL="0" rtl="0" algn="l">
              <a:spcBef>
                <a:spcPts val="0"/>
              </a:spcBef>
              <a:spcAft>
                <a:spcPts val="0"/>
              </a:spcAft>
              <a:buNone/>
            </a:pPr>
            <a:r>
              <a:rPr lang="es-ES"/>
              <a:t>Principios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g1360578f430_0_335"/>
          <p:cNvSpPr txBox="1"/>
          <p:nvPr/>
        </p:nvSpPr>
        <p:spPr>
          <a:xfrm>
            <a:off x="294125" y="1218600"/>
            <a:ext cx="8555400" cy="205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chemeClr val="dk1"/>
              </a:buClr>
              <a:buSzPts val="1800"/>
              <a:buFont typeface="Arial"/>
              <a:buNone/>
            </a:pPr>
            <a:r>
              <a:rPr b="1" i="0" lang="es-ES" sz="2300" u="none" cap="none" strike="noStrike">
                <a:solidFill>
                  <a:srgbClr val="818990"/>
                </a:solidFill>
                <a:latin typeface="Calibri"/>
                <a:ea typeface="Calibri"/>
                <a:cs typeface="Calibri"/>
                <a:sym typeface="Calibri"/>
              </a:rPr>
              <a:t>PRINCE2: Principios</a:t>
            </a:r>
            <a:endParaRPr b="1" i="0" sz="2300" u="none" cap="none" strike="noStrike">
              <a:solidFill>
                <a:schemeClr val="dk1"/>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rPr b="0" i="0" lang="es-ES" sz="2300" u="none" cap="none" strike="noStrike">
                <a:solidFill>
                  <a:srgbClr val="818990"/>
                </a:solidFill>
                <a:latin typeface="Calibri"/>
                <a:ea typeface="Calibri"/>
                <a:cs typeface="Calibri"/>
                <a:sym typeface="Calibri"/>
              </a:rPr>
              <a:t>1. Los proyectos deben tener una justificación comercial. Cada proyecto de cliente debe tener una necesidad clara, un cliente definido, beneficios realistas y una evaluación de costos detallada.</a:t>
            </a:r>
            <a:endParaRPr b="0" i="0" sz="23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chemeClr val="dk1"/>
              </a:buClr>
              <a:buSzPts val="1100"/>
              <a:buFont typeface="Arial"/>
              <a:buNone/>
            </a:pPr>
            <a:r>
              <a:t/>
            </a:r>
            <a:endParaRPr b="0" i="0" sz="23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chemeClr val="dk1"/>
              </a:buClr>
              <a:buSzPts val="1100"/>
              <a:buFont typeface="Arial"/>
              <a:buNone/>
            </a:pPr>
            <a:r>
              <a:rPr b="0" i="0" lang="es-ES" sz="2300" u="none" cap="none" strike="noStrike">
                <a:solidFill>
                  <a:srgbClr val="818990"/>
                </a:solidFill>
                <a:latin typeface="Calibri"/>
                <a:ea typeface="Calibri"/>
                <a:cs typeface="Calibri"/>
                <a:sym typeface="Calibri"/>
              </a:rPr>
              <a:t>2. Los equipos deben aprender de cada etapa. Las lecciones se buscan y registran en cada paso del proceso PRINCE2 y luego se utilizan para mejorar el trabajo futuro.</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7" name="Google Shape;547;g1360578f430_0_335"/>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PRINCE2</a:t>
            </a:r>
            <a:endParaRPr b="0" i="0" sz="3000" u="none" cap="none" strike="noStrike">
              <a:solidFill>
                <a:srgbClr val="000000"/>
              </a:solidFill>
              <a:latin typeface="Arial"/>
              <a:ea typeface="Arial"/>
              <a:cs typeface="Arial"/>
              <a:sym typeface="Arial"/>
            </a:endParaRPr>
          </a:p>
        </p:txBody>
      </p:sp>
      <p:pic>
        <p:nvPicPr>
          <p:cNvPr id="548" name="Google Shape;548;g1360578f430_0_335"/>
          <p:cNvPicPr preferRelativeResize="0"/>
          <p:nvPr/>
        </p:nvPicPr>
        <p:blipFill rotWithShape="1">
          <a:blip r:embed="rId3">
            <a:alphaModFix/>
          </a:blip>
          <a:srcRect b="0" l="0" r="0" t="0"/>
          <a:stretch/>
        </p:blipFill>
        <p:spPr>
          <a:xfrm>
            <a:off x="3806875" y="4217975"/>
            <a:ext cx="4340374" cy="23561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1360578f430_0_341"/>
          <p:cNvSpPr txBox="1"/>
          <p:nvPr/>
        </p:nvSpPr>
        <p:spPr>
          <a:xfrm>
            <a:off x="294125" y="1218600"/>
            <a:ext cx="8555400" cy="205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chemeClr val="dk1"/>
              </a:buClr>
              <a:buSzPts val="1800"/>
              <a:buFont typeface="Arial"/>
              <a:buNone/>
            </a:pPr>
            <a:r>
              <a:rPr b="1" i="0" lang="es-ES" sz="2300" u="none" cap="none" strike="noStrike">
                <a:solidFill>
                  <a:srgbClr val="818990"/>
                </a:solidFill>
                <a:latin typeface="Calibri"/>
                <a:ea typeface="Calibri"/>
                <a:cs typeface="Calibri"/>
                <a:sym typeface="Calibri"/>
              </a:rPr>
              <a:t>PRINCE2: Principios</a:t>
            </a:r>
            <a:endParaRPr b="1" i="0" sz="2300" u="none" cap="none" strike="noStrike">
              <a:solidFill>
                <a:schemeClr val="dk1"/>
              </a:solidFill>
              <a:latin typeface="Calibri"/>
              <a:ea typeface="Calibri"/>
              <a:cs typeface="Calibri"/>
              <a:sym typeface="Calibri"/>
            </a:endParaRPr>
          </a:p>
          <a:p>
            <a:pPr indent="0" lvl="0" marL="0" marR="0" rtl="0" algn="just">
              <a:lnSpc>
                <a:spcPct val="90000"/>
              </a:lnSpc>
              <a:spcBef>
                <a:spcPts val="1001"/>
              </a:spcBef>
              <a:spcAft>
                <a:spcPts val="0"/>
              </a:spcAft>
              <a:buClr>
                <a:schemeClr val="dk1"/>
              </a:buClr>
              <a:buSzPts val="1100"/>
              <a:buFont typeface="Arial"/>
              <a:buNone/>
            </a:pPr>
            <a:r>
              <a:rPr b="0" i="0" lang="es-ES" sz="2300" u="none" cap="none" strike="noStrike">
                <a:solidFill>
                  <a:srgbClr val="818990"/>
                </a:solidFill>
                <a:latin typeface="Calibri"/>
                <a:ea typeface="Calibri"/>
                <a:cs typeface="Calibri"/>
                <a:sym typeface="Calibri"/>
              </a:rPr>
              <a:t>3. Los roles y responsabilidades están claramente definidos. Todos deben saber exactamente de qué son responsables y de qué son responsables sus compañeros de equipo.</a:t>
            </a:r>
            <a:endParaRPr b="0" i="0" sz="23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chemeClr val="dk1"/>
              </a:buClr>
              <a:buSzPts val="1100"/>
              <a:buFont typeface="Arial"/>
              <a:buNone/>
            </a:pPr>
            <a:r>
              <a:t/>
            </a:r>
            <a:endParaRPr b="0" i="0" sz="23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chemeClr val="dk1"/>
              </a:buClr>
              <a:buSzPts val="1100"/>
              <a:buFont typeface="Arial"/>
              <a:buNone/>
            </a:pPr>
            <a:r>
              <a:rPr b="0" i="0" lang="es-ES" sz="2300" u="none" cap="none" strike="noStrike">
                <a:solidFill>
                  <a:srgbClr val="818990"/>
                </a:solidFill>
                <a:latin typeface="Calibri"/>
                <a:ea typeface="Calibri"/>
                <a:cs typeface="Calibri"/>
                <a:sym typeface="Calibri"/>
              </a:rPr>
              <a:t>4. El trabajo se planifica por etapas. Los proyectos de PRINCE2 se dividen en fases de trabajo individuales, con revisiones periódicas para registrar las lecciones aprendidas y confirmar que el proyecto todavía está en camino de cumplir con los requisitos.</a:t>
            </a:r>
            <a:endParaRPr b="0" i="0" sz="23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chemeClr val="dk1"/>
              </a:buClr>
              <a:buSzPts val="1100"/>
              <a:buFont typeface="Arial"/>
              <a:buNone/>
            </a:pPr>
            <a:r>
              <a:t/>
            </a:r>
            <a:endParaRPr b="0" i="0" sz="23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4" name="Google Shape;554;g1360578f430_0_341"/>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PRINCE2</a:t>
            </a:r>
            <a:endParaRPr b="0" i="0" sz="3000" u="none" cap="none" strike="noStrike">
              <a:solidFill>
                <a:srgbClr val="000000"/>
              </a:solidFill>
              <a:latin typeface="Arial"/>
              <a:ea typeface="Arial"/>
              <a:cs typeface="Arial"/>
              <a:sym typeface="Arial"/>
            </a:endParaRPr>
          </a:p>
        </p:txBody>
      </p:sp>
      <p:pic>
        <p:nvPicPr>
          <p:cNvPr id="555" name="Google Shape;555;g1360578f430_0_341"/>
          <p:cNvPicPr preferRelativeResize="0"/>
          <p:nvPr/>
        </p:nvPicPr>
        <p:blipFill rotWithShape="1">
          <a:blip r:embed="rId3">
            <a:alphaModFix/>
          </a:blip>
          <a:srcRect b="0" l="0" r="0" t="0"/>
          <a:stretch/>
        </p:blipFill>
        <p:spPr>
          <a:xfrm>
            <a:off x="3543475" y="4618200"/>
            <a:ext cx="2057047" cy="205920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g1360578f430_0_347"/>
          <p:cNvSpPr txBox="1"/>
          <p:nvPr/>
        </p:nvSpPr>
        <p:spPr>
          <a:xfrm>
            <a:off x="294125" y="1218600"/>
            <a:ext cx="8555400" cy="205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chemeClr val="dk1"/>
              </a:buClr>
              <a:buSzPts val="1800"/>
              <a:buFont typeface="Arial"/>
              <a:buNone/>
            </a:pPr>
            <a:r>
              <a:rPr b="1" i="0" lang="es-ES" sz="2300" u="none" cap="none" strike="noStrike">
                <a:solidFill>
                  <a:srgbClr val="818990"/>
                </a:solidFill>
                <a:latin typeface="Calibri"/>
                <a:ea typeface="Calibri"/>
                <a:cs typeface="Calibri"/>
                <a:sym typeface="Calibri"/>
              </a:rPr>
              <a:t>PRINCE2: Principios</a:t>
            </a:r>
            <a:endParaRPr b="1" i="0" sz="2300" u="none" cap="none" strike="noStrike">
              <a:solidFill>
                <a:schemeClr val="dk1"/>
              </a:solidFill>
              <a:latin typeface="Calibri"/>
              <a:ea typeface="Calibri"/>
              <a:cs typeface="Calibri"/>
              <a:sym typeface="Calibri"/>
            </a:endParaRPr>
          </a:p>
          <a:p>
            <a:pPr indent="0" lvl="0" marL="0" marR="0" rtl="0" algn="just">
              <a:lnSpc>
                <a:spcPct val="90000"/>
              </a:lnSpc>
              <a:spcBef>
                <a:spcPts val="1001"/>
              </a:spcBef>
              <a:spcAft>
                <a:spcPts val="0"/>
              </a:spcAft>
              <a:buClr>
                <a:schemeClr val="dk1"/>
              </a:buClr>
              <a:buSzPts val="1100"/>
              <a:buFont typeface="Arial"/>
              <a:buNone/>
            </a:pPr>
            <a:r>
              <a:rPr b="0" i="0" lang="es-ES" sz="2300" u="none" cap="none" strike="noStrike">
                <a:solidFill>
                  <a:srgbClr val="818990"/>
                </a:solidFill>
                <a:latin typeface="Calibri"/>
                <a:ea typeface="Calibri"/>
                <a:cs typeface="Calibri"/>
                <a:sym typeface="Calibri"/>
              </a:rPr>
              <a:t>5. Las juntas de proyectos "administran por excepción". Dado que los miembros de la junta son generalmente altos ejecutivos que no tienen tiempo para administrar las actividades diarias de un proyecto, establecen requisitos básicos para cosas como tiempo, costo, riesgo y alcance, y luego delegan la supervisión diaria al gerente del proyecto. El director del proyecto tiene la autoridad para volver a encarrilar el proyecto si se retrasa o se excede del presupuesto. Pero si surgen problemas que afectarán los requisitos establecidos, eso es una "excepción" y la junta del proyecto decide la mejor manera de proceder.</a:t>
            </a:r>
            <a:endParaRPr b="0" i="0" sz="23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chemeClr val="dk1"/>
              </a:buClr>
              <a:buSzPts val="1100"/>
              <a:buFont typeface="Arial"/>
              <a:buNone/>
            </a:pPr>
            <a:r>
              <a:t/>
            </a:r>
            <a:endParaRPr b="0" i="0" sz="23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1" name="Google Shape;561;g1360578f430_0_347"/>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PRINCE2</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g1360578f430_0_352"/>
          <p:cNvSpPr txBox="1"/>
          <p:nvPr/>
        </p:nvSpPr>
        <p:spPr>
          <a:xfrm>
            <a:off x="294125" y="1218600"/>
            <a:ext cx="8555400" cy="205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chemeClr val="dk1"/>
              </a:buClr>
              <a:buSzPts val="1800"/>
              <a:buFont typeface="Arial"/>
              <a:buNone/>
            </a:pPr>
            <a:r>
              <a:rPr b="1" i="0" lang="es-ES" sz="2300" u="none" cap="none" strike="noStrike">
                <a:solidFill>
                  <a:srgbClr val="818990"/>
                </a:solidFill>
                <a:latin typeface="Calibri"/>
                <a:ea typeface="Calibri"/>
                <a:cs typeface="Calibri"/>
                <a:sym typeface="Calibri"/>
              </a:rPr>
              <a:t>PRINCE2: Principios</a:t>
            </a:r>
            <a:endParaRPr b="1" i="0" sz="2300" u="none" cap="none" strike="noStrike">
              <a:solidFill>
                <a:schemeClr val="dk1"/>
              </a:solidFill>
              <a:latin typeface="Calibri"/>
              <a:ea typeface="Calibri"/>
              <a:cs typeface="Calibri"/>
              <a:sym typeface="Calibri"/>
            </a:endParaRPr>
          </a:p>
          <a:p>
            <a:pPr indent="0" lvl="0" marL="0" marR="0" rtl="0" algn="just">
              <a:lnSpc>
                <a:spcPct val="90000"/>
              </a:lnSpc>
              <a:spcBef>
                <a:spcPts val="1001"/>
              </a:spcBef>
              <a:spcAft>
                <a:spcPts val="0"/>
              </a:spcAft>
              <a:buClr>
                <a:schemeClr val="dk1"/>
              </a:buClr>
              <a:buSzPts val="1100"/>
              <a:buFont typeface="Arial"/>
              <a:buNone/>
            </a:pPr>
            <a:r>
              <a:rPr b="0" i="0" lang="es-ES" sz="2300" u="none" cap="none" strike="noStrike">
                <a:solidFill>
                  <a:srgbClr val="818990"/>
                </a:solidFill>
                <a:latin typeface="Calibri"/>
                <a:ea typeface="Calibri"/>
                <a:cs typeface="Calibri"/>
                <a:sym typeface="Calibri"/>
              </a:rPr>
              <a:t>6. Los equipos mantienen un enfoque constante en la calidad. Los entregables se verifican continuamente con los requisitos mediante el uso de un registro de calidad.</a:t>
            </a:r>
            <a:endParaRPr b="0" i="0" sz="23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chemeClr val="dk1"/>
              </a:buClr>
              <a:buSzPts val="1100"/>
              <a:buFont typeface="Arial"/>
              <a:buNone/>
            </a:pPr>
            <a:r>
              <a:t/>
            </a:r>
            <a:endParaRPr b="0" i="0" sz="23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rPr b="0" i="0" lang="es-ES" sz="2300" u="none" cap="none" strike="noStrike">
                <a:solidFill>
                  <a:srgbClr val="818990"/>
                </a:solidFill>
                <a:latin typeface="Calibri"/>
                <a:ea typeface="Calibri"/>
                <a:cs typeface="Calibri"/>
                <a:sym typeface="Calibri"/>
              </a:rPr>
              <a:t>7. El enfoque se adapta a cada proyecto. El método PRINCE2 en sí debe ajustarse para adaptarse a las necesidades de cada proyecto de cliente, cambiando la cantidad de supervisión y planificación para adaptarse al tamaño del proyecto, número de personas involucradas, delegación de paquetes de trabajo, etc.</a:t>
            </a:r>
            <a:endParaRPr b="0" i="0" sz="23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7" name="Google Shape;567;g1360578f430_0_352"/>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PRINCE2</a:t>
            </a:r>
            <a:endParaRPr b="0" i="0" sz="3000" u="none" cap="none" strike="noStrike">
              <a:solidFill>
                <a:srgbClr val="000000"/>
              </a:solidFill>
              <a:latin typeface="Arial"/>
              <a:ea typeface="Arial"/>
              <a:cs typeface="Arial"/>
              <a:sym typeface="Arial"/>
            </a:endParaRPr>
          </a:p>
        </p:txBody>
      </p:sp>
      <p:pic>
        <p:nvPicPr>
          <p:cNvPr id="568" name="Google Shape;568;g1360578f430_0_352"/>
          <p:cNvPicPr preferRelativeResize="0"/>
          <p:nvPr/>
        </p:nvPicPr>
        <p:blipFill rotWithShape="1">
          <a:blip r:embed="rId3">
            <a:alphaModFix/>
          </a:blip>
          <a:srcRect b="0" l="0" r="0" t="0"/>
          <a:stretch/>
        </p:blipFill>
        <p:spPr>
          <a:xfrm>
            <a:off x="2772725" y="4841525"/>
            <a:ext cx="3598200" cy="18923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1360578f430_0_898"/>
          <p:cNvSpPr txBox="1"/>
          <p:nvPr>
            <p:ph type="title"/>
          </p:nvPr>
        </p:nvSpPr>
        <p:spPr>
          <a:xfrm>
            <a:off x="372684" y="4765714"/>
            <a:ext cx="2751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PRINCE 2</a:t>
            </a:r>
            <a:endParaRPr/>
          </a:p>
          <a:p>
            <a:pPr indent="0" lvl="0" marL="0" rtl="0" algn="l">
              <a:spcBef>
                <a:spcPts val="0"/>
              </a:spcBef>
              <a:spcAft>
                <a:spcPts val="0"/>
              </a:spcAft>
              <a:buNone/>
            </a:pPr>
            <a:r>
              <a:rPr lang="es-ES"/>
              <a:t>7 Roles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g1360578f430_0_362"/>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7 Roles</a:t>
            </a:r>
            <a:endParaRPr b="0" i="0" sz="3000" u="none" cap="none" strike="noStrike">
              <a:solidFill>
                <a:srgbClr val="000000"/>
              </a:solidFill>
              <a:latin typeface="Arial"/>
              <a:ea typeface="Arial"/>
              <a:cs typeface="Arial"/>
              <a:sym typeface="Arial"/>
            </a:endParaRPr>
          </a:p>
        </p:txBody>
      </p:sp>
      <p:sp>
        <p:nvSpPr>
          <p:cNvPr id="579" name="Google Shape;579;g1360578f430_0_362"/>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PRINCE2: Roles</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Hay 3 funciones principales para PRINCE2: </a:t>
            </a:r>
            <a:r>
              <a:rPr b="1" i="1" lang="es-ES" sz="1900" u="none" cap="none" strike="noStrike">
                <a:solidFill>
                  <a:srgbClr val="818990"/>
                </a:solidFill>
                <a:latin typeface="Calibri"/>
                <a:ea typeface="Calibri"/>
                <a:cs typeface="Calibri"/>
                <a:sym typeface="Calibri"/>
              </a:rPr>
              <a:t>la junta del proyecto, el director del proyecto y el equipo del proyecto.</a:t>
            </a:r>
            <a:r>
              <a:rPr b="0" i="0" lang="es-ES" sz="1800" u="none" cap="none" strike="noStrike">
                <a:solidFill>
                  <a:srgbClr val="818990"/>
                </a:solidFill>
                <a:latin typeface="Calibri"/>
                <a:ea typeface="Calibri"/>
                <a:cs typeface="Calibri"/>
                <a:sym typeface="Calibri"/>
              </a:rPr>
              <a:t> Pero hay muchas funciones complementarias que ayudan a garantizar que se cumplan los requisitos y estándares y que el trabajo se desarrolle sin problemas.</a:t>
            </a:r>
            <a:endParaRPr b="0" i="0" sz="18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580" name="Google Shape;580;g1360578f430_0_362"/>
          <p:cNvPicPr preferRelativeResize="0"/>
          <p:nvPr/>
        </p:nvPicPr>
        <p:blipFill rotWithShape="1">
          <a:blip r:embed="rId3">
            <a:alphaModFix/>
          </a:blip>
          <a:srcRect b="0" l="0" r="0" t="0"/>
          <a:stretch/>
        </p:blipFill>
        <p:spPr>
          <a:xfrm>
            <a:off x="2246800" y="3252550"/>
            <a:ext cx="4650400" cy="339667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g1360578f430_0_368"/>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7 Roles</a:t>
            </a:r>
            <a:endParaRPr b="0" i="0" sz="3000" u="none" cap="none" strike="noStrike">
              <a:solidFill>
                <a:srgbClr val="000000"/>
              </a:solidFill>
              <a:latin typeface="Arial"/>
              <a:ea typeface="Arial"/>
              <a:cs typeface="Arial"/>
              <a:sym typeface="Arial"/>
            </a:endParaRPr>
          </a:p>
        </p:txBody>
      </p:sp>
      <p:sp>
        <p:nvSpPr>
          <p:cNvPr id="586" name="Google Shape;586;g1360578f430_0_368"/>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PRINCE2: Roles</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El cliente es la persona que paga la finalización del proyecto.</a:t>
            </a:r>
            <a:endParaRPr b="0" i="0" sz="1800" u="none" cap="none" strike="noStrike">
              <a:solidFill>
                <a:srgbClr val="818990"/>
              </a:solidFill>
              <a:latin typeface="Calibri"/>
              <a:ea typeface="Calibri"/>
              <a:cs typeface="Calibri"/>
              <a:sym typeface="Calibri"/>
            </a:endParaRPr>
          </a:p>
          <a:p>
            <a:pPr indent="0" lvl="0" marL="457200" marR="0" rtl="0" algn="just">
              <a:lnSpc>
                <a:spcPct val="90000"/>
              </a:lnSpc>
              <a:spcBef>
                <a:spcPts val="0"/>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El usuario utilizará los entregables del proyecto o se verá afectado por el resultado del proyecto. (Para algunos proyectos, el cliente y el usuario pueden ser la misma persona).</a:t>
            </a:r>
            <a:endParaRPr b="0" i="0" sz="1800" u="none" cap="none" strike="noStrike">
              <a:solidFill>
                <a:srgbClr val="818990"/>
              </a:solidFill>
              <a:latin typeface="Calibri"/>
              <a:ea typeface="Calibri"/>
              <a:cs typeface="Calibri"/>
              <a:sym typeface="Calibri"/>
            </a:endParaRPr>
          </a:p>
          <a:p>
            <a:pPr indent="0" lvl="0" marL="457200" marR="0" rtl="0" algn="just">
              <a:lnSpc>
                <a:spcPct val="90000"/>
              </a:lnSpc>
              <a:spcBef>
                <a:spcPts val="0"/>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El proveedor es un experto en la materia que proporciona el conocimiento necesario para completar el proyecto diseñando o construyendo el resultado final.</a:t>
            </a:r>
            <a:endParaRPr b="0" i="0" sz="1800" u="none" cap="none" strike="noStrike">
              <a:solidFill>
                <a:srgbClr val="818990"/>
              </a:solidFill>
              <a:latin typeface="Calibri"/>
              <a:ea typeface="Calibri"/>
              <a:cs typeface="Calibri"/>
              <a:sym typeface="Calibri"/>
            </a:endParaRPr>
          </a:p>
          <a:p>
            <a:pPr indent="0" lvl="0" marL="457200" marR="0" rtl="0" algn="just">
              <a:lnSpc>
                <a:spcPct val="90000"/>
              </a:lnSpc>
              <a:spcBef>
                <a:spcPts val="0"/>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El director del proyecto es responsable de organizar, planificar y supervisar el trabajo en el proyecto. Ellos seleccionan y administran a las personas que completan las tareas del proyecto y son responsables de asegurarse de que el trabajo se realice correctamente y a tiempo.</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g1360578f430_0_373"/>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7 Roles</a:t>
            </a:r>
            <a:endParaRPr b="0" i="0" sz="3000" u="none" cap="none" strike="noStrike">
              <a:solidFill>
                <a:srgbClr val="000000"/>
              </a:solidFill>
              <a:latin typeface="Arial"/>
              <a:ea typeface="Arial"/>
              <a:cs typeface="Arial"/>
              <a:sym typeface="Arial"/>
            </a:endParaRPr>
          </a:p>
        </p:txBody>
      </p:sp>
      <p:sp>
        <p:nvSpPr>
          <p:cNvPr id="592" name="Google Shape;592;g1360578f430_0_373"/>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PRINCE2: Roles</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El equipo del proyecto y el director del equipo se arremangan y terminan las tareas del proyecto.</a:t>
            </a:r>
            <a:endParaRPr b="0" i="0" sz="1800" u="none" cap="none" strike="noStrike">
              <a:solidFill>
                <a:srgbClr val="818990"/>
              </a:solidFill>
              <a:latin typeface="Calibri"/>
              <a:ea typeface="Calibri"/>
              <a:cs typeface="Calibri"/>
              <a:sym typeface="Calibri"/>
            </a:endParaRPr>
          </a:p>
          <a:p>
            <a:pPr indent="0" lvl="0" marL="457200" marR="0" rtl="0" algn="just">
              <a:lnSpc>
                <a:spcPct val="90000"/>
              </a:lnSpc>
              <a:spcBef>
                <a:spcPts val="0"/>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Los jefes de equipo supervisan los aspectos detallados del trabajo diario e informan directamente al jefe de proyecto.</a:t>
            </a:r>
            <a:endParaRPr b="0" i="0" sz="1800" u="none" cap="none" strike="noStrike">
              <a:solidFill>
                <a:srgbClr val="818990"/>
              </a:solidFill>
              <a:latin typeface="Calibri"/>
              <a:ea typeface="Calibri"/>
              <a:cs typeface="Calibri"/>
              <a:sym typeface="Calibri"/>
            </a:endParaRPr>
          </a:p>
          <a:p>
            <a:pPr indent="0" lvl="0" marL="457200" marR="0" rtl="0" algn="just">
              <a:lnSpc>
                <a:spcPct val="90000"/>
              </a:lnSpc>
              <a:spcBef>
                <a:spcPts val="0"/>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342900" lvl="0" marL="457200" marR="0" rtl="0" algn="just">
              <a:lnSpc>
                <a:spcPct val="9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El administrador organiza reuniones, mantiene a todos actualizados, rastrea la documentación, etc. En proyectos pequeños, los gerentes de proyecto a menudo asumirán esta responsabilidad, pero si hay varios proyectos en ejecución a la vez o el proyecto es grande</a:t>
            </a:r>
            <a:endParaRPr b="0" i="0" sz="18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593" name="Google Shape;593;g1360578f430_0_373"/>
          <p:cNvPicPr preferRelativeResize="0"/>
          <p:nvPr/>
        </p:nvPicPr>
        <p:blipFill rotWithShape="1">
          <a:blip r:embed="rId3">
            <a:alphaModFix/>
          </a:blip>
          <a:srcRect b="0" l="0" r="0" t="0"/>
          <a:stretch/>
        </p:blipFill>
        <p:spPr>
          <a:xfrm>
            <a:off x="3068825" y="4530826"/>
            <a:ext cx="3006350" cy="21392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g1360578f430_0_545"/>
          <p:cNvSpPr txBox="1"/>
          <p:nvPr>
            <p:ph type="title"/>
          </p:nvPr>
        </p:nvSpPr>
        <p:spPr>
          <a:xfrm>
            <a:off x="601284" y="4994314"/>
            <a:ext cx="2751000" cy="831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700"/>
              <a:buNone/>
            </a:pPr>
            <a:r>
              <a:rPr lang="es-ES"/>
              <a:t>¿Qué hemos aprendido hoy?</a:t>
            </a:r>
            <a:endParaRPr/>
          </a:p>
        </p:txBody>
      </p:sp>
      <p:sp>
        <p:nvSpPr>
          <p:cNvPr id="599" name="Google Shape;599;g1360578f430_0_545"/>
          <p:cNvSpPr txBox="1"/>
          <p:nvPr>
            <p:ph idx="1" type="body"/>
          </p:nvPr>
        </p:nvSpPr>
        <p:spPr>
          <a:xfrm>
            <a:off x="3781601" y="4649765"/>
            <a:ext cx="5091300" cy="1847100"/>
          </a:xfrm>
          <a:prstGeom prst="rect">
            <a:avLst/>
          </a:prstGeom>
          <a:noFill/>
          <a:ln>
            <a:noFill/>
          </a:ln>
        </p:spPr>
        <p:txBody>
          <a:bodyPr anchorCtr="0" anchor="t" bIns="0" lIns="0" spcFirstLastPara="1" rIns="0" wrap="square" tIns="0">
            <a:spAutoFit/>
          </a:bodyPr>
          <a:lstStyle/>
          <a:p>
            <a:pPr indent="-209550" lvl="0" marL="228600" rtl="0" algn="just">
              <a:lnSpc>
                <a:spcPct val="100000"/>
              </a:lnSpc>
              <a:spcBef>
                <a:spcPts val="0"/>
              </a:spcBef>
              <a:spcAft>
                <a:spcPts val="0"/>
              </a:spcAft>
              <a:buSzPts val="1500"/>
              <a:buChar char="●"/>
            </a:pPr>
            <a:r>
              <a:rPr lang="es-ES" sz="1500"/>
              <a:t>La importancia de procesos de Calidad en la entrega de productos o servicios tecnológicos</a:t>
            </a:r>
            <a:endParaRPr sz="1500"/>
          </a:p>
          <a:p>
            <a:pPr indent="-209550" lvl="0" marL="228600" rtl="0" algn="just">
              <a:lnSpc>
                <a:spcPct val="100000"/>
              </a:lnSpc>
              <a:spcBef>
                <a:spcPts val="0"/>
              </a:spcBef>
              <a:spcAft>
                <a:spcPts val="0"/>
              </a:spcAft>
              <a:buSzPts val="1500"/>
              <a:buChar char="●"/>
            </a:pPr>
            <a:r>
              <a:rPr lang="es-ES" sz="1500"/>
              <a:t>Cómo</a:t>
            </a:r>
            <a:r>
              <a:rPr lang="es-ES" sz="1500"/>
              <a:t> se integra los procesos de calidad a la construcción de prototipos funcionales</a:t>
            </a:r>
            <a:endParaRPr sz="1500"/>
          </a:p>
          <a:p>
            <a:pPr indent="-209550" lvl="0" marL="228600" rtl="0" algn="just">
              <a:lnSpc>
                <a:spcPct val="100000"/>
              </a:lnSpc>
              <a:spcBef>
                <a:spcPts val="0"/>
              </a:spcBef>
              <a:spcAft>
                <a:spcPts val="0"/>
              </a:spcAft>
              <a:buSzPts val="1500"/>
              <a:buChar char="●"/>
            </a:pPr>
            <a:r>
              <a:rPr lang="es-ES" sz="1500"/>
              <a:t>Herramientas de calidad para la gestión de sistemas TI</a:t>
            </a:r>
            <a:endParaRPr sz="1500"/>
          </a:p>
          <a:p>
            <a:pPr indent="-209550" lvl="0" marL="228600" rtl="0" algn="just">
              <a:lnSpc>
                <a:spcPct val="100000"/>
              </a:lnSpc>
              <a:spcBef>
                <a:spcPts val="0"/>
              </a:spcBef>
              <a:spcAft>
                <a:spcPts val="0"/>
              </a:spcAft>
              <a:buSzPts val="1500"/>
              <a:buChar char="●"/>
            </a:pPr>
            <a:r>
              <a:rPr lang="es-ES" sz="1500"/>
              <a:t>Prince2 como una alternativa para la Gestión y control de proyectos con aseguramiento de la Calidad</a:t>
            </a:r>
            <a:endParaRPr sz="1500"/>
          </a:p>
          <a:p>
            <a:pPr indent="0" lvl="0" marL="228600" rtl="0" algn="just">
              <a:lnSpc>
                <a:spcPct val="100000"/>
              </a:lnSpc>
              <a:spcBef>
                <a:spcPts val="0"/>
              </a:spcBef>
              <a:spcAft>
                <a:spcPts val="0"/>
              </a:spcAft>
              <a:buNone/>
            </a:pPr>
            <a:r>
              <a:t/>
            </a:r>
            <a:endParaRPr sz="15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g1360578f430_0_550"/>
          <p:cNvSpPr txBox="1"/>
          <p:nvPr>
            <p:ph idx="1" type="body"/>
          </p:nvPr>
        </p:nvSpPr>
        <p:spPr>
          <a:xfrm>
            <a:off x="261092" y="686902"/>
            <a:ext cx="1975500" cy="369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700"/>
              <a:buNone/>
            </a:pPr>
            <a:r>
              <a:rPr lang="es-ES">
                <a:solidFill>
                  <a:schemeClr val="lt1"/>
                </a:solidFill>
              </a:rPr>
              <a:t>Resumen</a:t>
            </a:r>
            <a:endParaRPr>
              <a:solidFill>
                <a:schemeClr val="lt1"/>
              </a:solidFill>
            </a:endParaRPr>
          </a:p>
        </p:txBody>
      </p:sp>
      <p:sp>
        <p:nvSpPr>
          <p:cNvPr id="605" name="Google Shape;605;g1360578f430_0_550"/>
          <p:cNvSpPr txBox="1"/>
          <p:nvPr/>
        </p:nvSpPr>
        <p:spPr>
          <a:xfrm>
            <a:off x="295560" y="1619880"/>
            <a:ext cx="8555400" cy="61020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La creación de prototipos nos permiten validar el funcionamiento y la factibilidad técnica de nuestra idea para el logro de los objetivos planteados en la etapa del Design Thinking</a:t>
            </a:r>
            <a:endParaRPr sz="1800">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rgbClr val="000000"/>
              </a:buClr>
              <a:buSzPts val="1800"/>
              <a:buFont typeface="Arial"/>
              <a:buNone/>
            </a:pPr>
            <a:r>
              <a:t/>
            </a:r>
            <a:endParaRPr sz="1800">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rgbClr val="000000"/>
              </a:buClr>
              <a:buSzPts val="1800"/>
              <a:buFont typeface="Arial"/>
              <a:buNone/>
            </a:pPr>
            <a:r>
              <a:t/>
            </a:r>
            <a:endParaRPr sz="1800">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Mediante la construcción de un Producto Mínimo Viable podemos evaluar de forma económica y complejidad técnica acotada las ventajas y posibilidades del diseño y construcción de una solución tecnológica. De esta forma, en conjunto con los usuarios y clientes validar el logro de los objetivos de un proyecto.</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sz="1800">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sz="1800">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Las herramientas de control de calidad se utilizan para determinar, medir, analizar y proponer soluciones a los problemas identificados que interfieren con el rendimiento de los procesos de la organización, ayudando a mejorar los indicadores de calidad.</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g1360578f430_0_555"/>
          <p:cNvSpPr txBox="1"/>
          <p:nvPr>
            <p:ph idx="1" type="body"/>
          </p:nvPr>
        </p:nvSpPr>
        <p:spPr>
          <a:xfrm>
            <a:off x="261092" y="686902"/>
            <a:ext cx="1975500" cy="369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700"/>
              <a:buNone/>
            </a:pPr>
            <a:r>
              <a:rPr lang="es-ES">
                <a:solidFill>
                  <a:schemeClr val="lt1"/>
                </a:solidFill>
              </a:rPr>
              <a:t>Bibliografía</a:t>
            </a:r>
            <a:endParaRPr>
              <a:solidFill>
                <a:schemeClr val="lt1"/>
              </a:solidFill>
            </a:endParaRPr>
          </a:p>
        </p:txBody>
      </p:sp>
      <p:pic>
        <p:nvPicPr>
          <p:cNvPr id="611" name="Google Shape;611;g1360578f430_0_555"/>
          <p:cNvPicPr preferRelativeResize="0"/>
          <p:nvPr/>
        </p:nvPicPr>
        <p:blipFill rotWithShape="1">
          <a:blip r:embed="rId3">
            <a:alphaModFix/>
          </a:blip>
          <a:srcRect b="0" l="0" r="0" t="0"/>
          <a:stretch/>
        </p:blipFill>
        <p:spPr>
          <a:xfrm>
            <a:off x="496883" y="2176607"/>
            <a:ext cx="469268" cy="255893"/>
          </a:xfrm>
          <a:prstGeom prst="rect">
            <a:avLst/>
          </a:prstGeom>
          <a:noFill/>
          <a:ln>
            <a:noFill/>
          </a:ln>
        </p:spPr>
      </p:pic>
      <p:sp>
        <p:nvSpPr>
          <p:cNvPr id="612" name="Google Shape;612;g1360578f430_0_555"/>
          <p:cNvSpPr txBox="1"/>
          <p:nvPr/>
        </p:nvSpPr>
        <p:spPr>
          <a:xfrm>
            <a:off x="1357653" y="2058024"/>
            <a:ext cx="7394400" cy="4536000"/>
          </a:xfrm>
          <a:prstGeom prst="rect">
            <a:avLst/>
          </a:prstGeom>
          <a:noFill/>
          <a:ln>
            <a:noFill/>
          </a:ln>
        </p:spPr>
        <p:txBody>
          <a:bodyPr anchorCtr="0" anchor="t" bIns="0" lIns="0" spcFirstLastPara="1" rIns="0" wrap="square" tIns="46200">
            <a:spAutoFit/>
          </a:bodyPr>
          <a:lstStyle/>
          <a:p>
            <a:pPr indent="0" lvl="0" marL="12700" marR="0" rtl="0" algn="l">
              <a:lnSpc>
                <a:spcPct val="100000"/>
              </a:lnSpc>
              <a:spcBef>
                <a:spcPts val="0"/>
              </a:spcBef>
              <a:spcAft>
                <a:spcPts val="0"/>
              </a:spcAft>
              <a:buClr>
                <a:schemeClr val="dk1"/>
              </a:buClr>
              <a:buSzPts val="1100"/>
              <a:buFont typeface="Arial"/>
              <a:buNone/>
            </a:pPr>
            <a:r>
              <a:rPr b="1" lang="es-ES">
                <a:solidFill>
                  <a:schemeClr val="dk1"/>
                </a:solidFill>
              </a:rPr>
              <a:t>3.4.1 Sánchez, R. J. M., &amp; Enriquez, P. A. (2016). Implantación de sistemas de gestión de la calidad: La norma ISO 9001:2015. Madrid: Fundación Confemetal.</a:t>
            </a:r>
            <a:endParaRPr b="1">
              <a:solidFill>
                <a:schemeClr val="dk1"/>
              </a:solidFill>
            </a:endParaRPr>
          </a:p>
          <a:p>
            <a:pPr indent="0" lvl="0" marL="12700" marR="0" rtl="0" algn="l">
              <a:lnSpc>
                <a:spcPct val="100000"/>
              </a:lnSpc>
              <a:spcBef>
                <a:spcPts val="0"/>
              </a:spcBef>
              <a:spcAft>
                <a:spcPts val="0"/>
              </a:spcAft>
              <a:buClr>
                <a:schemeClr val="dk1"/>
              </a:buClr>
              <a:buSzPts val="1100"/>
              <a:buFont typeface="Arial"/>
              <a:buNone/>
            </a:pPr>
            <a:r>
              <a:t/>
            </a:r>
            <a:endParaRPr b="1">
              <a:solidFill>
                <a:schemeClr val="dk1"/>
              </a:solidFill>
            </a:endParaRPr>
          </a:p>
          <a:p>
            <a:pPr indent="0" lvl="0" marL="12700" marR="0" rtl="0" algn="l">
              <a:lnSpc>
                <a:spcPct val="100000"/>
              </a:lnSpc>
              <a:spcBef>
                <a:spcPts val="0"/>
              </a:spcBef>
              <a:spcAft>
                <a:spcPts val="0"/>
              </a:spcAft>
              <a:buClr>
                <a:srgbClr val="000000"/>
              </a:buClr>
              <a:buSzPts val="600"/>
              <a:buFont typeface="Arial"/>
              <a:buNone/>
            </a:pPr>
            <a:r>
              <a:rPr b="1" lang="es-ES">
                <a:solidFill>
                  <a:schemeClr val="dk1"/>
                </a:solidFill>
              </a:rPr>
              <a:t>3.4.2 Gutierrez, P. H. (1999). Control total y productividad. Mexico, D.F: McGraw-Hill.</a:t>
            </a:r>
            <a:endParaRPr b="1">
              <a:solidFill>
                <a:schemeClr val="dk1"/>
              </a:solidFill>
            </a:endParaRPr>
          </a:p>
          <a:p>
            <a:pPr indent="0" lvl="0" marL="12700" marR="0" rtl="0" algn="l">
              <a:lnSpc>
                <a:spcPct val="100000"/>
              </a:lnSpc>
              <a:spcBef>
                <a:spcPts val="0"/>
              </a:spcBef>
              <a:spcAft>
                <a:spcPts val="0"/>
              </a:spcAft>
              <a:buClr>
                <a:srgbClr val="000000"/>
              </a:buClr>
              <a:buSzPts val="600"/>
              <a:buFont typeface="Arial"/>
              <a:buNone/>
            </a:pPr>
            <a:r>
              <a:t/>
            </a:r>
            <a:endParaRPr b="1">
              <a:solidFill>
                <a:schemeClr val="dk1"/>
              </a:solidFill>
            </a:endParaRPr>
          </a:p>
          <a:p>
            <a:pPr indent="0" lvl="0" marL="0" rtl="0" algn="l">
              <a:lnSpc>
                <a:spcPct val="90000"/>
              </a:lnSpc>
              <a:spcBef>
                <a:spcPts val="0"/>
              </a:spcBef>
              <a:spcAft>
                <a:spcPts val="0"/>
              </a:spcAft>
              <a:buClr>
                <a:srgbClr val="000000"/>
              </a:buClr>
              <a:buSzPts val="1800"/>
              <a:buFont typeface="Arial"/>
              <a:buNone/>
            </a:pPr>
            <a:r>
              <a:rPr b="1" lang="es-ES">
                <a:solidFill>
                  <a:schemeClr val="dk1"/>
                </a:solidFill>
              </a:rPr>
              <a:t>3.4.3</a:t>
            </a:r>
            <a:r>
              <a:rPr b="1" lang="es-ES">
                <a:solidFill>
                  <a:schemeClr val="dk1"/>
                </a:solidFill>
              </a:rPr>
              <a:t> Gestión de la Calidad: Conceptos, Enfoques, Modelos y Sistemas - César Camisón, Sonia Cruz, Tomás González</a:t>
            </a:r>
            <a:endParaRPr b="1">
              <a:solidFill>
                <a:schemeClr val="dk1"/>
              </a:solidFill>
            </a:endParaRPr>
          </a:p>
          <a:p>
            <a:pPr indent="0" lvl="0" marL="0" rtl="0" algn="l">
              <a:lnSpc>
                <a:spcPct val="90000"/>
              </a:lnSpc>
              <a:spcBef>
                <a:spcPts val="1001"/>
              </a:spcBef>
              <a:spcAft>
                <a:spcPts val="0"/>
              </a:spcAft>
              <a:buClr>
                <a:srgbClr val="000000"/>
              </a:buClr>
              <a:buSzPts val="1800"/>
              <a:buFont typeface="Arial"/>
              <a:buNone/>
            </a:pPr>
            <a:r>
              <a:rPr b="1" lang="es-ES">
                <a:solidFill>
                  <a:schemeClr val="dk1"/>
                </a:solidFill>
              </a:rPr>
              <a:t>3.4.4 NETACAD: Introducción al Internet de las Cosas, Capítulo 2: Prototipo de la idea - Tema 2.2.1 Qué es la creación de prototipos?</a:t>
            </a:r>
            <a:endParaRPr sz="1800">
              <a:solidFill>
                <a:srgbClr val="818990"/>
              </a:solidFill>
              <a:latin typeface="Calibri"/>
              <a:ea typeface="Calibri"/>
              <a:cs typeface="Calibri"/>
              <a:sym typeface="Calibri"/>
            </a:endParaRPr>
          </a:p>
          <a:p>
            <a:pPr indent="0" lvl="0" marL="0" rtl="0" algn="l">
              <a:lnSpc>
                <a:spcPct val="90000"/>
              </a:lnSpc>
              <a:spcBef>
                <a:spcPts val="1001"/>
              </a:spcBef>
              <a:spcAft>
                <a:spcPts val="0"/>
              </a:spcAft>
              <a:buClr>
                <a:srgbClr val="000000"/>
              </a:buClr>
              <a:buSzPts val="1800"/>
              <a:buFont typeface="Arial"/>
              <a:buNone/>
            </a:pPr>
            <a:r>
              <a:t/>
            </a:r>
            <a:endParaRPr sz="1800">
              <a:latin typeface="Calibri"/>
              <a:ea typeface="Calibri"/>
              <a:cs typeface="Calibri"/>
              <a:sym typeface="Calibri"/>
            </a:endParaRPr>
          </a:p>
          <a:p>
            <a:pPr indent="0" lvl="0" marL="0" rtl="0" algn="l">
              <a:lnSpc>
                <a:spcPct val="90000"/>
              </a:lnSpc>
              <a:spcBef>
                <a:spcPts val="1001"/>
              </a:spcBef>
              <a:spcAft>
                <a:spcPts val="0"/>
              </a:spcAft>
              <a:buClr>
                <a:srgbClr val="000000"/>
              </a:buClr>
              <a:buSzPts val="1800"/>
              <a:buFont typeface="Arial"/>
              <a:buNone/>
            </a:pPr>
            <a:r>
              <a:rPr lang="es-ES" sz="1800">
                <a:solidFill>
                  <a:srgbClr val="818990"/>
                </a:solidFill>
                <a:latin typeface="Calibri"/>
                <a:ea typeface="Calibri"/>
                <a:cs typeface="Calibri"/>
                <a:sym typeface="Calibri"/>
              </a:rPr>
              <a:t>  </a:t>
            </a:r>
            <a:endParaRPr sz="1800">
              <a:latin typeface="Calibri"/>
              <a:ea typeface="Calibri"/>
              <a:cs typeface="Calibri"/>
              <a:sym typeface="Calibri"/>
            </a:endParaRPr>
          </a:p>
          <a:p>
            <a:pPr indent="0" lvl="0" marL="0" rtl="0" algn="l">
              <a:lnSpc>
                <a:spcPct val="90000"/>
              </a:lnSpc>
              <a:spcBef>
                <a:spcPts val="1001"/>
              </a:spcBef>
              <a:spcAft>
                <a:spcPts val="0"/>
              </a:spcAft>
              <a:buClr>
                <a:srgbClr val="000000"/>
              </a:buClr>
              <a:buSzPts val="1800"/>
              <a:buFont typeface="Arial"/>
              <a:buNone/>
            </a:pPr>
            <a:r>
              <a:t/>
            </a:r>
            <a:endParaRPr sz="1800">
              <a:latin typeface="Calibri"/>
              <a:ea typeface="Calibri"/>
              <a:cs typeface="Calibri"/>
              <a:sym typeface="Calibri"/>
            </a:endParaRPr>
          </a:p>
          <a:p>
            <a:pPr indent="0" lvl="0" marL="50760" rtl="0" algn="l">
              <a:lnSpc>
                <a:spcPct val="90000"/>
              </a:lnSpc>
              <a:spcBef>
                <a:spcPts val="1001"/>
              </a:spcBef>
              <a:spcAft>
                <a:spcPts val="0"/>
              </a:spcAft>
              <a:buClr>
                <a:srgbClr val="000000"/>
              </a:buClr>
              <a:buSzPts val="1800"/>
              <a:buFont typeface="Arial"/>
              <a:buNone/>
            </a:pPr>
            <a:r>
              <a:t/>
            </a:r>
            <a:endParaRPr sz="1800">
              <a:latin typeface="Calibri"/>
              <a:ea typeface="Calibri"/>
              <a:cs typeface="Calibri"/>
              <a:sym typeface="Calibri"/>
            </a:endParaRPr>
          </a:p>
          <a:p>
            <a:pPr indent="0" lvl="0" marL="0" rtl="0" algn="l">
              <a:lnSpc>
                <a:spcPct val="90000"/>
              </a:lnSpc>
              <a:spcBef>
                <a:spcPts val="1001"/>
              </a:spcBef>
              <a:spcAft>
                <a:spcPts val="0"/>
              </a:spcAft>
              <a:buClr>
                <a:srgbClr val="000000"/>
              </a:buClr>
              <a:buSzPts val="1800"/>
              <a:buFont typeface="Arial"/>
              <a:buNone/>
            </a:pPr>
            <a:r>
              <a:t/>
            </a:r>
            <a:endParaRPr sz="1800">
              <a:latin typeface="Calibri"/>
              <a:ea typeface="Calibri"/>
              <a:cs typeface="Calibri"/>
              <a:sym typeface="Calibri"/>
            </a:endParaRPr>
          </a:p>
          <a:p>
            <a:pPr indent="0" lvl="0" marL="50760" rtl="0" algn="l">
              <a:lnSpc>
                <a:spcPct val="90000"/>
              </a:lnSpc>
              <a:spcBef>
                <a:spcPts val="1001"/>
              </a:spcBef>
              <a:spcAft>
                <a:spcPts val="0"/>
              </a:spcAft>
              <a:buClr>
                <a:srgbClr val="000000"/>
              </a:buClr>
              <a:buSzPts val="1800"/>
              <a:buFont typeface="Arial"/>
              <a:buNone/>
            </a:pPr>
            <a:r>
              <a:t/>
            </a:r>
            <a:endParaRPr sz="1800">
              <a:latin typeface="Calibri"/>
              <a:ea typeface="Calibri"/>
              <a:cs typeface="Calibri"/>
              <a:sym typeface="Calibri"/>
            </a:endParaRPr>
          </a:p>
          <a:p>
            <a:pPr indent="0" lvl="0" marL="0" marR="0" rtl="0" algn="l">
              <a:lnSpc>
                <a:spcPct val="101499"/>
              </a:lnSpc>
              <a:spcBef>
                <a:spcPts val="200"/>
              </a:spcBef>
              <a:spcAft>
                <a:spcPts val="0"/>
              </a:spcAft>
              <a:buClr>
                <a:srgbClr val="000000"/>
              </a:buClr>
              <a:buSzPts val="1700"/>
              <a:buFont typeface="Arial"/>
              <a:buNone/>
            </a:pPr>
            <a:r>
              <a:t/>
            </a:r>
            <a:endParaRPr b="1">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Maricel Escobar Mella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vt:i4>
  </property>
  <property fmtid="{D5CDD505-2E9C-101B-9397-08002B2CF9AE}" pid="3" name="PresentationFormat">
    <vt:lpwstr>Presentación en pantalla (4:3)</vt:lpwstr>
  </property>
  <property fmtid="{D5CDD505-2E9C-101B-9397-08002B2CF9AE}" pid="4" name="Slides">
    <vt:i4>39</vt:i4>
  </property>
</Properties>
</file>
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7.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theme+xml" PartName="/ppt/theme/theme8.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1" r:id="rId4"/>
    <p:sldMasterId id="2147483674" r:id="rId5"/>
    <p:sldMasterId id="2147483687" r:id="rId6"/>
    <p:sldMasterId id="2147483700" r:id="rId7"/>
    <p:sldMasterId id="2147483708" r:id="rId8"/>
    <p:sldMasterId id="2147483720" r:id="rId9"/>
  </p:sldMasterIdLst>
  <p:notesMasterIdLst>
    <p:notesMasterId r:id="rId10"/>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Lst>
  <p:sldSz cy="6858000" cx="9144000"/>
  <p:notesSz cx="7772400" cy="10058400"/>
  <p:embeddedFontLst>
    <p:embeddedFont>
      <p:font typeface="Roboto Mono"/>
      <p:regular r:id="rId46"/>
      <p:bold r:id="rId47"/>
      <p:italic r:id="rId48"/>
      <p:boldItalic r:id="rId49"/>
    </p:embeddedFont>
    <p:embeddedFont>
      <p:font typeface="Comfortaa"/>
      <p:regular r:id="rId50"/>
      <p:bold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52" roundtripDataSignature="AMtx7miFjNZ5rdaQThfiMsWsA9MxZuf/c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0.xml"/><Relationship Id="rId42" Type="http://schemas.openxmlformats.org/officeDocument/2006/relationships/slide" Target="slides/slide32.xml"/><Relationship Id="rId41" Type="http://schemas.openxmlformats.org/officeDocument/2006/relationships/slide" Target="slides/slide31.xml"/><Relationship Id="rId44" Type="http://schemas.openxmlformats.org/officeDocument/2006/relationships/slide" Target="slides/slide34.xml"/><Relationship Id="rId43" Type="http://schemas.openxmlformats.org/officeDocument/2006/relationships/slide" Target="slides/slide33.xml"/><Relationship Id="rId46" Type="http://schemas.openxmlformats.org/officeDocument/2006/relationships/font" Target="fonts/RobotoMono-regular.fntdata"/><Relationship Id="rId45" Type="http://schemas.openxmlformats.org/officeDocument/2006/relationships/slide" Target="slides/slide35.xml"/><Relationship Id="rId1" Type="http://schemas.openxmlformats.org/officeDocument/2006/relationships/theme" Target="theme/theme7.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Master" Target="slideMasters/slideMaster7.xml"/><Relationship Id="rId48" Type="http://schemas.openxmlformats.org/officeDocument/2006/relationships/font" Target="fonts/RobotoMono-italic.fntdata"/><Relationship Id="rId47" Type="http://schemas.openxmlformats.org/officeDocument/2006/relationships/font" Target="fonts/RobotoMono-bold.fntdata"/><Relationship Id="rId49" Type="http://schemas.openxmlformats.org/officeDocument/2006/relationships/font" Target="fonts/RobotoMono-boldItalic.fntdata"/><Relationship Id="rId5" Type="http://schemas.openxmlformats.org/officeDocument/2006/relationships/slideMaster" Target="slideMasters/slideMaster3.xml"/><Relationship Id="rId6" Type="http://schemas.openxmlformats.org/officeDocument/2006/relationships/slideMaster" Target="slideMasters/slideMaster4.xml"/><Relationship Id="rId7" Type="http://schemas.openxmlformats.org/officeDocument/2006/relationships/slideMaster" Target="slideMasters/slideMaster5.xml"/><Relationship Id="rId8" Type="http://schemas.openxmlformats.org/officeDocument/2006/relationships/slideMaster" Target="slideMasters/slideMaster6.xml"/><Relationship Id="rId31" Type="http://schemas.openxmlformats.org/officeDocument/2006/relationships/slide" Target="slides/slide21.xml"/><Relationship Id="rId30" Type="http://schemas.openxmlformats.org/officeDocument/2006/relationships/slide" Target="slides/slide20.xml"/><Relationship Id="rId33" Type="http://schemas.openxmlformats.org/officeDocument/2006/relationships/slide" Target="slides/slide23.xml"/><Relationship Id="rId32" Type="http://schemas.openxmlformats.org/officeDocument/2006/relationships/slide" Target="slides/slide22.xml"/><Relationship Id="rId35" Type="http://schemas.openxmlformats.org/officeDocument/2006/relationships/slide" Target="slides/slide25.xml"/><Relationship Id="rId34" Type="http://schemas.openxmlformats.org/officeDocument/2006/relationships/slide" Target="slides/slide24.xml"/><Relationship Id="rId37" Type="http://schemas.openxmlformats.org/officeDocument/2006/relationships/slide" Target="slides/slide27.xml"/><Relationship Id="rId36" Type="http://schemas.openxmlformats.org/officeDocument/2006/relationships/slide" Target="slides/slide26.xml"/><Relationship Id="rId39" Type="http://schemas.openxmlformats.org/officeDocument/2006/relationships/slide" Target="slides/slide29.xml"/><Relationship Id="rId38" Type="http://schemas.openxmlformats.org/officeDocument/2006/relationships/slide" Target="slides/slide28.xml"/><Relationship Id="rId20" Type="http://schemas.openxmlformats.org/officeDocument/2006/relationships/slide" Target="slides/slide10.xml"/><Relationship Id="rId22" Type="http://schemas.openxmlformats.org/officeDocument/2006/relationships/slide" Target="slides/slide12.xml"/><Relationship Id="rId21" Type="http://schemas.openxmlformats.org/officeDocument/2006/relationships/slide" Target="slides/slide11.xml"/><Relationship Id="rId24" Type="http://schemas.openxmlformats.org/officeDocument/2006/relationships/slide" Target="slides/slide14.xml"/><Relationship Id="rId23" Type="http://schemas.openxmlformats.org/officeDocument/2006/relationships/slide" Target="slides/slide13.xml"/><Relationship Id="rId26" Type="http://schemas.openxmlformats.org/officeDocument/2006/relationships/slide" Target="slides/slide16.xml"/><Relationship Id="rId25" Type="http://schemas.openxmlformats.org/officeDocument/2006/relationships/slide" Target="slides/slide15.xml"/><Relationship Id="rId28" Type="http://schemas.openxmlformats.org/officeDocument/2006/relationships/slide" Target="slides/slide18.xml"/><Relationship Id="rId27" Type="http://schemas.openxmlformats.org/officeDocument/2006/relationships/slide" Target="slides/slide17.xml"/><Relationship Id="rId29" Type="http://schemas.openxmlformats.org/officeDocument/2006/relationships/slide" Target="slides/slide19.xml"/><Relationship Id="rId51" Type="http://schemas.openxmlformats.org/officeDocument/2006/relationships/font" Target="fonts/Comfortaa-bold.fntdata"/><Relationship Id="rId50" Type="http://schemas.openxmlformats.org/officeDocument/2006/relationships/font" Target="fonts/Comfortaa-regular.fntdata"/><Relationship Id="rId52" Type="http://customschemas.google.com/relationships/presentationmetadata" Target="metadata"/><Relationship Id="rId11" Type="http://schemas.openxmlformats.org/officeDocument/2006/relationships/slide" Target="slides/slide1.xml"/><Relationship Id="rId10" Type="http://schemas.openxmlformats.org/officeDocument/2006/relationships/notesMaster" Target="notesMasters/notesMaster1.xml"/><Relationship Id="rId13" Type="http://schemas.openxmlformats.org/officeDocument/2006/relationships/slide" Target="slides/slide3.xml"/><Relationship Id="rId12" Type="http://schemas.openxmlformats.org/officeDocument/2006/relationships/slide" Target="slides/slide2.xml"/><Relationship Id="rId15" Type="http://schemas.openxmlformats.org/officeDocument/2006/relationships/slide" Target="slides/slide5.xml"/><Relationship Id="rId14" Type="http://schemas.openxmlformats.org/officeDocument/2006/relationships/slide" Target="slides/slide4.xml"/><Relationship Id="rId17" Type="http://schemas.openxmlformats.org/officeDocument/2006/relationships/slide" Target="slides/slide7.xml"/><Relationship Id="rId16" Type="http://schemas.openxmlformats.org/officeDocument/2006/relationships/slide" Target="slides/slide6.xml"/><Relationship Id="rId19" Type="http://schemas.openxmlformats.org/officeDocument/2006/relationships/slide" Target="slides/slide9.xml"/><Relationship Id="rId18"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777225" y="4777725"/>
            <a:ext cx="6217900" cy="4526275"/>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1350fa14483_0_178:notes"/>
          <p:cNvSpPr txBox="1"/>
          <p:nvPr>
            <p:ph idx="1" type="body"/>
          </p:nvPr>
        </p:nvSpPr>
        <p:spPr>
          <a:xfrm>
            <a:off x="777236" y="4777726"/>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g1350fa14483_0_178:notes"/>
          <p:cNvSpPr/>
          <p:nvPr>
            <p:ph idx="2" type="sldImg"/>
          </p:nvPr>
        </p:nvSpPr>
        <p:spPr>
          <a:xfrm>
            <a:off x="1943254" y="754379"/>
            <a:ext cx="38868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4:notes"/>
          <p:cNvSpPr txBox="1"/>
          <p:nvPr>
            <p:ph idx="1" type="body"/>
          </p:nvPr>
        </p:nvSpPr>
        <p:spPr>
          <a:xfrm>
            <a:off x="777225" y="4777725"/>
            <a:ext cx="6217900" cy="4526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2" name="Google Shape;472;p4: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1350fa14483_0_199:notes"/>
          <p:cNvSpPr txBox="1"/>
          <p:nvPr>
            <p:ph idx="1" type="body"/>
          </p:nvPr>
        </p:nvSpPr>
        <p:spPr>
          <a:xfrm>
            <a:off x="777236" y="4777726"/>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g1350fa14483_0_199:notes"/>
          <p:cNvSpPr/>
          <p:nvPr>
            <p:ph idx="2" type="sldImg"/>
          </p:nvPr>
        </p:nvSpPr>
        <p:spPr>
          <a:xfrm>
            <a:off x="1943254" y="754379"/>
            <a:ext cx="38868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1350fa144cd_0_736:notes"/>
          <p:cNvSpPr txBox="1"/>
          <p:nvPr>
            <p:ph idx="1" type="body"/>
          </p:nvPr>
        </p:nvSpPr>
        <p:spPr>
          <a:xfrm>
            <a:off x="777236" y="4777726"/>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g1350fa144cd_0_736:notes"/>
          <p:cNvSpPr/>
          <p:nvPr>
            <p:ph idx="2" type="sldImg"/>
          </p:nvPr>
        </p:nvSpPr>
        <p:spPr>
          <a:xfrm>
            <a:off x="1943254" y="754379"/>
            <a:ext cx="38868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1350fa144cd_0_747:notes"/>
          <p:cNvSpPr txBox="1"/>
          <p:nvPr>
            <p:ph idx="1" type="body"/>
          </p:nvPr>
        </p:nvSpPr>
        <p:spPr>
          <a:xfrm>
            <a:off x="777236" y="4777726"/>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g1350fa144cd_0_747:notes"/>
          <p:cNvSpPr/>
          <p:nvPr>
            <p:ph idx="2" type="sldImg"/>
          </p:nvPr>
        </p:nvSpPr>
        <p:spPr>
          <a:xfrm>
            <a:off x="1943254" y="754379"/>
            <a:ext cx="38868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16:notes"/>
          <p:cNvSpPr txBox="1"/>
          <p:nvPr>
            <p:ph idx="1" type="body"/>
          </p:nvPr>
        </p:nvSpPr>
        <p:spPr>
          <a:xfrm>
            <a:off x="777225" y="4777725"/>
            <a:ext cx="6217900" cy="45262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6: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1350fa144cd_0_740:notes"/>
          <p:cNvSpPr txBox="1"/>
          <p:nvPr>
            <p:ph idx="1" type="body"/>
          </p:nvPr>
        </p:nvSpPr>
        <p:spPr>
          <a:xfrm>
            <a:off x="777236" y="4777726"/>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g1350fa144cd_0_740:notes"/>
          <p:cNvSpPr/>
          <p:nvPr>
            <p:ph idx="2" type="sldImg"/>
          </p:nvPr>
        </p:nvSpPr>
        <p:spPr>
          <a:xfrm>
            <a:off x="1943254" y="754379"/>
            <a:ext cx="38868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27:notes"/>
          <p:cNvSpPr txBox="1"/>
          <p:nvPr>
            <p:ph idx="1" type="body"/>
          </p:nvPr>
        </p:nvSpPr>
        <p:spPr>
          <a:xfrm>
            <a:off x="777225" y="4777725"/>
            <a:ext cx="6217900" cy="45262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27: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1350fa144cd_0_754:notes"/>
          <p:cNvSpPr txBox="1"/>
          <p:nvPr>
            <p:ph idx="1" type="body"/>
          </p:nvPr>
        </p:nvSpPr>
        <p:spPr>
          <a:xfrm>
            <a:off x="777236" y="4777726"/>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g1350fa144cd_0_754:notes"/>
          <p:cNvSpPr/>
          <p:nvPr>
            <p:ph idx="2" type="sldImg"/>
          </p:nvPr>
        </p:nvSpPr>
        <p:spPr>
          <a:xfrm>
            <a:off x="1943254" y="754379"/>
            <a:ext cx="38868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33:notes"/>
          <p:cNvSpPr txBox="1"/>
          <p:nvPr>
            <p:ph idx="1" type="body"/>
          </p:nvPr>
        </p:nvSpPr>
        <p:spPr>
          <a:xfrm>
            <a:off x="777225" y="4777725"/>
            <a:ext cx="6217900" cy="45262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33:notes"/>
          <p:cNvSpPr/>
          <p:nvPr>
            <p:ph idx="2" type="sldImg"/>
          </p:nvPr>
        </p:nvSpPr>
        <p:spPr>
          <a:xfrm>
            <a:off x="1295650" y="754375"/>
            <a:ext cx="518185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1350fa144cd_0_758:notes"/>
          <p:cNvSpPr txBox="1"/>
          <p:nvPr>
            <p:ph idx="1" type="body"/>
          </p:nvPr>
        </p:nvSpPr>
        <p:spPr>
          <a:xfrm>
            <a:off x="777236" y="4777726"/>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g1350fa144cd_0_758:notes"/>
          <p:cNvSpPr/>
          <p:nvPr>
            <p:ph idx="2" type="sldImg"/>
          </p:nvPr>
        </p:nvSpPr>
        <p:spPr>
          <a:xfrm>
            <a:off x="1943254" y="754379"/>
            <a:ext cx="38868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1350fa144cd_0_118:notes"/>
          <p:cNvSpPr txBox="1"/>
          <p:nvPr>
            <p:ph idx="1" type="body"/>
          </p:nvPr>
        </p:nvSpPr>
        <p:spPr>
          <a:xfrm>
            <a:off x="777236" y="4777726"/>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g1350fa144cd_0_118:notes"/>
          <p:cNvSpPr/>
          <p:nvPr>
            <p:ph idx="2" type="sldImg"/>
          </p:nvPr>
        </p:nvSpPr>
        <p:spPr>
          <a:xfrm>
            <a:off x="1943254" y="754379"/>
            <a:ext cx="38868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1350fa144cd_0_818:notes"/>
          <p:cNvSpPr/>
          <p:nvPr>
            <p:ph idx="2" type="sldImg"/>
          </p:nvPr>
        </p:nvSpPr>
        <p:spPr>
          <a:xfrm>
            <a:off x="1295740" y="754380"/>
            <a:ext cx="5181600" cy="37719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1350fa144cd_0_818:notes"/>
          <p:cNvSpPr txBox="1"/>
          <p:nvPr>
            <p:ph idx="1" type="body"/>
          </p:nvPr>
        </p:nvSpPr>
        <p:spPr>
          <a:xfrm>
            <a:off x="777240" y="4777740"/>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1350fa144cd_0_824:notes"/>
          <p:cNvSpPr/>
          <p:nvPr>
            <p:ph idx="2" type="sldImg"/>
          </p:nvPr>
        </p:nvSpPr>
        <p:spPr>
          <a:xfrm>
            <a:off x="1295740" y="754380"/>
            <a:ext cx="5181600" cy="37719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1350fa144cd_0_824:notes"/>
          <p:cNvSpPr txBox="1"/>
          <p:nvPr>
            <p:ph idx="1" type="body"/>
          </p:nvPr>
        </p:nvSpPr>
        <p:spPr>
          <a:xfrm>
            <a:off x="777240" y="4777740"/>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1350fa144cd_0_762:notes"/>
          <p:cNvSpPr txBox="1"/>
          <p:nvPr>
            <p:ph idx="1" type="body"/>
          </p:nvPr>
        </p:nvSpPr>
        <p:spPr>
          <a:xfrm>
            <a:off x="777236" y="4777726"/>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g1350fa144cd_0_762:notes"/>
          <p:cNvSpPr/>
          <p:nvPr>
            <p:ph idx="2" type="sldImg"/>
          </p:nvPr>
        </p:nvSpPr>
        <p:spPr>
          <a:xfrm>
            <a:off x="1943254" y="754379"/>
            <a:ext cx="38868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1350fa144cd_0_788:notes"/>
          <p:cNvSpPr txBox="1"/>
          <p:nvPr>
            <p:ph idx="1" type="body"/>
          </p:nvPr>
        </p:nvSpPr>
        <p:spPr>
          <a:xfrm>
            <a:off x="777236" y="4777726"/>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g1350fa144cd_0_788:notes"/>
          <p:cNvSpPr/>
          <p:nvPr>
            <p:ph idx="2" type="sldImg"/>
          </p:nvPr>
        </p:nvSpPr>
        <p:spPr>
          <a:xfrm>
            <a:off x="1943254" y="754379"/>
            <a:ext cx="38868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1350fa144cd_0_766:notes"/>
          <p:cNvSpPr txBox="1"/>
          <p:nvPr>
            <p:ph idx="1" type="body"/>
          </p:nvPr>
        </p:nvSpPr>
        <p:spPr>
          <a:xfrm>
            <a:off x="777236" y="4777726"/>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g1350fa144cd_0_766:notes"/>
          <p:cNvSpPr/>
          <p:nvPr>
            <p:ph idx="2" type="sldImg"/>
          </p:nvPr>
        </p:nvSpPr>
        <p:spPr>
          <a:xfrm>
            <a:off x="1943254" y="754379"/>
            <a:ext cx="38868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1350fa144cd_0_796:notes"/>
          <p:cNvSpPr txBox="1"/>
          <p:nvPr>
            <p:ph idx="1" type="body"/>
          </p:nvPr>
        </p:nvSpPr>
        <p:spPr>
          <a:xfrm>
            <a:off x="777236" y="4777726"/>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g1350fa144cd_0_796:notes"/>
          <p:cNvSpPr/>
          <p:nvPr>
            <p:ph idx="2" type="sldImg"/>
          </p:nvPr>
        </p:nvSpPr>
        <p:spPr>
          <a:xfrm>
            <a:off x="1943254" y="754379"/>
            <a:ext cx="38868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1350fa144cd_0_770:notes"/>
          <p:cNvSpPr txBox="1"/>
          <p:nvPr>
            <p:ph idx="1" type="body"/>
          </p:nvPr>
        </p:nvSpPr>
        <p:spPr>
          <a:xfrm>
            <a:off x="777236" y="4777726"/>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g1350fa144cd_0_770:notes"/>
          <p:cNvSpPr/>
          <p:nvPr>
            <p:ph idx="2" type="sldImg"/>
          </p:nvPr>
        </p:nvSpPr>
        <p:spPr>
          <a:xfrm>
            <a:off x="1943254" y="754379"/>
            <a:ext cx="38868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1350fa144cd_0_380:notes"/>
          <p:cNvSpPr/>
          <p:nvPr>
            <p:ph idx="2" type="sldImg"/>
          </p:nvPr>
        </p:nvSpPr>
        <p:spPr>
          <a:xfrm>
            <a:off x="1295740" y="754380"/>
            <a:ext cx="5181600" cy="3771900"/>
          </a:xfrm>
          <a:custGeom>
            <a:rect b="b" l="l" r="r" t="t"/>
            <a:pathLst>
              <a:path extrusionOk="0" h="120000" w="120000">
                <a:moveTo>
                  <a:pt x="0" y="0"/>
                </a:moveTo>
                <a:lnTo>
                  <a:pt x="120000" y="0"/>
                </a:lnTo>
                <a:lnTo>
                  <a:pt x="120000" y="120000"/>
                </a:lnTo>
                <a:lnTo>
                  <a:pt x="0" y="120000"/>
                </a:lnTo>
                <a:close/>
              </a:path>
            </a:pathLst>
          </a:custGeom>
        </p:spPr>
      </p:sp>
      <p:sp>
        <p:nvSpPr>
          <p:cNvPr id="595" name="Google Shape;595;g1350fa144cd_0_380:notes"/>
          <p:cNvSpPr txBox="1"/>
          <p:nvPr>
            <p:ph idx="1" type="body"/>
          </p:nvPr>
        </p:nvSpPr>
        <p:spPr>
          <a:xfrm>
            <a:off x="777240" y="4777740"/>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1350fa144cd_0_774:notes"/>
          <p:cNvSpPr txBox="1"/>
          <p:nvPr>
            <p:ph idx="1" type="body"/>
          </p:nvPr>
        </p:nvSpPr>
        <p:spPr>
          <a:xfrm>
            <a:off x="777236" y="4777726"/>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g1350fa144cd_0_774:notes"/>
          <p:cNvSpPr/>
          <p:nvPr>
            <p:ph idx="2" type="sldImg"/>
          </p:nvPr>
        </p:nvSpPr>
        <p:spPr>
          <a:xfrm>
            <a:off x="1943254" y="754379"/>
            <a:ext cx="38868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1350fa144cd_0_806:notes"/>
          <p:cNvSpPr txBox="1"/>
          <p:nvPr>
            <p:ph idx="1" type="body"/>
          </p:nvPr>
        </p:nvSpPr>
        <p:spPr>
          <a:xfrm>
            <a:off x="777236" y="4777726"/>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g1350fa144cd_0_806:notes"/>
          <p:cNvSpPr/>
          <p:nvPr>
            <p:ph idx="2" type="sldImg"/>
          </p:nvPr>
        </p:nvSpPr>
        <p:spPr>
          <a:xfrm>
            <a:off x="1943254" y="754379"/>
            <a:ext cx="38868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1350fa144cd_0_425:notes"/>
          <p:cNvSpPr/>
          <p:nvPr>
            <p:ph idx="2" type="sldImg"/>
          </p:nvPr>
        </p:nvSpPr>
        <p:spPr>
          <a:xfrm>
            <a:off x="1295740" y="754380"/>
            <a:ext cx="5181600" cy="3771900"/>
          </a:xfrm>
          <a:custGeom>
            <a:rect b="b" l="l" r="r" t="t"/>
            <a:pathLst>
              <a:path extrusionOk="0" h="120000" w="120000">
                <a:moveTo>
                  <a:pt x="0" y="0"/>
                </a:moveTo>
                <a:lnTo>
                  <a:pt x="120000" y="0"/>
                </a:lnTo>
                <a:lnTo>
                  <a:pt x="120000" y="120000"/>
                </a:lnTo>
                <a:lnTo>
                  <a:pt x="0" y="120000"/>
                </a:lnTo>
                <a:close/>
              </a:path>
            </a:pathLst>
          </a:custGeom>
        </p:spPr>
      </p:sp>
      <p:sp>
        <p:nvSpPr>
          <p:cNvPr id="620" name="Google Shape;620;g1350fa144cd_0_425:notes"/>
          <p:cNvSpPr txBox="1"/>
          <p:nvPr>
            <p:ph idx="1" type="body"/>
          </p:nvPr>
        </p:nvSpPr>
        <p:spPr>
          <a:xfrm>
            <a:off x="777240" y="4777740"/>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1350fa144cd_0_778:notes"/>
          <p:cNvSpPr txBox="1"/>
          <p:nvPr>
            <p:ph idx="1" type="body"/>
          </p:nvPr>
        </p:nvSpPr>
        <p:spPr>
          <a:xfrm>
            <a:off x="777236" y="4777726"/>
            <a:ext cx="6217800" cy="452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g1350fa144cd_0_778:notes"/>
          <p:cNvSpPr/>
          <p:nvPr>
            <p:ph idx="2" type="sldImg"/>
          </p:nvPr>
        </p:nvSpPr>
        <p:spPr>
          <a:xfrm>
            <a:off x="1943254" y="754379"/>
            <a:ext cx="3886800" cy="37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12:notes"/>
          <p:cNvSpPr txBox="1"/>
          <p:nvPr>
            <p:ph idx="1" type="body"/>
          </p:nvPr>
        </p:nvSpPr>
        <p:spPr>
          <a:xfrm>
            <a:off x="777225" y="4777725"/>
            <a:ext cx="6217900" cy="4526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4" name="Google Shape;634;p12: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37:notes"/>
          <p:cNvSpPr txBox="1"/>
          <p:nvPr>
            <p:ph idx="1" type="body"/>
          </p:nvPr>
        </p:nvSpPr>
        <p:spPr>
          <a:xfrm>
            <a:off x="777225" y="4777725"/>
            <a:ext cx="6217900" cy="4526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41" name="Google Shape;641;p37: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40:notes"/>
          <p:cNvSpPr txBox="1"/>
          <p:nvPr>
            <p:ph idx="1" type="body"/>
          </p:nvPr>
        </p:nvSpPr>
        <p:spPr>
          <a:xfrm>
            <a:off x="777225" y="4777725"/>
            <a:ext cx="6217900" cy="4526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49" name="Google Shape;649;p40: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41:notes"/>
          <p:cNvSpPr txBox="1"/>
          <p:nvPr>
            <p:ph idx="1" type="body"/>
          </p:nvPr>
        </p:nvSpPr>
        <p:spPr>
          <a:xfrm>
            <a:off x="777225" y="4777725"/>
            <a:ext cx="6217900" cy="4526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56" name="Google Shape;656;p41: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p70:notes"/>
          <p:cNvSpPr txBox="1"/>
          <p:nvPr>
            <p:ph idx="1" type="body"/>
          </p:nvPr>
        </p:nvSpPr>
        <p:spPr>
          <a:xfrm>
            <a:off x="777225" y="4777725"/>
            <a:ext cx="6217900" cy="4526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63" name="Google Shape;663;p70: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p71:notes"/>
          <p:cNvSpPr txBox="1"/>
          <p:nvPr>
            <p:ph idx="1" type="body"/>
          </p:nvPr>
        </p:nvSpPr>
        <p:spPr>
          <a:xfrm>
            <a:off x="777225" y="4777725"/>
            <a:ext cx="6217900" cy="4526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0" name="Google Shape;670;p71: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p72:notes"/>
          <p:cNvSpPr txBox="1"/>
          <p:nvPr>
            <p:ph idx="1" type="body"/>
          </p:nvPr>
        </p:nvSpPr>
        <p:spPr>
          <a:xfrm>
            <a:off x="777225" y="4777725"/>
            <a:ext cx="6217900" cy="4526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7" name="Google Shape;677;p72: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p73:notes"/>
          <p:cNvSpPr txBox="1"/>
          <p:nvPr>
            <p:ph idx="1" type="body"/>
          </p:nvPr>
        </p:nvSpPr>
        <p:spPr>
          <a:xfrm>
            <a:off x="777225" y="4777725"/>
            <a:ext cx="6217900" cy="45262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4" name="Google Shape;684;p73:notes"/>
          <p:cNvSpPr/>
          <p:nvPr>
            <p:ph idx="2" type="sldImg"/>
          </p:nvPr>
        </p:nvSpPr>
        <p:spPr>
          <a:xfrm>
            <a:off x="1371600" y="754063"/>
            <a:ext cx="502920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1350fa144cd_0_618:notes"/>
          <p:cNvSpPr txBox="1"/>
          <p:nvPr>
            <p:ph idx="1" type="body"/>
          </p:nvPr>
        </p:nvSpPr>
        <p:spPr>
          <a:xfrm>
            <a:off x="777236" y="4777726"/>
            <a:ext cx="6217800" cy="4526400"/>
          </a:xfrm>
          <a:prstGeom prst="rect">
            <a:avLst/>
          </a:prstGeom>
          <a:noFill/>
          <a:ln>
            <a:noFill/>
          </a:ln>
        </p:spPr>
        <p:txBody>
          <a:bodyPr anchorCtr="0" anchor="t" bIns="50675" lIns="50675" spcFirstLastPara="1" rIns="50675" wrap="square" tIns="50675">
            <a:noAutofit/>
          </a:bodyPr>
          <a:lstStyle/>
          <a:p>
            <a:pPr indent="0" lvl="0" marL="0" rtl="0" algn="l">
              <a:lnSpc>
                <a:spcPct val="100000"/>
              </a:lnSpc>
              <a:spcBef>
                <a:spcPts val="0"/>
              </a:spcBef>
              <a:spcAft>
                <a:spcPts val="0"/>
              </a:spcAft>
              <a:buSzPts val="600"/>
              <a:buNone/>
            </a:pPr>
            <a:r>
              <a:t/>
            </a:r>
            <a:endParaRPr/>
          </a:p>
        </p:txBody>
      </p:sp>
      <p:sp>
        <p:nvSpPr>
          <p:cNvPr id="691" name="Google Shape;691;g1350fa144cd_0_618:notes"/>
          <p:cNvSpPr/>
          <p:nvPr>
            <p:ph idx="2" type="sldImg"/>
          </p:nvPr>
        </p:nvSpPr>
        <p:spPr>
          <a:xfrm>
            <a:off x="1943254" y="754379"/>
            <a:ext cx="388680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g1350fa144cd_0_623:notes"/>
          <p:cNvSpPr txBox="1"/>
          <p:nvPr>
            <p:ph idx="1" type="body"/>
          </p:nvPr>
        </p:nvSpPr>
        <p:spPr>
          <a:xfrm>
            <a:off x="777236" y="4777726"/>
            <a:ext cx="6217800" cy="4526400"/>
          </a:xfrm>
          <a:prstGeom prst="rect">
            <a:avLst/>
          </a:prstGeom>
          <a:noFill/>
          <a:ln>
            <a:noFill/>
          </a:ln>
        </p:spPr>
        <p:txBody>
          <a:bodyPr anchorCtr="0" anchor="t" bIns="50675" lIns="50675" spcFirstLastPara="1" rIns="50675" wrap="square" tIns="50675">
            <a:noAutofit/>
          </a:bodyPr>
          <a:lstStyle/>
          <a:p>
            <a:pPr indent="0" lvl="0" marL="0" rtl="0" algn="l">
              <a:lnSpc>
                <a:spcPct val="100000"/>
              </a:lnSpc>
              <a:spcBef>
                <a:spcPts val="0"/>
              </a:spcBef>
              <a:spcAft>
                <a:spcPts val="0"/>
              </a:spcAft>
              <a:buSzPts val="600"/>
              <a:buNone/>
            </a:pPr>
            <a:r>
              <a:t/>
            </a:r>
            <a:endParaRPr/>
          </a:p>
        </p:txBody>
      </p:sp>
      <p:sp>
        <p:nvSpPr>
          <p:cNvPr id="697" name="Google Shape;697;g1350fa144cd_0_623:notes"/>
          <p:cNvSpPr/>
          <p:nvPr>
            <p:ph idx="2" type="sldImg"/>
          </p:nvPr>
        </p:nvSpPr>
        <p:spPr>
          <a:xfrm>
            <a:off x="1943254" y="754379"/>
            <a:ext cx="388680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1350fa144cd_0_633:notes"/>
          <p:cNvSpPr txBox="1"/>
          <p:nvPr>
            <p:ph idx="1" type="body"/>
          </p:nvPr>
        </p:nvSpPr>
        <p:spPr>
          <a:xfrm>
            <a:off x="777236" y="4777726"/>
            <a:ext cx="6217800" cy="4526400"/>
          </a:xfrm>
          <a:prstGeom prst="rect">
            <a:avLst/>
          </a:prstGeom>
          <a:noFill/>
          <a:ln>
            <a:noFill/>
          </a:ln>
        </p:spPr>
        <p:txBody>
          <a:bodyPr anchorCtr="0" anchor="t" bIns="50675" lIns="50675" spcFirstLastPara="1" rIns="50675" wrap="square" tIns="50675">
            <a:noAutofit/>
          </a:bodyPr>
          <a:lstStyle/>
          <a:p>
            <a:pPr indent="0" lvl="0" marL="0" rtl="0" algn="l">
              <a:lnSpc>
                <a:spcPct val="100000"/>
              </a:lnSpc>
              <a:spcBef>
                <a:spcPts val="0"/>
              </a:spcBef>
              <a:spcAft>
                <a:spcPts val="0"/>
              </a:spcAft>
              <a:buSzPts val="600"/>
              <a:buNone/>
            </a:pPr>
            <a:r>
              <a:t/>
            </a:r>
            <a:endParaRPr/>
          </a:p>
        </p:txBody>
      </p:sp>
      <p:sp>
        <p:nvSpPr>
          <p:cNvPr id="708" name="Google Shape;708;g1350fa144cd_0_633:notes"/>
          <p:cNvSpPr/>
          <p:nvPr>
            <p:ph idx="2" type="sldImg"/>
          </p:nvPr>
        </p:nvSpPr>
        <p:spPr>
          <a:xfrm>
            <a:off x="1943254" y="754379"/>
            <a:ext cx="388680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9.jpg"/><Relationship Id="rId3" Type="http://schemas.openxmlformats.org/officeDocument/2006/relationships/image" Target="../media/image5.png"/><Relationship Id="rId4" Type="http://schemas.openxmlformats.org/officeDocument/2006/relationships/image" Target="../media/image3.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8.png"/><Relationship Id="rId3" Type="http://schemas.openxmlformats.org/officeDocument/2006/relationships/image" Target="../media/image3.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8.png"/><Relationship Id="rId3" Type="http://schemas.openxmlformats.org/officeDocument/2006/relationships/image" Target="../media/image3.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3.jpg"/><Relationship Id="rId3" Type="http://schemas.openxmlformats.org/officeDocument/2006/relationships/image" Target="../media/image8.png"/><Relationship Id="rId4" Type="http://schemas.openxmlformats.org/officeDocument/2006/relationships/image" Target="../media/image3.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4.jpg"/><Relationship Id="rId3" Type="http://schemas.openxmlformats.org/officeDocument/2006/relationships/image" Target="../media/image8.png"/><Relationship Id="rId4" Type="http://schemas.openxmlformats.org/officeDocument/2006/relationships/image" Target="../media/image3.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6.jpg"/><Relationship Id="rId3" Type="http://schemas.openxmlformats.org/officeDocument/2006/relationships/image" Target="../media/image8.png"/><Relationship Id="rId4" Type="http://schemas.openxmlformats.org/officeDocument/2006/relationships/image" Target="../media/image3.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8.jpg"/><Relationship Id="rId3" Type="http://schemas.openxmlformats.org/officeDocument/2006/relationships/image" Target="../media/image8.png"/><Relationship Id="rId4" Type="http://schemas.openxmlformats.org/officeDocument/2006/relationships/image" Target="../media/image3.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9.jpg"/><Relationship Id="rId3" Type="http://schemas.openxmlformats.org/officeDocument/2006/relationships/image" Target="../media/image5.png"/><Relationship Id="rId4" Type="http://schemas.openxmlformats.org/officeDocument/2006/relationships/image" Target="../media/image3.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8.png"/><Relationship Id="rId3" Type="http://schemas.openxmlformats.org/officeDocument/2006/relationships/image" Target="../media/image3.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3.jpg"/><Relationship Id="rId3" Type="http://schemas.openxmlformats.org/officeDocument/2006/relationships/image" Target="../media/image8.png"/><Relationship Id="rId4" Type="http://schemas.openxmlformats.org/officeDocument/2006/relationships/image" Target="../media/image3.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8.png"/><Relationship Id="rId3" Type="http://schemas.openxmlformats.org/officeDocument/2006/relationships/image" Target="../media/image3.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4.jpg"/><Relationship Id="rId3" Type="http://schemas.openxmlformats.org/officeDocument/2006/relationships/image" Target="../media/image8.png"/><Relationship Id="rId4" Type="http://schemas.openxmlformats.org/officeDocument/2006/relationships/image" Target="../media/image3.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6.jpg"/><Relationship Id="rId3" Type="http://schemas.openxmlformats.org/officeDocument/2006/relationships/image" Target="../media/image8.png"/><Relationship Id="rId4" Type="http://schemas.openxmlformats.org/officeDocument/2006/relationships/image" Target="../media/image3.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28.jpg"/><Relationship Id="rId3" Type="http://schemas.openxmlformats.org/officeDocument/2006/relationships/image" Target="../media/image8.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1" name="Shape 11"/>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2" name="Shape 12"/>
        <p:cNvGrpSpPr/>
        <p:nvPr/>
      </p:nvGrpSpPr>
      <p:grpSpPr>
        <a:xfrm>
          <a:off x="0" y="0"/>
          <a:ext cx="0" cy="0"/>
          <a:chOff x="0" y="0"/>
          <a:chExt cx="0" cy="0"/>
        </a:xfrm>
      </p:grpSpPr>
      <p:sp>
        <p:nvSpPr>
          <p:cNvPr id="13" name="Google Shape;13;p48"/>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48"/>
          <p:cNvSpPr txBox="1"/>
          <p:nvPr>
            <p:ph idx="1" type="subTitle"/>
          </p:nvPr>
        </p:nvSpPr>
        <p:spPr>
          <a:xfrm>
            <a:off x="457200" y="1604520"/>
            <a:ext cx="8229240" cy="39772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5" name="Shape 15"/>
        <p:cNvGrpSpPr/>
        <p:nvPr/>
      </p:nvGrpSpPr>
      <p:grpSpPr>
        <a:xfrm>
          <a:off x="0" y="0"/>
          <a:ext cx="0" cy="0"/>
          <a:chOff x="0" y="0"/>
          <a:chExt cx="0" cy="0"/>
        </a:xfrm>
      </p:grpSpPr>
      <p:sp>
        <p:nvSpPr>
          <p:cNvPr id="16" name="Google Shape;16;p49"/>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49"/>
          <p:cNvSpPr txBox="1"/>
          <p:nvPr>
            <p:ph idx="1" type="body"/>
          </p:nvPr>
        </p:nvSpPr>
        <p:spPr>
          <a:xfrm>
            <a:off x="457200" y="1604520"/>
            <a:ext cx="822924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8" name="Shape 18"/>
        <p:cNvGrpSpPr/>
        <p:nvPr/>
      </p:nvGrpSpPr>
      <p:grpSpPr>
        <a:xfrm>
          <a:off x="0" y="0"/>
          <a:ext cx="0" cy="0"/>
          <a:chOff x="0" y="0"/>
          <a:chExt cx="0" cy="0"/>
        </a:xfrm>
      </p:grpSpPr>
      <p:sp>
        <p:nvSpPr>
          <p:cNvPr id="19" name="Google Shape;19;p50"/>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50"/>
          <p:cNvSpPr txBox="1"/>
          <p:nvPr>
            <p:ph idx="1" type="body"/>
          </p:nvPr>
        </p:nvSpPr>
        <p:spPr>
          <a:xfrm>
            <a:off x="457200" y="1604520"/>
            <a:ext cx="401580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1" name="Google Shape;21;p50"/>
          <p:cNvSpPr txBox="1"/>
          <p:nvPr>
            <p:ph idx="2" type="body"/>
          </p:nvPr>
        </p:nvSpPr>
        <p:spPr>
          <a:xfrm>
            <a:off x="4674240" y="1604520"/>
            <a:ext cx="401580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2" name="Shape 22"/>
        <p:cNvGrpSpPr/>
        <p:nvPr/>
      </p:nvGrpSpPr>
      <p:grpSpPr>
        <a:xfrm>
          <a:off x="0" y="0"/>
          <a:ext cx="0" cy="0"/>
          <a:chOff x="0" y="0"/>
          <a:chExt cx="0" cy="0"/>
        </a:xfrm>
      </p:grpSpPr>
      <p:sp>
        <p:nvSpPr>
          <p:cNvPr id="23" name="Google Shape;23;p51"/>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4" name="Shape 24"/>
        <p:cNvGrpSpPr/>
        <p:nvPr/>
      </p:nvGrpSpPr>
      <p:grpSpPr>
        <a:xfrm>
          <a:off x="0" y="0"/>
          <a:ext cx="0" cy="0"/>
          <a:chOff x="0" y="0"/>
          <a:chExt cx="0" cy="0"/>
        </a:xfrm>
      </p:grpSpPr>
      <p:sp>
        <p:nvSpPr>
          <p:cNvPr id="25" name="Google Shape;25;p52"/>
          <p:cNvSpPr txBox="1"/>
          <p:nvPr>
            <p:ph idx="1" type="subTitle"/>
          </p:nvPr>
        </p:nvSpPr>
        <p:spPr>
          <a:xfrm>
            <a:off x="457200" y="273600"/>
            <a:ext cx="8229240" cy="530784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6" name="Shape 26"/>
        <p:cNvGrpSpPr/>
        <p:nvPr/>
      </p:nvGrpSpPr>
      <p:grpSpPr>
        <a:xfrm>
          <a:off x="0" y="0"/>
          <a:ext cx="0" cy="0"/>
          <a:chOff x="0" y="0"/>
          <a:chExt cx="0" cy="0"/>
        </a:xfrm>
      </p:grpSpPr>
      <p:sp>
        <p:nvSpPr>
          <p:cNvPr id="27" name="Google Shape;27;p53"/>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53"/>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9" name="Google Shape;29;p53"/>
          <p:cNvSpPr txBox="1"/>
          <p:nvPr>
            <p:ph idx="2" type="body"/>
          </p:nvPr>
        </p:nvSpPr>
        <p:spPr>
          <a:xfrm>
            <a:off x="4674240" y="1604520"/>
            <a:ext cx="401580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0" name="Google Shape;30;p53"/>
          <p:cNvSpPr txBox="1"/>
          <p:nvPr>
            <p:ph idx="3" type="body"/>
          </p:nvPr>
        </p:nvSpPr>
        <p:spPr>
          <a:xfrm>
            <a:off x="457200" y="368208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1" name="Shape 31"/>
        <p:cNvGrpSpPr/>
        <p:nvPr/>
      </p:nvGrpSpPr>
      <p:grpSpPr>
        <a:xfrm>
          <a:off x="0" y="0"/>
          <a:ext cx="0" cy="0"/>
          <a:chOff x="0" y="0"/>
          <a:chExt cx="0" cy="0"/>
        </a:xfrm>
      </p:grpSpPr>
      <p:sp>
        <p:nvSpPr>
          <p:cNvPr id="32" name="Google Shape;32;p54"/>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4"/>
          <p:cNvSpPr txBox="1"/>
          <p:nvPr>
            <p:ph idx="1" type="body"/>
          </p:nvPr>
        </p:nvSpPr>
        <p:spPr>
          <a:xfrm>
            <a:off x="457200" y="1604520"/>
            <a:ext cx="401580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4" name="Google Shape;34;p54"/>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5" name="Google Shape;35;p54"/>
          <p:cNvSpPr txBox="1"/>
          <p:nvPr>
            <p:ph idx="3" type="body"/>
          </p:nvPr>
        </p:nvSpPr>
        <p:spPr>
          <a:xfrm>
            <a:off x="4674240" y="368208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36" name="Shape 36"/>
        <p:cNvGrpSpPr/>
        <p:nvPr/>
      </p:nvGrpSpPr>
      <p:grpSpPr>
        <a:xfrm>
          <a:off x="0" y="0"/>
          <a:ext cx="0" cy="0"/>
          <a:chOff x="0" y="0"/>
          <a:chExt cx="0" cy="0"/>
        </a:xfrm>
      </p:grpSpPr>
      <p:sp>
        <p:nvSpPr>
          <p:cNvPr id="37" name="Google Shape;37;p55"/>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5"/>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9" name="Google Shape;39;p55"/>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0" name="Google Shape;40;p55"/>
          <p:cNvSpPr txBox="1"/>
          <p:nvPr>
            <p:ph idx="3" type="body"/>
          </p:nvPr>
        </p:nvSpPr>
        <p:spPr>
          <a:xfrm>
            <a:off x="457200" y="3682080"/>
            <a:ext cx="82292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41" name="Shape 41"/>
        <p:cNvGrpSpPr/>
        <p:nvPr/>
      </p:nvGrpSpPr>
      <p:grpSpPr>
        <a:xfrm>
          <a:off x="0" y="0"/>
          <a:ext cx="0" cy="0"/>
          <a:chOff x="0" y="0"/>
          <a:chExt cx="0" cy="0"/>
        </a:xfrm>
      </p:grpSpPr>
      <p:sp>
        <p:nvSpPr>
          <p:cNvPr id="42" name="Google Shape;42;p56"/>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56"/>
          <p:cNvSpPr txBox="1"/>
          <p:nvPr>
            <p:ph idx="1" type="body"/>
          </p:nvPr>
        </p:nvSpPr>
        <p:spPr>
          <a:xfrm>
            <a:off x="457200" y="1604520"/>
            <a:ext cx="82292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4" name="Google Shape;44;p56"/>
          <p:cNvSpPr txBox="1"/>
          <p:nvPr>
            <p:ph idx="2" type="body"/>
          </p:nvPr>
        </p:nvSpPr>
        <p:spPr>
          <a:xfrm>
            <a:off x="457200" y="3682080"/>
            <a:ext cx="82292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45" name="Shape 45"/>
        <p:cNvGrpSpPr/>
        <p:nvPr/>
      </p:nvGrpSpPr>
      <p:grpSpPr>
        <a:xfrm>
          <a:off x="0" y="0"/>
          <a:ext cx="0" cy="0"/>
          <a:chOff x="0" y="0"/>
          <a:chExt cx="0" cy="0"/>
        </a:xfrm>
      </p:grpSpPr>
      <p:sp>
        <p:nvSpPr>
          <p:cNvPr id="46" name="Google Shape;46;p57"/>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57"/>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8" name="Google Shape;48;p57"/>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9" name="Google Shape;49;p57"/>
          <p:cNvSpPr txBox="1"/>
          <p:nvPr>
            <p:ph idx="3" type="body"/>
          </p:nvPr>
        </p:nvSpPr>
        <p:spPr>
          <a:xfrm>
            <a:off x="457200" y="368208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0" name="Google Shape;50;p57"/>
          <p:cNvSpPr txBox="1"/>
          <p:nvPr>
            <p:ph idx="4" type="body"/>
          </p:nvPr>
        </p:nvSpPr>
        <p:spPr>
          <a:xfrm>
            <a:off x="4674240" y="368208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51" name="Shape 51"/>
        <p:cNvGrpSpPr/>
        <p:nvPr/>
      </p:nvGrpSpPr>
      <p:grpSpPr>
        <a:xfrm>
          <a:off x="0" y="0"/>
          <a:ext cx="0" cy="0"/>
          <a:chOff x="0" y="0"/>
          <a:chExt cx="0" cy="0"/>
        </a:xfrm>
      </p:grpSpPr>
      <p:sp>
        <p:nvSpPr>
          <p:cNvPr id="52" name="Google Shape;52;p58"/>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58"/>
          <p:cNvSpPr txBox="1"/>
          <p:nvPr>
            <p:ph idx="1" type="body"/>
          </p:nvPr>
        </p:nvSpPr>
        <p:spPr>
          <a:xfrm>
            <a:off x="457200" y="1604520"/>
            <a:ext cx="26496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4" name="Google Shape;54;p58"/>
          <p:cNvSpPr txBox="1"/>
          <p:nvPr>
            <p:ph idx="2" type="body"/>
          </p:nvPr>
        </p:nvSpPr>
        <p:spPr>
          <a:xfrm>
            <a:off x="3239640" y="1604520"/>
            <a:ext cx="26496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5" name="Google Shape;55;p58"/>
          <p:cNvSpPr txBox="1"/>
          <p:nvPr>
            <p:ph idx="3" type="body"/>
          </p:nvPr>
        </p:nvSpPr>
        <p:spPr>
          <a:xfrm>
            <a:off x="6022080" y="1604520"/>
            <a:ext cx="26496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6" name="Google Shape;56;p58"/>
          <p:cNvSpPr txBox="1"/>
          <p:nvPr>
            <p:ph idx="4" type="body"/>
          </p:nvPr>
        </p:nvSpPr>
        <p:spPr>
          <a:xfrm>
            <a:off x="457200" y="3682080"/>
            <a:ext cx="26496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7" name="Google Shape;57;p58"/>
          <p:cNvSpPr txBox="1"/>
          <p:nvPr>
            <p:ph idx="5" type="body"/>
          </p:nvPr>
        </p:nvSpPr>
        <p:spPr>
          <a:xfrm>
            <a:off x="3239640" y="3682080"/>
            <a:ext cx="26496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8" name="Google Shape;58;p58"/>
          <p:cNvSpPr txBox="1"/>
          <p:nvPr>
            <p:ph idx="6" type="body"/>
          </p:nvPr>
        </p:nvSpPr>
        <p:spPr>
          <a:xfrm>
            <a:off x="6022080" y="3682080"/>
            <a:ext cx="26496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66" name="Shape 66"/>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67" name="Shape 67"/>
        <p:cNvGrpSpPr/>
        <p:nvPr/>
      </p:nvGrpSpPr>
      <p:grpSpPr>
        <a:xfrm>
          <a:off x="0" y="0"/>
          <a:ext cx="0" cy="0"/>
          <a:chOff x="0" y="0"/>
          <a:chExt cx="0" cy="0"/>
        </a:xfrm>
      </p:grpSpPr>
      <p:sp>
        <p:nvSpPr>
          <p:cNvPr id="68" name="Google Shape;68;p81"/>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81"/>
          <p:cNvSpPr txBox="1"/>
          <p:nvPr>
            <p:ph idx="1" type="subTitle"/>
          </p:nvPr>
        </p:nvSpPr>
        <p:spPr>
          <a:xfrm>
            <a:off x="457200" y="1604520"/>
            <a:ext cx="8229240" cy="39772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70" name="Shape 70"/>
        <p:cNvGrpSpPr/>
        <p:nvPr/>
      </p:nvGrpSpPr>
      <p:grpSpPr>
        <a:xfrm>
          <a:off x="0" y="0"/>
          <a:ext cx="0" cy="0"/>
          <a:chOff x="0" y="0"/>
          <a:chExt cx="0" cy="0"/>
        </a:xfrm>
      </p:grpSpPr>
      <p:sp>
        <p:nvSpPr>
          <p:cNvPr id="71" name="Google Shape;71;p82"/>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82"/>
          <p:cNvSpPr txBox="1"/>
          <p:nvPr>
            <p:ph idx="1" type="body"/>
          </p:nvPr>
        </p:nvSpPr>
        <p:spPr>
          <a:xfrm>
            <a:off x="457200" y="1604520"/>
            <a:ext cx="822924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73" name="Shape 73"/>
        <p:cNvGrpSpPr/>
        <p:nvPr/>
      </p:nvGrpSpPr>
      <p:grpSpPr>
        <a:xfrm>
          <a:off x="0" y="0"/>
          <a:ext cx="0" cy="0"/>
          <a:chOff x="0" y="0"/>
          <a:chExt cx="0" cy="0"/>
        </a:xfrm>
      </p:grpSpPr>
      <p:sp>
        <p:nvSpPr>
          <p:cNvPr id="74" name="Google Shape;74;p83"/>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83"/>
          <p:cNvSpPr txBox="1"/>
          <p:nvPr>
            <p:ph idx="1" type="body"/>
          </p:nvPr>
        </p:nvSpPr>
        <p:spPr>
          <a:xfrm>
            <a:off x="457200" y="1604520"/>
            <a:ext cx="401580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76" name="Google Shape;76;p83"/>
          <p:cNvSpPr txBox="1"/>
          <p:nvPr>
            <p:ph idx="2" type="body"/>
          </p:nvPr>
        </p:nvSpPr>
        <p:spPr>
          <a:xfrm>
            <a:off x="4674240" y="1604520"/>
            <a:ext cx="401580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7" name="Shape 77"/>
        <p:cNvGrpSpPr/>
        <p:nvPr/>
      </p:nvGrpSpPr>
      <p:grpSpPr>
        <a:xfrm>
          <a:off x="0" y="0"/>
          <a:ext cx="0" cy="0"/>
          <a:chOff x="0" y="0"/>
          <a:chExt cx="0" cy="0"/>
        </a:xfrm>
      </p:grpSpPr>
      <p:sp>
        <p:nvSpPr>
          <p:cNvPr id="78" name="Google Shape;78;p84"/>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79" name="Shape 79"/>
        <p:cNvGrpSpPr/>
        <p:nvPr/>
      </p:nvGrpSpPr>
      <p:grpSpPr>
        <a:xfrm>
          <a:off x="0" y="0"/>
          <a:ext cx="0" cy="0"/>
          <a:chOff x="0" y="0"/>
          <a:chExt cx="0" cy="0"/>
        </a:xfrm>
      </p:grpSpPr>
      <p:sp>
        <p:nvSpPr>
          <p:cNvPr id="80" name="Google Shape;80;p85"/>
          <p:cNvSpPr txBox="1"/>
          <p:nvPr>
            <p:ph idx="1" type="subTitle"/>
          </p:nvPr>
        </p:nvSpPr>
        <p:spPr>
          <a:xfrm>
            <a:off x="457200" y="273600"/>
            <a:ext cx="8229240" cy="530784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81" name="Shape 81"/>
        <p:cNvGrpSpPr/>
        <p:nvPr/>
      </p:nvGrpSpPr>
      <p:grpSpPr>
        <a:xfrm>
          <a:off x="0" y="0"/>
          <a:ext cx="0" cy="0"/>
          <a:chOff x="0" y="0"/>
          <a:chExt cx="0" cy="0"/>
        </a:xfrm>
      </p:grpSpPr>
      <p:sp>
        <p:nvSpPr>
          <p:cNvPr id="82" name="Google Shape;82;p86"/>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86"/>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84" name="Google Shape;84;p86"/>
          <p:cNvSpPr txBox="1"/>
          <p:nvPr>
            <p:ph idx="2" type="body"/>
          </p:nvPr>
        </p:nvSpPr>
        <p:spPr>
          <a:xfrm>
            <a:off x="4674240" y="1604520"/>
            <a:ext cx="401580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85" name="Google Shape;85;p86"/>
          <p:cNvSpPr txBox="1"/>
          <p:nvPr>
            <p:ph idx="3" type="body"/>
          </p:nvPr>
        </p:nvSpPr>
        <p:spPr>
          <a:xfrm>
            <a:off x="457200" y="368208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86" name="Shape 86"/>
        <p:cNvGrpSpPr/>
        <p:nvPr/>
      </p:nvGrpSpPr>
      <p:grpSpPr>
        <a:xfrm>
          <a:off x="0" y="0"/>
          <a:ext cx="0" cy="0"/>
          <a:chOff x="0" y="0"/>
          <a:chExt cx="0" cy="0"/>
        </a:xfrm>
      </p:grpSpPr>
      <p:sp>
        <p:nvSpPr>
          <p:cNvPr id="87" name="Google Shape;87;p87"/>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87"/>
          <p:cNvSpPr txBox="1"/>
          <p:nvPr>
            <p:ph idx="1" type="body"/>
          </p:nvPr>
        </p:nvSpPr>
        <p:spPr>
          <a:xfrm>
            <a:off x="457200" y="1604520"/>
            <a:ext cx="401580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89" name="Google Shape;89;p87"/>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90" name="Google Shape;90;p87"/>
          <p:cNvSpPr txBox="1"/>
          <p:nvPr>
            <p:ph idx="3" type="body"/>
          </p:nvPr>
        </p:nvSpPr>
        <p:spPr>
          <a:xfrm>
            <a:off x="4674240" y="368208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91" name="Shape 91"/>
        <p:cNvGrpSpPr/>
        <p:nvPr/>
      </p:nvGrpSpPr>
      <p:grpSpPr>
        <a:xfrm>
          <a:off x="0" y="0"/>
          <a:ext cx="0" cy="0"/>
          <a:chOff x="0" y="0"/>
          <a:chExt cx="0" cy="0"/>
        </a:xfrm>
      </p:grpSpPr>
      <p:sp>
        <p:nvSpPr>
          <p:cNvPr id="92" name="Google Shape;92;p88"/>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88"/>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94" name="Google Shape;94;p88"/>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95" name="Google Shape;95;p88"/>
          <p:cNvSpPr txBox="1"/>
          <p:nvPr>
            <p:ph idx="3" type="body"/>
          </p:nvPr>
        </p:nvSpPr>
        <p:spPr>
          <a:xfrm>
            <a:off x="457200" y="3682080"/>
            <a:ext cx="82292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96" name="Shape 96"/>
        <p:cNvGrpSpPr/>
        <p:nvPr/>
      </p:nvGrpSpPr>
      <p:grpSpPr>
        <a:xfrm>
          <a:off x="0" y="0"/>
          <a:ext cx="0" cy="0"/>
          <a:chOff x="0" y="0"/>
          <a:chExt cx="0" cy="0"/>
        </a:xfrm>
      </p:grpSpPr>
      <p:sp>
        <p:nvSpPr>
          <p:cNvPr id="97" name="Google Shape;97;p89"/>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89"/>
          <p:cNvSpPr txBox="1"/>
          <p:nvPr>
            <p:ph idx="1" type="body"/>
          </p:nvPr>
        </p:nvSpPr>
        <p:spPr>
          <a:xfrm>
            <a:off x="457200" y="1604520"/>
            <a:ext cx="82292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99" name="Google Shape;99;p89"/>
          <p:cNvSpPr txBox="1"/>
          <p:nvPr>
            <p:ph idx="2" type="body"/>
          </p:nvPr>
        </p:nvSpPr>
        <p:spPr>
          <a:xfrm>
            <a:off x="457200" y="3682080"/>
            <a:ext cx="82292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00" name="Shape 100"/>
        <p:cNvGrpSpPr/>
        <p:nvPr/>
      </p:nvGrpSpPr>
      <p:grpSpPr>
        <a:xfrm>
          <a:off x="0" y="0"/>
          <a:ext cx="0" cy="0"/>
          <a:chOff x="0" y="0"/>
          <a:chExt cx="0" cy="0"/>
        </a:xfrm>
      </p:grpSpPr>
      <p:sp>
        <p:nvSpPr>
          <p:cNvPr id="101" name="Google Shape;101;p90"/>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90"/>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03" name="Google Shape;103;p90"/>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04" name="Google Shape;104;p90"/>
          <p:cNvSpPr txBox="1"/>
          <p:nvPr>
            <p:ph idx="3" type="body"/>
          </p:nvPr>
        </p:nvSpPr>
        <p:spPr>
          <a:xfrm>
            <a:off x="457200" y="368208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05" name="Google Shape;105;p90"/>
          <p:cNvSpPr txBox="1"/>
          <p:nvPr>
            <p:ph idx="4" type="body"/>
          </p:nvPr>
        </p:nvSpPr>
        <p:spPr>
          <a:xfrm>
            <a:off x="4674240" y="368208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06" name="Shape 106"/>
        <p:cNvGrpSpPr/>
        <p:nvPr/>
      </p:nvGrpSpPr>
      <p:grpSpPr>
        <a:xfrm>
          <a:off x="0" y="0"/>
          <a:ext cx="0" cy="0"/>
          <a:chOff x="0" y="0"/>
          <a:chExt cx="0" cy="0"/>
        </a:xfrm>
      </p:grpSpPr>
      <p:sp>
        <p:nvSpPr>
          <p:cNvPr id="107" name="Google Shape;107;p91"/>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91"/>
          <p:cNvSpPr txBox="1"/>
          <p:nvPr>
            <p:ph idx="1" type="body"/>
          </p:nvPr>
        </p:nvSpPr>
        <p:spPr>
          <a:xfrm>
            <a:off x="457200" y="1604520"/>
            <a:ext cx="26496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09" name="Google Shape;109;p91"/>
          <p:cNvSpPr txBox="1"/>
          <p:nvPr>
            <p:ph idx="2" type="body"/>
          </p:nvPr>
        </p:nvSpPr>
        <p:spPr>
          <a:xfrm>
            <a:off x="3239640" y="1604520"/>
            <a:ext cx="26496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10" name="Google Shape;110;p91"/>
          <p:cNvSpPr txBox="1"/>
          <p:nvPr>
            <p:ph idx="3" type="body"/>
          </p:nvPr>
        </p:nvSpPr>
        <p:spPr>
          <a:xfrm>
            <a:off x="6022080" y="1604520"/>
            <a:ext cx="26496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11" name="Google Shape;111;p91"/>
          <p:cNvSpPr txBox="1"/>
          <p:nvPr>
            <p:ph idx="4" type="body"/>
          </p:nvPr>
        </p:nvSpPr>
        <p:spPr>
          <a:xfrm>
            <a:off x="457200" y="3682080"/>
            <a:ext cx="26496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12" name="Google Shape;112;p91"/>
          <p:cNvSpPr txBox="1"/>
          <p:nvPr>
            <p:ph idx="5" type="body"/>
          </p:nvPr>
        </p:nvSpPr>
        <p:spPr>
          <a:xfrm>
            <a:off x="3239640" y="3682080"/>
            <a:ext cx="26496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13" name="Google Shape;113;p91"/>
          <p:cNvSpPr txBox="1"/>
          <p:nvPr>
            <p:ph idx="6" type="body"/>
          </p:nvPr>
        </p:nvSpPr>
        <p:spPr>
          <a:xfrm>
            <a:off x="6022080" y="3682080"/>
            <a:ext cx="26496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20" name="Shape 120"/>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1" name="Shape 121"/>
        <p:cNvGrpSpPr/>
        <p:nvPr/>
      </p:nvGrpSpPr>
      <p:grpSpPr>
        <a:xfrm>
          <a:off x="0" y="0"/>
          <a:ext cx="0" cy="0"/>
          <a:chOff x="0" y="0"/>
          <a:chExt cx="0" cy="0"/>
        </a:xfrm>
      </p:grpSpPr>
      <p:sp>
        <p:nvSpPr>
          <p:cNvPr id="122" name="Google Shape;122;p183"/>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23" name="Shape 123"/>
        <p:cNvGrpSpPr/>
        <p:nvPr/>
      </p:nvGrpSpPr>
      <p:grpSpPr>
        <a:xfrm>
          <a:off x="0" y="0"/>
          <a:ext cx="0" cy="0"/>
          <a:chOff x="0" y="0"/>
          <a:chExt cx="0" cy="0"/>
        </a:xfrm>
      </p:grpSpPr>
      <p:sp>
        <p:nvSpPr>
          <p:cNvPr id="124" name="Google Shape;124;p180"/>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180"/>
          <p:cNvSpPr txBox="1"/>
          <p:nvPr>
            <p:ph idx="1" type="subTitle"/>
          </p:nvPr>
        </p:nvSpPr>
        <p:spPr>
          <a:xfrm>
            <a:off x="457200" y="1604520"/>
            <a:ext cx="8229240" cy="39772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26" name="Shape 126"/>
        <p:cNvGrpSpPr/>
        <p:nvPr/>
      </p:nvGrpSpPr>
      <p:grpSpPr>
        <a:xfrm>
          <a:off x="0" y="0"/>
          <a:ext cx="0" cy="0"/>
          <a:chOff x="0" y="0"/>
          <a:chExt cx="0" cy="0"/>
        </a:xfrm>
      </p:grpSpPr>
      <p:sp>
        <p:nvSpPr>
          <p:cNvPr id="127" name="Google Shape;127;p181"/>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p181"/>
          <p:cNvSpPr txBox="1"/>
          <p:nvPr>
            <p:ph idx="1" type="body"/>
          </p:nvPr>
        </p:nvSpPr>
        <p:spPr>
          <a:xfrm>
            <a:off x="457200" y="1604520"/>
            <a:ext cx="822924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29" name="Shape 129"/>
        <p:cNvGrpSpPr/>
        <p:nvPr/>
      </p:nvGrpSpPr>
      <p:grpSpPr>
        <a:xfrm>
          <a:off x="0" y="0"/>
          <a:ext cx="0" cy="0"/>
          <a:chOff x="0" y="0"/>
          <a:chExt cx="0" cy="0"/>
        </a:xfrm>
      </p:grpSpPr>
      <p:sp>
        <p:nvSpPr>
          <p:cNvPr id="130" name="Google Shape;130;p182"/>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182"/>
          <p:cNvSpPr txBox="1"/>
          <p:nvPr>
            <p:ph idx="1" type="body"/>
          </p:nvPr>
        </p:nvSpPr>
        <p:spPr>
          <a:xfrm>
            <a:off x="457200" y="1604520"/>
            <a:ext cx="401580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32" name="Google Shape;132;p182"/>
          <p:cNvSpPr txBox="1"/>
          <p:nvPr>
            <p:ph idx="2" type="body"/>
          </p:nvPr>
        </p:nvSpPr>
        <p:spPr>
          <a:xfrm>
            <a:off x="4674240" y="1604520"/>
            <a:ext cx="401580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133" name="Shape 133"/>
        <p:cNvGrpSpPr/>
        <p:nvPr/>
      </p:nvGrpSpPr>
      <p:grpSpPr>
        <a:xfrm>
          <a:off x="0" y="0"/>
          <a:ext cx="0" cy="0"/>
          <a:chOff x="0" y="0"/>
          <a:chExt cx="0" cy="0"/>
        </a:xfrm>
      </p:grpSpPr>
      <p:sp>
        <p:nvSpPr>
          <p:cNvPr id="134" name="Google Shape;134;p184"/>
          <p:cNvSpPr txBox="1"/>
          <p:nvPr>
            <p:ph idx="1" type="subTitle"/>
          </p:nvPr>
        </p:nvSpPr>
        <p:spPr>
          <a:xfrm>
            <a:off x="457200" y="273600"/>
            <a:ext cx="8229240" cy="530784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35" name="Shape 135"/>
        <p:cNvGrpSpPr/>
        <p:nvPr/>
      </p:nvGrpSpPr>
      <p:grpSpPr>
        <a:xfrm>
          <a:off x="0" y="0"/>
          <a:ext cx="0" cy="0"/>
          <a:chOff x="0" y="0"/>
          <a:chExt cx="0" cy="0"/>
        </a:xfrm>
      </p:grpSpPr>
      <p:sp>
        <p:nvSpPr>
          <p:cNvPr id="136" name="Google Shape;136;p185"/>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7" name="Google Shape;137;p185"/>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38" name="Google Shape;138;p185"/>
          <p:cNvSpPr txBox="1"/>
          <p:nvPr>
            <p:ph idx="2" type="body"/>
          </p:nvPr>
        </p:nvSpPr>
        <p:spPr>
          <a:xfrm>
            <a:off x="4674240" y="1604520"/>
            <a:ext cx="401580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39" name="Google Shape;139;p185"/>
          <p:cNvSpPr txBox="1"/>
          <p:nvPr>
            <p:ph idx="3" type="body"/>
          </p:nvPr>
        </p:nvSpPr>
        <p:spPr>
          <a:xfrm>
            <a:off x="457200" y="368208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40" name="Shape 140"/>
        <p:cNvGrpSpPr/>
        <p:nvPr/>
      </p:nvGrpSpPr>
      <p:grpSpPr>
        <a:xfrm>
          <a:off x="0" y="0"/>
          <a:ext cx="0" cy="0"/>
          <a:chOff x="0" y="0"/>
          <a:chExt cx="0" cy="0"/>
        </a:xfrm>
      </p:grpSpPr>
      <p:sp>
        <p:nvSpPr>
          <p:cNvPr id="141" name="Google Shape;141;p186"/>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186"/>
          <p:cNvSpPr txBox="1"/>
          <p:nvPr>
            <p:ph idx="1" type="body"/>
          </p:nvPr>
        </p:nvSpPr>
        <p:spPr>
          <a:xfrm>
            <a:off x="457200" y="1604520"/>
            <a:ext cx="401580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43" name="Google Shape;143;p186"/>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44" name="Google Shape;144;p186"/>
          <p:cNvSpPr txBox="1"/>
          <p:nvPr>
            <p:ph idx="3" type="body"/>
          </p:nvPr>
        </p:nvSpPr>
        <p:spPr>
          <a:xfrm>
            <a:off x="4674240" y="368208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145" name="Shape 145"/>
        <p:cNvGrpSpPr/>
        <p:nvPr/>
      </p:nvGrpSpPr>
      <p:grpSpPr>
        <a:xfrm>
          <a:off x="0" y="0"/>
          <a:ext cx="0" cy="0"/>
          <a:chOff x="0" y="0"/>
          <a:chExt cx="0" cy="0"/>
        </a:xfrm>
      </p:grpSpPr>
      <p:sp>
        <p:nvSpPr>
          <p:cNvPr id="146" name="Google Shape;146;p187"/>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7" name="Google Shape;147;p187"/>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48" name="Google Shape;148;p187"/>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49" name="Google Shape;149;p187"/>
          <p:cNvSpPr txBox="1"/>
          <p:nvPr>
            <p:ph idx="3" type="body"/>
          </p:nvPr>
        </p:nvSpPr>
        <p:spPr>
          <a:xfrm>
            <a:off x="457200" y="3682080"/>
            <a:ext cx="82292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150" name="Shape 150"/>
        <p:cNvGrpSpPr/>
        <p:nvPr/>
      </p:nvGrpSpPr>
      <p:grpSpPr>
        <a:xfrm>
          <a:off x="0" y="0"/>
          <a:ext cx="0" cy="0"/>
          <a:chOff x="0" y="0"/>
          <a:chExt cx="0" cy="0"/>
        </a:xfrm>
      </p:grpSpPr>
      <p:sp>
        <p:nvSpPr>
          <p:cNvPr id="151" name="Google Shape;151;p188"/>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p188"/>
          <p:cNvSpPr txBox="1"/>
          <p:nvPr>
            <p:ph idx="1" type="body"/>
          </p:nvPr>
        </p:nvSpPr>
        <p:spPr>
          <a:xfrm>
            <a:off x="457200" y="1604520"/>
            <a:ext cx="82292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53" name="Google Shape;153;p188"/>
          <p:cNvSpPr txBox="1"/>
          <p:nvPr>
            <p:ph idx="2" type="body"/>
          </p:nvPr>
        </p:nvSpPr>
        <p:spPr>
          <a:xfrm>
            <a:off x="457200" y="3682080"/>
            <a:ext cx="82292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54" name="Shape 154"/>
        <p:cNvGrpSpPr/>
        <p:nvPr/>
      </p:nvGrpSpPr>
      <p:grpSpPr>
        <a:xfrm>
          <a:off x="0" y="0"/>
          <a:ext cx="0" cy="0"/>
          <a:chOff x="0" y="0"/>
          <a:chExt cx="0" cy="0"/>
        </a:xfrm>
      </p:grpSpPr>
      <p:sp>
        <p:nvSpPr>
          <p:cNvPr id="155" name="Google Shape;155;p189"/>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6" name="Google Shape;156;p189"/>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57" name="Google Shape;157;p189"/>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58" name="Google Shape;158;p189"/>
          <p:cNvSpPr txBox="1"/>
          <p:nvPr>
            <p:ph idx="3" type="body"/>
          </p:nvPr>
        </p:nvSpPr>
        <p:spPr>
          <a:xfrm>
            <a:off x="457200" y="368208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59" name="Google Shape;159;p189"/>
          <p:cNvSpPr txBox="1"/>
          <p:nvPr>
            <p:ph idx="4" type="body"/>
          </p:nvPr>
        </p:nvSpPr>
        <p:spPr>
          <a:xfrm>
            <a:off x="4674240" y="368208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60" name="Shape 160"/>
        <p:cNvGrpSpPr/>
        <p:nvPr/>
      </p:nvGrpSpPr>
      <p:grpSpPr>
        <a:xfrm>
          <a:off x="0" y="0"/>
          <a:ext cx="0" cy="0"/>
          <a:chOff x="0" y="0"/>
          <a:chExt cx="0" cy="0"/>
        </a:xfrm>
      </p:grpSpPr>
      <p:sp>
        <p:nvSpPr>
          <p:cNvPr id="161" name="Google Shape;161;p190"/>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2" name="Google Shape;162;p190"/>
          <p:cNvSpPr txBox="1"/>
          <p:nvPr>
            <p:ph idx="1" type="body"/>
          </p:nvPr>
        </p:nvSpPr>
        <p:spPr>
          <a:xfrm>
            <a:off x="457200" y="1604520"/>
            <a:ext cx="26496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63" name="Google Shape;163;p190"/>
          <p:cNvSpPr txBox="1"/>
          <p:nvPr>
            <p:ph idx="2" type="body"/>
          </p:nvPr>
        </p:nvSpPr>
        <p:spPr>
          <a:xfrm>
            <a:off x="3239640" y="1604520"/>
            <a:ext cx="26496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64" name="Google Shape;164;p190"/>
          <p:cNvSpPr txBox="1"/>
          <p:nvPr>
            <p:ph idx="3" type="body"/>
          </p:nvPr>
        </p:nvSpPr>
        <p:spPr>
          <a:xfrm>
            <a:off x="6022080" y="1604520"/>
            <a:ext cx="26496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65" name="Google Shape;165;p190"/>
          <p:cNvSpPr txBox="1"/>
          <p:nvPr>
            <p:ph idx="4" type="body"/>
          </p:nvPr>
        </p:nvSpPr>
        <p:spPr>
          <a:xfrm>
            <a:off x="457200" y="3682080"/>
            <a:ext cx="26496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66" name="Google Shape;166;p190"/>
          <p:cNvSpPr txBox="1"/>
          <p:nvPr>
            <p:ph idx="5" type="body"/>
          </p:nvPr>
        </p:nvSpPr>
        <p:spPr>
          <a:xfrm>
            <a:off x="3239640" y="3682080"/>
            <a:ext cx="26496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67" name="Google Shape;167;p190"/>
          <p:cNvSpPr txBox="1"/>
          <p:nvPr>
            <p:ph idx="6" type="body"/>
          </p:nvPr>
        </p:nvSpPr>
        <p:spPr>
          <a:xfrm>
            <a:off x="6022080" y="3682080"/>
            <a:ext cx="26496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76" name="Shape 176"/>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77" name="Shape 177"/>
        <p:cNvGrpSpPr/>
        <p:nvPr/>
      </p:nvGrpSpPr>
      <p:grpSpPr>
        <a:xfrm>
          <a:off x="0" y="0"/>
          <a:ext cx="0" cy="0"/>
          <a:chOff x="0" y="0"/>
          <a:chExt cx="0" cy="0"/>
        </a:xfrm>
      </p:grpSpPr>
      <p:sp>
        <p:nvSpPr>
          <p:cNvPr id="178" name="Google Shape;178;p158"/>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9" name="Google Shape;179;p158"/>
          <p:cNvSpPr txBox="1"/>
          <p:nvPr>
            <p:ph idx="1" type="subTitle"/>
          </p:nvPr>
        </p:nvSpPr>
        <p:spPr>
          <a:xfrm>
            <a:off x="457200" y="1604520"/>
            <a:ext cx="8229240" cy="397728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80" name="Shape 180"/>
        <p:cNvGrpSpPr/>
        <p:nvPr/>
      </p:nvGrpSpPr>
      <p:grpSpPr>
        <a:xfrm>
          <a:off x="0" y="0"/>
          <a:ext cx="0" cy="0"/>
          <a:chOff x="0" y="0"/>
          <a:chExt cx="0" cy="0"/>
        </a:xfrm>
      </p:grpSpPr>
      <p:sp>
        <p:nvSpPr>
          <p:cNvPr id="181" name="Google Shape;181;p159"/>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2" name="Google Shape;182;p159"/>
          <p:cNvSpPr txBox="1"/>
          <p:nvPr>
            <p:ph idx="1" type="body"/>
          </p:nvPr>
        </p:nvSpPr>
        <p:spPr>
          <a:xfrm>
            <a:off x="457200" y="1604520"/>
            <a:ext cx="822924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83" name="Shape 183"/>
        <p:cNvGrpSpPr/>
        <p:nvPr/>
      </p:nvGrpSpPr>
      <p:grpSpPr>
        <a:xfrm>
          <a:off x="0" y="0"/>
          <a:ext cx="0" cy="0"/>
          <a:chOff x="0" y="0"/>
          <a:chExt cx="0" cy="0"/>
        </a:xfrm>
      </p:grpSpPr>
      <p:sp>
        <p:nvSpPr>
          <p:cNvPr id="184" name="Google Shape;184;p160"/>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5" name="Google Shape;185;p160"/>
          <p:cNvSpPr txBox="1"/>
          <p:nvPr>
            <p:ph idx="1" type="body"/>
          </p:nvPr>
        </p:nvSpPr>
        <p:spPr>
          <a:xfrm>
            <a:off x="457200" y="1604520"/>
            <a:ext cx="401580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86" name="Google Shape;186;p160"/>
          <p:cNvSpPr txBox="1"/>
          <p:nvPr>
            <p:ph idx="2" type="body"/>
          </p:nvPr>
        </p:nvSpPr>
        <p:spPr>
          <a:xfrm>
            <a:off x="4674240" y="1604520"/>
            <a:ext cx="401580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7" name="Shape 187"/>
        <p:cNvGrpSpPr/>
        <p:nvPr/>
      </p:nvGrpSpPr>
      <p:grpSpPr>
        <a:xfrm>
          <a:off x="0" y="0"/>
          <a:ext cx="0" cy="0"/>
          <a:chOff x="0" y="0"/>
          <a:chExt cx="0" cy="0"/>
        </a:xfrm>
      </p:grpSpPr>
      <p:sp>
        <p:nvSpPr>
          <p:cNvPr id="188" name="Google Shape;188;p161"/>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189" name="Shape 189"/>
        <p:cNvGrpSpPr/>
        <p:nvPr/>
      </p:nvGrpSpPr>
      <p:grpSpPr>
        <a:xfrm>
          <a:off x="0" y="0"/>
          <a:ext cx="0" cy="0"/>
          <a:chOff x="0" y="0"/>
          <a:chExt cx="0" cy="0"/>
        </a:xfrm>
      </p:grpSpPr>
      <p:sp>
        <p:nvSpPr>
          <p:cNvPr id="190" name="Google Shape;190;p162"/>
          <p:cNvSpPr txBox="1"/>
          <p:nvPr>
            <p:ph idx="1" type="subTitle"/>
          </p:nvPr>
        </p:nvSpPr>
        <p:spPr>
          <a:xfrm>
            <a:off x="457200" y="273600"/>
            <a:ext cx="8229240" cy="530784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91" name="Shape 191"/>
        <p:cNvGrpSpPr/>
        <p:nvPr/>
      </p:nvGrpSpPr>
      <p:grpSpPr>
        <a:xfrm>
          <a:off x="0" y="0"/>
          <a:ext cx="0" cy="0"/>
          <a:chOff x="0" y="0"/>
          <a:chExt cx="0" cy="0"/>
        </a:xfrm>
      </p:grpSpPr>
      <p:sp>
        <p:nvSpPr>
          <p:cNvPr id="192" name="Google Shape;192;p163"/>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3" name="Google Shape;193;p163"/>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94" name="Google Shape;194;p163"/>
          <p:cNvSpPr txBox="1"/>
          <p:nvPr>
            <p:ph idx="2" type="body"/>
          </p:nvPr>
        </p:nvSpPr>
        <p:spPr>
          <a:xfrm>
            <a:off x="4674240" y="1604520"/>
            <a:ext cx="401580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95" name="Google Shape;195;p163"/>
          <p:cNvSpPr txBox="1"/>
          <p:nvPr>
            <p:ph idx="3" type="body"/>
          </p:nvPr>
        </p:nvSpPr>
        <p:spPr>
          <a:xfrm>
            <a:off x="457200" y="368208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96" name="Shape 196"/>
        <p:cNvGrpSpPr/>
        <p:nvPr/>
      </p:nvGrpSpPr>
      <p:grpSpPr>
        <a:xfrm>
          <a:off x="0" y="0"/>
          <a:ext cx="0" cy="0"/>
          <a:chOff x="0" y="0"/>
          <a:chExt cx="0" cy="0"/>
        </a:xfrm>
      </p:grpSpPr>
      <p:sp>
        <p:nvSpPr>
          <p:cNvPr id="197" name="Google Shape;197;p164"/>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8" name="Google Shape;198;p164"/>
          <p:cNvSpPr txBox="1"/>
          <p:nvPr>
            <p:ph idx="1" type="body"/>
          </p:nvPr>
        </p:nvSpPr>
        <p:spPr>
          <a:xfrm>
            <a:off x="457200" y="1604520"/>
            <a:ext cx="4015800" cy="397728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99" name="Google Shape;199;p164"/>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00" name="Google Shape;200;p164"/>
          <p:cNvSpPr txBox="1"/>
          <p:nvPr>
            <p:ph idx="3" type="body"/>
          </p:nvPr>
        </p:nvSpPr>
        <p:spPr>
          <a:xfrm>
            <a:off x="4674240" y="368208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201" name="Shape 201"/>
        <p:cNvGrpSpPr/>
        <p:nvPr/>
      </p:nvGrpSpPr>
      <p:grpSpPr>
        <a:xfrm>
          <a:off x="0" y="0"/>
          <a:ext cx="0" cy="0"/>
          <a:chOff x="0" y="0"/>
          <a:chExt cx="0" cy="0"/>
        </a:xfrm>
      </p:grpSpPr>
      <p:sp>
        <p:nvSpPr>
          <p:cNvPr id="202" name="Google Shape;202;p165"/>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3" name="Google Shape;203;p165"/>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04" name="Google Shape;204;p165"/>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05" name="Google Shape;205;p165"/>
          <p:cNvSpPr txBox="1"/>
          <p:nvPr>
            <p:ph idx="3" type="body"/>
          </p:nvPr>
        </p:nvSpPr>
        <p:spPr>
          <a:xfrm>
            <a:off x="457200" y="3682080"/>
            <a:ext cx="82292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206" name="Shape 206"/>
        <p:cNvGrpSpPr/>
        <p:nvPr/>
      </p:nvGrpSpPr>
      <p:grpSpPr>
        <a:xfrm>
          <a:off x="0" y="0"/>
          <a:ext cx="0" cy="0"/>
          <a:chOff x="0" y="0"/>
          <a:chExt cx="0" cy="0"/>
        </a:xfrm>
      </p:grpSpPr>
      <p:sp>
        <p:nvSpPr>
          <p:cNvPr id="207" name="Google Shape;207;p166"/>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8" name="Google Shape;208;p166"/>
          <p:cNvSpPr txBox="1"/>
          <p:nvPr>
            <p:ph idx="1" type="body"/>
          </p:nvPr>
        </p:nvSpPr>
        <p:spPr>
          <a:xfrm>
            <a:off x="457200" y="1604520"/>
            <a:ext cx="82292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09" name="Google Shape;209;p166"/>
          <p:cNvSpPr txBox="1"/>
          <p:nvPr>
            <p:ph idx="2" type="body"/>
          </p:nvPr>
        </p:nvSpPr>
        <p:spPr>
          <a:xfrm>
            <a:off x="457200" y="3682080"/>
            <a:ext cx="822924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210" name="Shape 210"/>
        <p:cNvGrpSpPr/>
        <p:nvPr/>
      </p:nvGrpSpPr>
      <p:grpSpPr>
        <a:xfrm>
          <a:off x="0" y="0"/>
          <a:ext cx="0" cy="0"/>
          <a:chOff x="0" y="0"/>
          <a:chExt cx="0" cy="0"/>
        </a:xfrm>
      </p:grpSpPr>
      <p:sp>
        <p:nvSpPr>
          <p:cNvPr id="211" name="Google Shape;211;p167"/>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2" name="Google Shape;212;p167"/>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13" name="Google Shape;213;p167"/>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14" name="Google Shape;214;p167"/>
          <p:cNvSpPr txBox="1"/>
          <p:nvPr>
            <p:ph idx="3" type="body"/>
          </p:nvPr>
        </p:nvSpPr>
        <p:spPr>
          <a:xfrm>
            <a:off x="457200" y="368208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15" name="Google Shape;215;p167"/>
          <p:cNvSpPr txBox="1"/>
          <p:nvPr>
            <p:ph idx="4" type="body"/>
          </p:nvPr>
        </p:nvSpPr>
        <p:spPr>
          <a:xfrm>
            <a:off x="4674240" y="3682080"/>
            <a:ext cx="40158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216" name="Shape 216"/>
        <p:cNvGrpSpPr/>
        <p:nvPr/>
      </p:nvGrpSpPr>
      <p:grpSpPr>
        <a:xfrm>
          <a:off x="0" y="0"/>
          <a:ext cx="0" cy="0"/>
          <a:chOff x="0" y="0"/>
          <a:chExt cx="0" cy="0"/>
        </a:xfrm>
      </p:grpSpPr>
      <p:sp>
        <p:nvSpPr>
          <p:cNvPr id="217" name="Google Shape;217;p168"/>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8" name="Google Shape;218;p168"/>
          <p:cNvSpPr txBox="1"/>
          <p:nvPr>
            <p:ph idx="1" type="body"/>
          </p:nvPr>
        </p:nvSpPr>
        <p:spPr>
          <a:xfrm>
            <a:off x="457200" y="1604520"/>
            <a:ext cx="26496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19" name="Google Shape;219;p168"/>
          <p:cNvSpPr txBox="1"/>
          <p:nvPr>
            <p:ph idx="2" type="body"/>
          </p:nvPr>
        </p:nvSpPr>
        <p:spPr>
          <a:xfrm>
            <a:off x="3239640" y="1604520"/>
            <a:ext cx="26496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20" name="Google Shape;220;p168"/>
          <p:cNvSpPr txBox="1"/>
          <p:nvPr>
            <p:ph idx="3" type="body"/>
          </p:nvPr>
        </p:nvSpPr>
        <p:spPr>
          <a:xfrm>
            <a:off x="6022080" y="1604520"/>
            <a:ext cx="26496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21" name="Google Shape;221;p168"/>
          <p:cNvSpPr txBox="1"/>
          <p:nvPr>
            <p:ph idx="4" type="body"/>
          </p:nvPr>
        </p:nvSpPr>
        <p:spPr>
          <a:xfrm>
            <a:off x="457200" y="3682080"/>
            <a:ext cx="26496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22" name="Google Shape;222;p168"/>
          <p:cNvSpPr txBox="1"/>
          <p:nvPr>
            <p:ph idx="5" type="body"/>
          </p:nvPr>
        </p:nvSpPr>
        <p:spPr>
          <a:xfrm>
            <a:off x="3239640" y="3682080"/>
            <a:ext cx="26496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23" name="Google Shape;223;p168"/>
          <p:cNvSpPr txBox="1"/>
          <p:nvPr>
            <p:ph idx="6" type="body"/>
          </p:nvPr>
        </p:nvSpPr>
        <p:spPr>
          <a:xfrm>
            <a:off x="6022080" y="3682080"/>
            <a:ext cx="2649600" cy="189684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30" name="Shape 230"/>
        <p:cNvGrpSpPr/>
        <p:nvPr/>
      </p:nvGrpSpPr>
      <p:grpSpPr>
        <a:xfrm>
          <a:off x="0" y="0"/>
          <a:ext cx="0" cy="0"/>
          <a:chOff x="0" y="0"/>
          <a:chExt cx="0" cy="0"/>
        </a:xfrm>
      </p:grpSpPr>
      <p:pic>
        <p:nvPicPr>
          <p:cNvPr id="231" name="Google Shape;231;g1350fa144cd_0_129"/>
          <p:cNvPicPr preferRelativeResize="0"/>
          <p:nvPr/>
        </p:nvPicPr>
        <p:blipFill rotWithShape="1">
          <a:blip r:embed="rId2">
            <a:alphaModFix/>
          </a:blip>
          <a:srcRect b="0" l="0" r="0" t="0"/>
          <a:stretch/>
        </p:blipFill>
        <p:spPr>
          <a:xfrm>
            <a:off x="0" y="5006"/>
            <a:ext cx="9144000" cy="5143500"/>
          </a:xfrm>
          <a:prstGeom prst="rect">
            <a:avLst/>
          </a:prstGeom>
          <a:noFill/>
          <a:ln>
            <a:noFill/>
          </a:ln>
        </p:spPr>
      </p:pic>
      <p:sp>
        <p:nvSpPr>
          <p:cNvPr id="232" name="Google Shape;232;g1350fa144cd_0_129"/>
          <p:cNvSpPr/>
          <p:nvPr/>
        </p:nvSpPr>
        <p:spPr>
          <a:xfrm>
            <a:off x="2316356" y="4468096"/>
            <a:ext cx="4866074" cy="32404"/>
          </a:xfrm>
          <a:custGeom>
            <a:rect b="b" l="l" r="r" t="t"/>
            <a:pathLst>
              <a:path extrusionOk="0" h="53340" w="10694669">
                <a:moveTo>
                  <a:pt x="10667601" y="0"/>
                </a:moveTo>
                <a:lnTo>
                  <a:pt x="26606" y="0"/>
                </a:lnTo>
                <a:lnTo>
                  <a:pt x="16264" y="2097"/>
                </a:lnTo>
                <a:lnTo>
                  <a:pt x="7806" y="7809"/>
                </a:lnTo>
                <a:lnTo>
                  <a:pt x="2095" y="16269"/>
                </a:lnTo>
                <a:lnTo>
                  <a:pt x="0" y="26606"/>
                </a:lnTo>
                <a:lnTo>
                  <a:pt x="2095" y="36942"/>
                </a:lnTo>
                <a:lnTo>
                  <a:pt x="7806" y="45397"/>
                </a:lnTo>
                <a:lnTo>
                  <a:pt x="16264" y="51106"/>
                </a:lnTo>
                <a:lnTo>
                  <a:pt x="26606" y="53202"/>
                </a:lnTo>
                <a:lnTo>
                  <a:pt x="10667601" y="53202"/>
                </a:lnTo>
                <a:lnTo>
                  <a:pt x="10677937" y="51106"/>
                </a:lnTo>
                <a:lnTo>
                  <a:pt x="10686393" y="45397"/>
                </a:lnTo>
                <a:lnTo>
                  <a:pt x="10692102" y="36942"/>
                </a:lnTo>
                <a:lnTo>
                  <a:pt x="10694197" y="26606"/>
                </a:lnTo>
                <a:lnTo>
                  <a:pt x="10692102" y="16269"/>
                </a:lnTo>
                <a:lnTo>
                  <a:pt x="10686393" y="7809"/>
                </a:lnTo>
                <a:lnTo>
                  <a:pt x="10677937" y="2097"/>
                </a:lnTo>
                <a:lnTo>
                  <a:pt x="10667601"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33" name="Google Shape;233;g1350fa144cd_0_129"/>
          <p:cNvSpPr/>
          <p:nvPr/>
        </p:nvSpPr>
        <p:spPr>
          <a:xfrm>
            <a:off x="2316356" y="3834001"/>
            <a:ext cx="4866074" cy="633262"/>
          </a:xfrm>
          <a:custGeom>
            <a:rect b="b" l="l" r="r" t="t"/>
            <a:pathLst>
              <a:path extrusionOk="0" h="1025525" w="10694669">
                <a:moveTo>
                  <a:pt x="10694197" y="0"/>
                </a:moveTo>
                <a:lnTo>
                  <a:pt x="0" y="0"/>
                </a:lnTo>
                <a:lnTo>
                  <a:pt x="0" y="1025330"/>
                </a:lnTo>
                <a:lnTo>
                  <a:pt x="10694197" y="1025330"/>
                </a:lnTo>
                <a:lnTo>
                  <a:pt x="10694197" y="0"/>
                </a:lnTo>
                <a:close/>
              </a:path>
            </a:pathLst>
          </a:custGeom>
          <a:solidFill>
            <a:srgbClr val="317DE2"/>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34" name="Google Shape;234;g1350fa144cd_0_129"/>
          <p:cNvSpPr txBox="1"/>
          <p:nvPr>
            <p:ph idx="1" type="body"/>
          </p:nvPr>
        </p:nvSpPr>
        <p:spPr>
          <a:xfrm>
            <a:off x="2337113" y="3881760"/>
            <a:ext cx="4843500" cy="5040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b="1" sz="2700">
                <a:solidFill>
                  <a:schemeClr val="dk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35" name="Google Shape;235;g1350fa144cd_0_129"/>
          <p:cNvSpPr txBox="1"/>
          <p:nvPr>
            <p:ph idx="2" type="body"/>
          </p:nvPr>
        </p:nvSpPr>
        <p:spPr>
          <a:xfrm>
            <a:off x="2145923" y="3181445"/>
            <a:ext cx="5198700" cy="5601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b="1" sz="3000">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36" name="Google Shape;236;g1350fa144cd_0_129"/>
          <p:cNvSpPr txBox="1"/>
          <p:nvPr>
            <p:ph idx="3" type="body"/>
          </p:nvPr>
        </p:nvSpPr>
        <p:spPr>
          <a:xfrm>
            <a:off x="2316356" y="4655238"/>
            <a:ext cx="4864500" cy="2985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sz="1600">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pic>
        <p:nvPicPr>
          <p:cNvPr id="237" name="Google Shape;237;g1350fa144cd_0_129"/>
          <p:cNvPicPr preferRelativeResize="0"/>
          <p:nvPr/>
        </p:nvPicPr>
        <p:blipFill rotWithShape="1">
          <a:blip r:embed="rId3">
            <a:alphaModFix/>
          </a:blip>
          <a:srcRect b="0" l="0" r="0" t="0"/>
          <a:stretch/>
        </p:blipFill>
        <p:spPr>
          <a:xfrm>
            <a:off x="3406545" y="5145301"/>
            <a:ext cx="2829421" cy="930811"/>
          </a:xfrm>
          <a:prstGeom prst="rect">
            <a:avLst/>
          </a:prstGeom>
          <a:noFill/>
          <a:ln>
            <a:noFill/>
          </a:ln>
        </p:spPr>
      </p:pic>
      <p:pic>
        <p:nvPicPr>
          <p:cNvPr id="238" name="Google Shape;238;g1350fa144cd_0_129"/>
          <p:cNvPicPr preferRelativeResize="0"/>
          <p:nvPr/>
        </p:nvPicPr>
        <p:blipFill rotWithShape="1">
          <a:blip r:embed="rId4">
            <a:alphaModFix/>
          </a:blip>
          <a:srcRect b="0" l="0" r="0" t="0"/>
          <a:stretch/>
        </p:blipFill>
        <p:spPr>
          <a:xfrm>
            <a:off x="3734609" y="6235425"/>
            <a:ext cx="1921388" cy="379107"/>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spTree>
      <p:nvGrpSpPr>
        <p:cNvPr id="239" name="Shape 239"/>
        <p:cNvGrpSpPr/>
        <p:nvPr/>
      </p:nvGrpSpPr>
      <p:grpSpPr>
        <a:xfrm>
          <a:off x="0" y="0"/>
          <a:ext cx="0" cy="0"/>
          <a:chOff x="0" y="0"/>
          <a:chExt cx="0" cy="0"/>
        </a:xfrm>
      </p:grpSpPr>
      <p:sp>
        <p:nvSpPr>
          <p:cNvPr id="240" name="Google Shape;240;g1350fa144cd_0_138"/>
          <p:cNvSpPr/>
          <p:nvPr/>
        </p:nvSpPr>
        <p:spPr>
          <a:xfrm>
            <a:off x="6641923" y="1072405"/>
            <a:ext cx="1543726" cy="4595589"/>
          </a:xfrm>
          <a:custGeom>
            <a:rect b="b" l="l" r="r" t="t"/>
            <a:pathLst>
              <a:path extrusionOk="0" h="7564755" w="3392805">
                <a:moveTo>
                  <a:pt x="3392671" y="0"/>
                </a:moveTo>
                <a:lnTo>
                  <a:pt x="0" y="0"/>
                </a:lnTo>
                <a:lnTo>
                  <a:pt x="0" y="7564701"/>
                </a:lnTo>
                <a:lnTo>
                  <a:pt x="3392671" y="7564701"/>
                </a:lnTo>
                <a:lnTo>
                  <a:pt x="3392671" y="0"/>
                </a:lnTo>
                <a:close/>
              </a:path>
            </a:pathLst>
          </a:custGeom>
          <a:solidFill>
            <a:srgbClr val="317DE2"/>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41" name="Google Shape;241;g1350fa144cd_0_138"/>
          <p:cNvSpPr/>
          <p:nvPr/>
        </p:nvSpPr>
        <p:spPr>
          <a:xfrm>
            <a:off x="4737235" y="1072405"/>
            <a:ext cx="1543726" cy="4614501"/>
          </a:xfrm>
          <a:custGeom>
            <a:rect b="b" l="l" r="r" t="t"/>
            <a:pathLst>
              <a:path extrusionOk="0" h="7564755" w="3392805">
                <a:moveTo>
                  <a:pt x="3392671" y="0"/>
                </a:moveTo>
                <a:lnTo>
                  <a:pt x="0" y="0"/>
                </a:lnTo>
                <a:lnTo>
                  <a:pt x="0" y="7564701"/>
                </a:lnTo>
                <a:lnTo>
                  <a:pt x="3392671" y="7564701"/>
                </a:lnTo>
                <a:lnTo>
                  <a:pt x="3392671" y="0"/>
                </a:lnTo>
                <a:close/>
              </a:path>
            </a:pathLst>
          </a:custGeom>
          <a:solidFill>
            <a:schemeClr val="dk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42" name="Google Shape;242;g1350fa144cd_0_138"/>
          <p:cNvSpPr/>
          <p:nvPr/>
        </p:nvSpPr>
        <p:spPr>
          <a:xfrm>
            <a:off x="2886920" y="1099589"/>
            <a:ext cx="1543726" cy="4595589"/>
          </a:xfrm>
          <a:custGeom>
            <a:rect b="b" l="l" r="r" t="t"/>
            <a:pathLst>
              <a:path extrusionOk="0" h="7564755" w="3392805">
                <a:moveTo>
                  <a:pt x="3392671" y="0"/>
                </a:moveTo>
                <a:lnTo>
                  <a:pt x="0" y="0"/>
                </a:lnTo>
                <a:lnTo>
                  <a:pt x="0" y="7564701"/>
                </a:lnTo>
                <a:lnTo>
                  <a:pt x="3392671" y="7564701"/>
                </a:lnTo>
                <a:lnTo>
                  <a:pt x="3392671" y="0"/>
                </a:lnTo>
                <a:close/>
              </a:path>
            </a:pathLst>
          </a:custGeom>
          <a:solidFill>
            <a:srgbClr val="317DE2"/>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43" name="Google Shape;243;g1350fa144cd_0_138"/>
          <p:cNvSpPr/>
          <p:nvPr/>
        </p:nvSpPr>
        <p:spPr>
          <a:xfrm>
            <a:off x="1016851" y="1103824"/>
            <a:ext cx="1543726" cy="4595589"/>
          </a:xfrm>
          <a:custGeom>
            <a:rect b="b" l="l" r="r" t="t"/>
            <a:pathLst>
              <a:path extrusionOk="0" h="7564755" w="3392805">
                <a:moveTo>
                  <a:pt x="3392671" y="0"/>
                </a:moveTo>
                <a:lnTo>
                  <a:pt x="0" y="0"/>
                </a:lnTo>
                <a:lnTo>
                  <a:pt x="0" y="7564701"/>
                </a:lnTo>
                <a:lnTo>
                  <a:pt x="3392671" y="7564701"/>
                </a:lnTo>
                <a:lnTo>
                  <a:pt x="3392671" y="0"/>
                </a:lnTo>
                <a:close/>
              </a:path>
            </a:pathLst>
          </a:custGeom>
          <a:solidFill>
            <a:srgbClr val="317DE2"/>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44" name="Google Shape;244;g1350fa144cd_0_138"/>
          <p:cNvSpPr txBox="1"/>
          <p:nvPr>
            <p:ph idx="1" type="body"/>
          </p:nvPr>
        </p:nvSpPr>
        <p:spPr>
          <a:xfrm>
            <a:off x="1106176" y="3013130"/>
            <a:ext cx="1367100" cy="3360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b="1" sz="1800">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45" name="Google Shape;245;g1350fa144cd_0_138"/>
          <p:cNvSpPr txBox="1"/>
          <p:nvPr>
            <p:ph idx="2" type="body"/>
          </p:nvPr>
        </p:nvSpPr>
        <p:spPr>
          <a:xfrm>
            <a:off x="1106176" y="1334322"/>
            <a:ext cx="1344300" cy="13998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b="1" sz="7600">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46" name="Google Shape;246;g1350fa144cd_0_138"/>
          <p:cNvSpPr txBox="1"/>
          <p:nvPr>
            <p:ph idx="3" type="body"/>
          </p:nvPr>
        </p:nvSpPr>
        <p:spPr>
          <a:xfrm>
            <a:off x="1146591" y="3582948"/>
            <a:ext cx="1326300" cy="3360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47" name="Google Shape;247;g1350fa144cd_0_138"/>
          <p:cNvSpPr txBox="1"/>
          <p:nvPr>
            <p:ph idx="4" type="body"/>
          </p:nvPr>
        </p:nvSpPr>
        <p:spPr>
          <a:xfrm>
            <a:off x="2988192" y="3013130"/>
            <a:ext cx="1367100" cy="3360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b="1" sz="1800">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48" name="Google Shape;248;g1350fa144cd_0_138"/>
          <p:cNvSpPr txBox="1"/>
          <p:nvPr>
            <p:ph idx="5" type="body"/>
          </p:nvPr>
        </p:nvSpPr>
        <p:spPr>
          <a:xfrm>
            <a:off x="2988192" y="1334322"/>
            <a:ext cx="1344300" cy="13998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b="1" sz="7600">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49" name="Google Shape;249;g1350fa144cd_0_138"/>
          <p:cNvSpPr txBox="1"/>
          <p:nvPr>
            <p:ph idx="6" type="body"/>
          </p:nvPr>
        </p:nvSpPr>
        <p:spPr>
          <a:xfrm>
            <a:off x="3028607" y="3582948"/>
            <a:ext cx="1326300" cy="3360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50" name="Google Shape;250;g1350fa144cd_0_138"/>
          <p:cNvSpPr txBox="1"/>
          <p:nvPr>
            <p:ph idx="7" type="body"/>
          </p:nvPr>
        </p:nvSpPr>
        <p:spPr>
          <a:xfrm>
            <a:off x="4840661" y="3013130"/>
            <a:ext cx="1367100" cy="3360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b="1" sz="1800">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51" name="Google Shape;251;g1350fa144cd_0_138"/>
          <p:cNvSpPr txBox="1"/>
          <p:nvPr>
            <p:ph idx="8" type="body"/>
          </p:nvPr>
        </p:nvSpPr>
        <p:spPr>
          <a:xfrm>
            <a:off x="4840661" y="1334322"/>
            <a:ext cx="1344300" cy="13998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b="1" sz="7600">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52" name="Google Shape;252;g1350fa144cd_0_138"/>
          <p:cNvSpPr txBox="1"/>
          <p:nvPr>
            <p:ph idx="9" type="body"/>
          </p:nvPr>
        </p:nvSpPr>
        <p:spPr>
          <a:xfrm>
            <a:off x="4881076" y="3582948"/>
            <a:ext cx="1326300" cy="3360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53" name="Google Shape;253;g1350fa144cd_0_138"/>
          <p:cNvSpPr txBox="1"/>
          <p:nvPr>
            <p:ph idx="13" type="body"/>
          </p:nvPr>
        </p:nvSpPr>
        <p:spPr>
          <a:xfrm>
            <a:off x="6751582" y="3013130"/>
            <a:ext cx="1367100" cy="3360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b="1" sz="1800">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54" name="Google Shape;254;g1350fa144cd_0_138"/>
          <p:cNvSpPr txBox="1"/>
          <p:nvPr>
            <p:ph idx="14" type="body"/>
          </p:nvPr>
        </p:nvSpPr>
        <p:spPr>
          <a:xfrm>
            <a:off x="6751582" y="1334322"/>
            <a:ext cx="1344300" cy="13998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b="1" sz="7600">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55" name="Google Shape;255;g1350fa144cd_0_138"/>
          <p:cNvSpPr txBox="1"/>
          <p:nvPr>
            <p:ph idx="15" type="body"/>
          </p:nvPr>
        </p:nvSpPr>
        <p:spPr>
          <a:xfrm>
            <a:off x="6791997" y="3582948"/>
            <a:ext cx="1326300" cy="3360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56" name="Google Shape;256;g1350fa144cd_0_138"/>
          <p:cNvSpPr/>
          <p:nvPr/>
        </p:nvSpPr>
        <p:spPr>
          <a:xfrm>
            <a:off x="1627955" y="3475208"/>
            <a:ext cx="342087" cy="36647"/>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dk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57" name="Google Shape;257;g1350fa144cd_0_138"/>
          <p:cNvSpPr/>
          <p:nvPr/>
        </p:nvSpPr>
        <p:spPr>
          <a:xfrm>
            <a:off x="3487518" y="3475208"/>
            <a:ext cx="342087" cy="36647"/>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dk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58" name="Google Shape;258;g1350fa144cd_0_138"/>
          <p:cNvSpPr/>
          <p:nvPr/>
        </p:nvSpPr>
        <p:spPr>
          <a:xfrm>
            <a:off x="7275343" y="3475208"/>
            <a:ext cx="342087" cy="36647"/>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dk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59" name="Google Shape;259;g1350fa144cd_0_138"/>
          <p:cNvSpPr/>
          <p:nvPr/>
        </p:nvSpPr>
        <p:spPr>
          <a:xfrm>
            <a:off x="5334481" y="3468543"/>
            <a:ext cx="342087" cy="36647"/>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lt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60" name="Google Shape;260;g1350fa144cd_0_138"/>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61" name="Google Shape;261;g1350fa144cd_0_138"/>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grpSp>
        <p:nvGrpSpPr>
          <p:cNvPr id="262" name="Google Shape;262;g1350fa144cd_0_138"/>
          <p:cNvGrpSpPr/>
          <p:nvPr/>
        </p:nvGrpSpPr>
        <p:grpSpPr>
          <a:xfrm>
            <a:off x="8700930" y="6279499"/>
            <a:ext cx="202706" cy="362724"/>
            <a:chOff x="18406074" y="10234089"/>
            <a:chExt cx="445703" cy="598160"/>
          </a:xfrm>
        </p:grpSpPr>
        <p:sp>
          <p:nvSpPr>
            <p:cNvPr id="263" name="Google Shape;263;g1350fa144cd_0_138"/>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pic>
          <p:nvPicPr>
            <p:cNvPr id="264" name="Google Shape;264;g1350fa144cd_0_138"/>
            <p:cNvPicPr preferRelativeResize="0"/>
            <p:nvPr/>
          </p:nvPicPr>
          <p:blipFill rotWithShape="1">
            <a:blip r:embed="rId2">
              <a:alphaModFix/>
            </a:blip>
            <a:srcRect b="0" l="0" r="0" t="0"/>
            <a:stretch/>
          </p:blipFill>
          <p:spPr>
            <a:xfrm>
              <a:off x="18739823" y="10234089"/>
              <a:ext cx="111954" cy="111944"/>
            </a:xfrm>
            <a:prstGeom prst="rect">
              <a:avLst/>
            </a:prstGeom>
            <a:noFill/>
            <a:ln>
              <a:noFill/>
            </a:ln>
          </p:spPr>
        </p:pic>
      </p:grpSp>
      <p:pic>
        <p:nvPicPr>
          <p:cNvPr id="265" name="Google Shape;265;g1350fa144cd_0_138"/>
          <p:cNvPicPr preferRelativeResize="0"/>
          <p:nvPr/>
        </p:nvPicPr>
        <p:blipFill rotWithShape="1">
          <a:blip r:embed="rId3">
            <a:alphaModFix/>
          </a:blip>
          <a:srcRect b="0" l="0" r="0" t="0"/>
          <a:stretch/>
        </p:blipFill>
        <p:spPr>
          <a:xfrm>
            <a:off x="5606264" y="6277351"/>
            <a:ext cx="1921388" cy="379107"/>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p:cSld name="Title and Content">
    <p:bg>
      <p:bgPr>
        <a:solidFill>
          <a:schemeClr val="lt1"/>
        </a:solidFill>
      </p:bgPr>
    </p:bg>
    <p:spTree>
      <p:nvGrpSpPr>
        <p:cNvPr id="266" name="Shape 266"/>
        <p:cNvGrpSpPr/>
        <p:nvPr/>
      </p:nvGrpSpPr>
      <p:grpSpPr>
        <a:xfrm>
          <a:off x="0" y="0"/>
          <a:ext cx="0" cy="0"/>
          <a:chOff x="0" y="0"/>
          <a:chExt cx="0" cy="0"/>
        </a:xfrm>
      </p:grpSpPr>
      <p:sp>
        <p:nvSpPr>
          <p:cNvPr id="267" name="Google Shape;267;g1350fa144cd_0_165"/>
          <p:cNvSpPr/>
          <p:nvPr/>
        </p:nvSpPr>
        <p:spPr>
          <a:xfrm>
            <a:off x="0" y="502542"/>
            <a:ext cx="2250000" cy="708300"/>
          </a:xfrm>
          <a:prstGeom prst="rect">
            <a:avLst/>
          </a:prstGeom>
          <a:solidFill>
            <a:srgbClr val="317DE2"/>
          </a:solidFill>
          <a:ln>
            <a:noFill/>
          </a:ln>
        </p:spPr>
        <p:txBody>
          <a:bodyPr anchorCtr="0" anchor="ctr" bIns="23100" lIns="46200" spcFirstLastPara="1" rIns="46200" wrap="square" tIns="23100">
            <a:noAutofit/>
          </a:bodyPr>
          <a:lstStyle/>
          <a:p>
            <a:pPr indent="0" lvl="0" marL="0" marR="0" rtl="0" algn="ctr">
              <a:spcBef>
                <a:spcPts val="0"/>
              </a:spcBef>
              <a:spcAft>
                <a:spcPts val="0"/>
              </a:spcAft>
              <a:buNone/>
            </a:pPr>
            <a:r>
              <a:t/>
            </a:r>
            <a:endParaRPr sz="900">
              <a:solidFill>
                <a:schemeClr val="lt1"/>
              </a:solidFill>
              <a:latin typeface="Calibri"/>
              <a:ea typeface="Calibri"/>
              <a:cs typeface="Calibri"/>
              <a:sym typeface="Calibri"/>
            </a:endParaRPr>
          </a:p>
        </p:txBody>
      </p:sp>
      <p:sp>
        <p:nvSpPr>
          <p:cNvPr id="268" name="Google Shape;268;g1350fa144cd_0_165"/>
          <p:cNvSpPr/>
          <p:nvPr/>
        </p:nvSpPr>
        <p:spPr>
          <a:xfrm>
            <a:off x="2273513" y="502542"/>
            <a:ext cx="69341" cy="699821"/>
          </a:xfrm>
          <a:custGeom>
            <a:rect b="b" l="l" r="r" t="t"/>
            <a:pathLst>
              <a:path extrusionOk="0" h="6827520" w="53339">
                <a:moveTo>
                  <a:pt x="26606" y="0"/>
                </a:moveTo>
                <a:lnTo>
                  <a:pt x="16269" y="2095"/>
                </a:lnTo>
                <a:lnTo>
                  <a:pt x="7809" y="7806"/>
                </a:lnTo>
                <a:lnTo>
                  <a:pt x="2097" y="16264"/>
                </a:lnTo>
                <a:lnTo>
                  <a:pt x="0" y="26606"/>
                </a:lnTo>
                <a:lnTo>
                  <a:pt x="0" y="6800368"/>
                </a:lnTo>
                <a:lnTo>
                  <a:pt x="2097" y="6810704"/>
                </a:lnTo>
                <a:lnTo>
                  <a:pt x="7809" y="6819160"/>
                </a:lnTo>
                <a:lnTo>
                  <a:pt x="16269" y="6824869"/>
                </a:lnTo>
                <a:lnTo>
                  <a:pt x="26606" y="6826964"/>
                </a:lnTo>
                <a:lnTo>
                  <a:pt x="36943" y="6824869"/>
                </a:lnTo>
                <a:lnTo>
                  <a:pt x="45403" y="6819160"/>
                </a:lnTo>
                <a:lnTo>
                  <a:pt x="51115" y="6810704"/>
                </a:lnTo>
                <a:lnTo>
                  <a:pt x="53213" y="6800368"/>
                </a:lnTo>
                <a:lnTo>
                  <a:pt x="53213" y="26606"/>
                </a:lnTo>
                <a:lnTo>
                  <a:pt x="51115" y="16264"/>
                </a:lnTo>
                <a:lnTo>
                  <a:pt x="45403" y="7806"/>
                </a:lnTo>
                <a:lnTo>
                  <a:pt x="36943" y="2095"/>
                </a:lnTo>
                <a:lnTo>
                  <a:pt x="26606" y="0"/>
                </a:lnTo>
                <a:close/>
              </a:path>
            </a:pathLst>
          </a:custGeom>
          <a:solidFill>
            <a:srgbClr val="1A1A1A"/>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69" name="Google Shape;269;g1350fa144cd_0_165"/>
          <p:cNvSpPr txBox="1"/>
          <p:nvPr>
            <p:ph idx="1" type="body"/>
          </p:nvPr>
        </p:nvSpPr>
        <p:spPr>
          <a:xfrm>
            <a:off x="261092" y="763102"/>
            <a:ext cx="1975500" cy="895800"/>
          </a:xfrm>
          <a:prstGeom prst="rect">
            <a:avLst/>
          </a:prstGeom>
          <a:noFill/>
          <a:ln>
            <a:noFill/>
          </a:ln>
        </p:spPr>
        <p:txBody>
          <a:bodyPr anchorCtr="0" anchor="t" bIns="0" lIns="0" spcFirstLastPara="1" rIns="0" wrap="square" tIns="0">
            <a:spAutoFit/>
          </a:bodyPr>
          <a:lstStyle>
            <a:lvl1pPr indent="-228600" lvl="0" marL="457200" rtl="0" algn="l">
              <a:spcBef>
                <a:spcPts val="0"/>
              </a:spcBef>
              <a:spcAft>
                <a:spcPts val="0"/>
              </a:spcAft>
              <a:buSzPts val="700"/>
              <a:buNone/>
              <a:defRPr b="1" sz="2400">
                <a:solidFill>
                  <a:schemeClr val="dk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70" name="Google Shape;270;g1350fa144cd_0_165"/>
          <p:cNvSpPr txBox="1"/>
          <p:nvPr>
            <p:ph idx="2" type="body"/>
          </p:nvPr>
        </p:nvSpPr>
        <p:spPr>
          <a:xfrm>
            <a:off x="261381" y="1765521"/>
            <a:ext cx="1975500" cy="746700"/>
          </a:xfrm>
          <a:prstGeom prst="rect">
            <a:avLst/>
          </a:prstGeom>
          <a:noFill/>
          <a:ln>
            <a:noFill/>
          </a:ln>
        </p:spPr>
        <p:txBody>
          <a:bodyPr anchorCtr="0" anchor="t" bIns="0" lIns="0" spcFirstLastPara="1" rIns="0" wrap="square" tIns="0">
            <a:spAutoFit/>
          </a:bodyPr>
          <a:lstStyle>
            <a:lvl1pPr indent="-228600" lvl="0" marL="457200" rtl="0" algn="l">
              <a:spcBef>
                <a:spcPts val="0"/>
              </a:spcBef>
              <a:spcAft>
                <a:spcPts val="0"/>
              </a:spcAft>
              <a:buSzPts val="700"/>
              <a:buNone/>
              <a:defRPr sz="1000">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71" name="Google Shape;271;g1350fa144cd_0_165"/>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72" name="Google Shape;272;g1350fa144cd_0_165"/>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grpSp>
        <p:nvGrpSpPr>
          <p:cNvPr id="273" name="Google Shape;273;g1350fa144cd_0_165"/>
          <p:cNvGrpSpPr/>
          <p:nvPr/>
        </p:nvGrpSpPr>
        <p:grpSpPr>
          <a:xfrm>
            <a:off x="8700930" y="6279499"/>
            <a:ext cx="202706" cy="362724"/>
            <a:chOff x="18406074" y="10234089"/>
            <a:chExt cx="445703" cy="598160"/>
          </a:xfrm>
        </p:grpSpPr>
        <p:sp>
          <p:nvSpPr>
            <p:cNvPr id="274" name="Google Shape;274;g1350fa144cd_0_165"/>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pic>
          <p:nvPicPr>
            <p:cNvPr id="275" name="Google Shape;275;g1350fa144cd_0_165"/>
            <p:cNvPicPr preferRelativeResize="0"/>
            <p:nvPr/>
          </p:nvPicPr>
          <p:blipFill rotWithShape="1">
            <a:blip r:embed="rId2">
              <a:alphaModFix/>
            </a:blip>
            <a:srcRect b="0" l="0" r="0" t="0"/>
            <a:stretch/>
          </p:blipFill>
          <p:spPr>
            <a:xfrm>
              <a:off x="18739823" y="10234089"/>
              <a:ext cx="111954" cy="111944"/>
            </a:xfrm>
            <a:prstGeom prst="rect">
              <a:avLst/>
            </a:prstGeom>
            <a:noFill/>
            <a:ln>
              <a:noFill/>
            </a:ln>
          </p:spPr>
        </p:pic>
      </p:grpSp>
      <p:pic>
        <p:nvPicPr>
          <p:cNvPr id="276" name="Google Shape;276;g1350fa144cd_0_165"/>
          <p:cNvPicPr preferRelativeResize="0"/>
          <p:nvPr/>
        </p:nvPicPr>
        <p:blipFill rotWithShape="1">
          <a:blip r:embed="rId3">
            <a:alphaModFix/>
          </a:blip>
          <a:srcRect b="0" l="0" r="0" t="0"/>
          <a:stretch/>
        </p:blipFill>
        <p:spPr>
          <a:xfrm>
            <a:off x="5606264" y="6277351"/>
            <a:ext cx="1921388" cy="379107"/>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77" name="Shape 277"/>
        <p:cNvGrpSpPr/>
        <p:nvPr/>
      </p:nvGrpSpPr>
      <p:grpSpPr>
        <a:xfrm>
          <a:off x="0" y="0"/>
          <a:ext cx="0" cy="0"/>
          <a:chOff x="0" y="0"/>
          <a:chExt cx="0" cy="0"/>
        </a:xfrm>
      </p:grpSpPr>
      <p:pic>
        <p:nvPicPr>
          <p:cNvPr id="278" name="Google Shape;278;g1350fa144cd_0_176"/>
          <p:cNvPicPr preferRelativeResize="0"/>
          <p:nvPr/>
        </p:nvPicPr>
        <p:blipFill rotWithShape="1">
          <a:blip r:embed="rId2">
            <a:alphaModFix/>
          </a:blip>
          <a:srcRect b="0" l="0" r="0" t="0"/>
          <a:stretch/>
        </p:blipFill>
        <p:spPr>
          <a:xfrm>
            <a:off x="0" y="0"/>
            <a:ext cx="9144000" cy="4474182"/>
          </a:xfrm>
          <a:prstGeom prst="rect">
            <a:avLst/>
          </a:prstGeom>
          <a:noFill/>
          <a:ln>
            <a:noFill/>
          </a:ln>
        </p:spPr>
      </p:pic>
      <p:sp>
        <p:nvSpPr>
          <p:cNvPr id="279" name="Google Shape;279;g1350fa144cd_0_176"/>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80" name="Google Shape;280;g1350fa144cd_0_176"/>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grpSp>
        <p:nvGrpSpPr>
          <p:cNvPr id="281" name="Google Shape;281;g1350fa144cd_0_176"/>
          <p:cNvGrpSpPr/>
          <p:nvPr/>
        </p:nvGrpSpPr>
        <p:grpSpPr>
          <a:xfrm>
            <a:off x="8700930" y="6279499"/>
            <a:ext cx="202706" cy="362724"/>
            <a:chOff x="18406074" y="10234089"/>
            <a:chExt cx="445703" cy="598160"/>
          </a:xfrm>
        </p:grpSpPr>
        <p:sp>
          <p:nvSpPr>
            <p:cNvPr id="282" name="Google Shape;282;g1350fa144cd_0_176"/>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pic>
          <p:nvPicPr>
            <p:cNvPr id="283" name="Google Shape;283;g1350fa144cd_0_176"/>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284" name="Google Shape;284;g1350fa144cd_0_176"/>
          <p:cNvPicPr preferRelativeResize="0"/>
          <p:nvPr/>
        </p:nvPicPr>
        <p:blipFill rotWithShape="1">
          <a:blip r:embed="rId4">
            <a:alphaModFix/>
          </a:blip>
          <a:srcRect b="0" l="0" r="0" t="0"/>
          <a:stretch/>
        </p:blipFill>
        <p:spPr>
          <a:xfrm>
            <a:off x="5606264" y="6277351"/>
            <a:ext cx="1921388" cy="379107"/>
          </a:xfrm>
          <a:prstGeom prst="rect">
            <a:avLst/>
          </a:prstGeom>
          <a:noFill/>
          <a:ln>
            <a:noFill/>
          </a:ln>
        </p:spPr>
      </p:pic>
      <p:sp>
        <p:nvSpPr>
          <p:cNvPr id="285" name="Google Shape;285;g1350fa144cd_0_176"/>
          <p:cNvSpPr txBox="1"/>
          <p:nvPr>
            <p:ph type="title"/>
          </p:nvPr>
        </p:nvSpPr>
        <p:spPr>
          <a:xfrm>
            <a:off x="601284" y="4994314"/>
            <a:ext cx="2751000" cy="1410000"/>
          </a:xfrm>
          <a:prstGeom prst="rect">
            <a:avLst/>
          </a:prstGeom>
          <a:noFill/>
          <a:ln>
            <a:noFill/>
          </a:ln>
        </p:spPr>
        <p:txBody>
          <a:bodyPr anchorCtr="0" anchor="t" bIns="0" lIns="0" spcFirstLastPara="1" rIns="0" wrap="square" tIns="0">
            <a:spAutoFit/>
          </a:bodyPr>
          <a:lstStyle>
            <a:lvl1pPr lvl="0" rtl="0" algn="l">
              <a:spcBef>
                <a:spcPts val="0"/>
              </a:spcBef>
              <a:spcAft>
                <a:spcPts val="0"/>
              </a:spcAft>
              <a:buSzPts val="700"/>
              <a:buNone/>
              <a:defRPr sz="2700"/>
            </a:lvl1pPr>
            <a:lvl2pPr lvl="1" rtl="0">
              <a:spcBef>
                <a:spcPts val="0"/>
              </a:spcBef>
              <a:spcAft>
                <a:spcPts val="0"/>
              </a:spcAft>
              <a:buSzPts val="700"/>
              <a:buNone/>
              <a:defRPr/>
            </a:lvl2pPr>
            <a:lvl3pPr lvl="2" rtl="0">
              <a:spcBef>
                <a:spcPts val="0"/>
              </a:spcBef>
              <a:spcAft>
                <a:spcPts val="0"/>
              </a:spcAft>
              <a:buSzPts val="700"/>
              <a:buNone/>
              <a:defRPr/>
            </a:lvl3pPr>
            <a:lvl4pPr lvl="3" rtl="0">
              <a:spcBef>
                <a:spcPts val="0"/>
              </a:spcBef>
              <a:spcAft>
                <a:spcPts val="0"/>
              </a:spcAft>
              <a:buSzPts val="700"/>
              <a:buNone/>
              <a:defRPr/>
            </a:lvl4pPr>
            <a:lvl5pPr lvl="4" rtl="0">
              <a:spcBef>
                <a:spcPts val="0"/>
              </a:spcBef>
              <a:spcAft>
                <a:spcPts val="0"/>
              </a:spcAft>
              <a:buSzPts val="700"/>
              <a:buNone/>
              <a:defRPr/>
            </a:lvl5pPr>
            <a:lvl6pPr lvl="5" rtl="0">
              <a:spcBef>
                <a:spcPts val="0"/>
              </a:spcBef>
              <a:spcAft>
                <a:spcPts val="0"/>
              </a:spcAft>
              <a:buSzPts val="700"/>
              <a:buNone/>
              <a:defRPr/>
            </a:lvl6pPr>
            <a:lvl7pPr lvl="6" rtl="0">
              <a:spcBef>
                <a:spcPts val="0"/>
              </a:spcBef>
              <a:spcAft>
                <a:spcPts val="0"/>
              </a:spcAft>
              <a:buSzPts val="700"/>
              <a:buNone/>
              <a:defRPr/>
            </a:lvl7pPr>
            <a:lvl8pPr lvl="7" rtl="0">
              <a:spcBef>
                <a:spcPts val="0"/>
              </a:spcBef>
              <a:spcAft>
                <a:spcPts val="0"/>
              </a:spcAft>
              <a:buSzPts val="700"/>
              <a:buNone/>
              <a:defRPr/>
            </a:lvl8pPr>
            <a:lvl9pPr lvl="8" rtl="0">
              <a:spcBef>
                <a:spcPts val="0"/>
              </a:spcBef>
              <a:spcAft>
                <a:spcPts val="0"/>
              </a:spcAft>
              <a:buSzPts val="700"/>
              <a:buNone/>
              <a:defRPr/>
            </a:lvl9pPr>
          </a:lstStyle>
          <a:p/>
        </p:txBody>
      </p:sp>
      <p:cxnSp>
        <p:nvCxnSpPr>
          <p:cNvPr id="286" name="Google Shape;286;g1350fa144cd_0_176"/>
          <p:cNvCxnSpPr/>
          <p:nvPr/>
        </p:nvCxnSpPr>
        <p:spPr>
          <a:xfrm>
            <a:off x="3566911" y="4769025"/>
            <a:ext cx="0" cy="1635000"/>
          </a:xfrm>
          <a:prstGeom prst="straightConnector1">
            <a:avLst/>
          </a:prstGeom>
          <a:noFill/>
          <a:ln cap="flat" cmpd="sng" w="76200">
            <a:solidFill>
              <a:schemeClr val="dk1"/>
            </a:solidFill>
            <a:prstDash val="solid"/>
            <a:round/>
            <a:headEnd len="sm" w="sm" type="none"/>
            <a:tailEnd len="sm" w="sm" type="none"/>
          </a:ln>
        </p:spPr>
      </p:cxnSp>
      <p:sp>
        <p:nvSpPr>
          <p:cNvPr id="287" name="Google Shape;287;g1350fa144cd_0_176"/>
          <p:cNvSpPr txBox="1"/>
          <p:nvPr>
            <p:ph idx="1" type="body"/>
          </p:nvPr>
        </p:nvSpPr>
        <p:spPr>
          <a:xfrm>
            <a:off x="3781601" y="4954565"/>
            <a:ext cx="5091300" cy="1154400"/>
          </a:xfrm>
          <a:prstGeom prst="rect">
            <a:avLst/>
          </a:prstGeom>
          <a:noFill/>
          <a:ln>
            <a:noFill/>
          </a:ln>
        </p:spPr>
        <p:txBody>
          <a:bodyPr anchorCtr="0" anchor="t" bIns="0" lIns="0" spcFirstLastPara="1" rIns="0" wrap="square" tIns="0">
            <a:spAutoFit/>
          </a:bodyPr>
          <a:lstStyle>
            <a:lvl1pPr indent="-228600" lvl="0" marL="457200" rtl="0" algn="l">
              <a:spcBef>
                <a:spcPts val="0"/>
              </a:spcBef>
              <a:spcAft>
                <a:spcPts val="0"/>
              </a:spcAft>
              <a:buSzPts val="700"/>
              <a:buNone/>
              <a:defRPr>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88" name="Shape 288"/>
        <p:cNvGrpSpPr/>
        <p:nvPr/>
      </p:nvGrpSpPr>
      <p:grpSpPr>
        <a:xfrm>
          <a:off x="0" y="0"/>
          <a:ext cx="0" cy="0"/>
          <a:chOff x="0" y="0"/>
          <a:chExt cx="0" cy="0"/>
        </a:xfrm>
      </p:grpSpPr>
      <p:pic>
        <p:nvPicPr>
          <p:cNvPr id="289" name="Google Shape;289;g1350fa144cd_0_187"/>
          <p:cNvPicPr preferRelativeResize="0"/>
          <p:nvPr/>
        </p:nvPicPr>
        <p:blipFill rotWithShape="1">
          <a:blip r:embed="rId2">
            <a:alphaModFix/>
          </a:blip>
          <a:srcRect b="0" l="0" r="0" t="0"/>
          <a:stretch/>
        </p:blipFill>
        <p:spPr>
          <a:xfrm>
            <a:off x="0" y="0"/>
            <a:ext cx="9144000" cy="4491779"/>
          </a:xfrm>
          <a:prstGeom prst="rect">
            <a:avLst/>
          </a:prstGeom>
          <a:noFill/>
          <a:ln>
            <a:noFill/>
          </a:ln>
        </p:spPr>
      </p:pic>
      <p:sp>
        <p:nvSpPr>
          <p:cNvPr id="290" name="Google Shape;290;g1350fa144cd_0_187"/>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91" name="Google Shape;291;g1350fa144cd_0_187"/>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grpSp>
        <p:nvGrpSpPr>
          <p:cNvPr id="292" name="Google Shape;292;g1350fa144cd_0_187"/>
          <p:cNvGrpSpPr/>
          <p:nvPr/>
        </p:nvGrpSpPr>
        <p:grpSpPr>
          <a:xfrm>
            <a:off x="8700930" y="6279499"/>
            <a:ext cx="202706" cy="362724"/>
            <a:chOff x="18406074" y="10234089"/>
            <a:chExt cx="445703" cy="598160"/>
          </a:xfrm>
        </p:grpSpPr>
        <p:sp>
          <p:nvSpPr>
            <p:cNvPr id="293" name="Google Shape;293;g1350fa144cd_0_187"/>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pic>
          <p:nvPicPr>
            <p:cNvPr id="294" name="Google Shape;294;g1350fa144cd_0_187"/>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295" name="Google Shape;295;g1350fa144cd_0_187"/>
          <p:cNvPicPr preferRelativeResize="0"/>
          <p:nvPr/>
        </p:nvPicPr>
        <p:blipFill rotWithShape="1">
          <a:blip r:embed="rId4">
            <a:alphaModFix/>
          </a:blip>
          <a:srcRect b="0" l="0" r="0" t="0"/>
          <a:stretch/>
        </p:blipFill>
        <p:spPr>
          <a:xfrm>
            <a:off x="5606264" y="6277351"/>
            <a:ext cx="1921388" cy="379107"/>
          </a:xfrm>
          <a:prstGeom prst="rect">
            <a:avLst/>
          </a:prstGeom>
          <a:noFill/>
          <a:ln>
            <a:noFill/>
          </a:ln>
        </p:spPr>
      </p:pic>
      <p:sp>
        <p:nvSpPr>
          <p:cNvPr id="296" name="Google Shape;296;g1350fa144cd_0_187"/>
          <p:cNvSpPr txBox="1"/>
          <p:nvPr>
            <p:ph type="title"/>
          </p:nvPr>
        </p:nvSpPr>
        <p:spPr>
          <a:xfrm>
            <a:off x="601284" y="4994314"/>
            <a:ext cx="2751000" cy="1410000"/>
          </a:xfrm>
          <a:prstGeom prst="rect">
            <a:avLst/>
          </a:prstGeom>
          <a:noFill/>
          <a:ln>
            <a:noFill/>
          </a:ln>
        </p:spPr>
        <p:txBody>
          <a:bodyPr anchorCtr="0" anchor="t" bIns="0" lIns="0" spcFirstLastPara="1" rIns="0" wrap="square" tIns="0">
            <a:spAutoFit/>
          </a:bodyPr>
          <a:lstStyle>
            <a:lvl1pPr lvl="0" rtl="0" algn="l">
              <a:spcBef>
                <a:spcPts val="0"/>
              </a:spcBef>
              <a:spcAft>
                <a:spcPts val="0"/>
              </a:spcAft>
              <a:buSzPts val="700"/>
              <a:buNone/>
              <a:defRPr sz="2700"/>
            </a:lvl1pPr>
            <a:lvl2pPr lvl="1" rtl="0">
              <a:spcBef>
                <a:spcPts val="0"/>
              </a:spcBef>
              <a:spcAft>
                <a:spcPts val="0"/>
              </a:spcAft>
              <a:buSzPts val="700"/>
              <a:buNone/>
              <a:defRPr/>
            </a:lvl2pPr>
            <a:lvl3pPr lvl="2" rtl="0">
              <a:spcBef>
                <a:spcPts val="0"/>
              </a:spcBef>
              <a:spcAft>
                <a:spcPts val="0"/>
              </a:spcAft>
              <a:buSzPts val="700"/>
              <a:buNone/>
              <a:defRPr/>
            </a:lvl3pPr>
            <a:lvl4pPr lvl="3" rtl="0">
              <a:spcBef>
                <a:spcPts val="0"/>
              </a:spcBef>
              <a:spcAft>
                <a:spcPts val="0"/>
              </a:spcAft>
              <a:buSzPts val="700"/>
              <a:buNone/>
              <a:defRPr/>
            </a:lvl4pPr>
            <a:lvl5pPr lvl="4" rtl="0">
              <a:spcBef>
                <a:spcPts val="0"/>
              </a:spcBef>
              <a:spcAft>
                <a:spcPts val="0"/>
              </a:spcAft>
              <a:buSzPts val="700"/>
              <a:buNone/>
              <a:defRPr/>
            </a:lvl5pPr>
            <a:lvl6pPr lvl="5" rtl="0">
              <a:spcBef>
                <a:spcPts val="0"/>
              </a:spcBef>
              <a:spcAft>
                <a:spcPts val="0"/>
              </a:spcAft>
              <a:buSzPts val="700"/>
              <a:buNone/>
              <a:defRPr/>
            </a:lvl6pPr>
            <a:lvl7pPr lvl="6" rtl="0">
              <a:spcBef>
                <a:spcPts val="0"/>
              </a:spcBef>
              <a:spcAft>
                <a:spcPts val="0"/>
              </a:spcAft>
              <a:buSzPts val="700"/>
              <a:buNone/>
              <a:defRPr/>
            </a:lvl7pPr>
            <a:lvl8pPr lvl="7" rtl="0">
              <a:spcBef>
                <a:spcPts val="0"/>
              </a:spcBef>
              <a:spcAft>
                <a:spcPts val="0"/>
              </a:spcAft>
              <a:buSzPts val="700"/>
              <a:buNone/>
              <a:defRPr/>
            </a:lvl8pPr>
            <a:lvl9pPr lvl="8" rtl="0">
              <a:spcBef>
                <a:spcPts val="0"/>
              </a:spcBef>
              <a:spcAft>
                <a:spcPts val="0"/>
              </a:spcAft>
              <a:buSzPts val="700"/>
              <a:buNone/>
              <a:defRPr/>
            </a:lvl9pPr>
          </a:lstStyle>
          <a:p/>
        </p:txBody>
      </p:sp>
      <p:cxnSp>
        <p:nvCxnSpPr>
          <p:cNvPr id="297" name="Google Shape;297;g1350fa144cd_0_187"/>
          <p:cNvCxnSpPr/>
          <p:nvPr/>
        </p:nvCxnSpPr>
        <p:spPr>
          <a:xfrm>
            <a:off x="3566911" y="4769025"/>
            <a:ext cx="0" cy="1635000"/>
          </a:xfrm>
          <a:prstGeom prst="straightConnector1">
            <a:avLst/>
          </a:prstGeom>
          <a:noFill/>
          <a:ln cap="flat" cmpd="sng" w="76200">
            <a:solidFill>
              <a:schemeClr val="dk1"/>
            </a:solidFill>
            <a:prstDash val="solid"/>
            <a:round/>
            <a:headEnd len="sm" w="sm" type="none"/>
            <a:tailEnd len="sm" w="sm" type="none"/>
          </a:ln>
        </p:spPr>
      </p:cxnSp>
      <p:sp>
        <p:nvSpPr>
          <p:cNvPr id="298" name="Google Shape;298;g1350fa144cd_0_187"/>
          <p:cNvSpPr txBox="1"/>
          <p:nvPr>
            <p:ph idx="1" type="body"/>
          </p:nvPr>
        </p:nvSpPr>
        <p:spPr>
          <a:xfrm>
            <a:off x="3781601" y="4954565"/>
            <a:ext cx="5091300" cy="1154400"/>
          </a:xfrm>
          <a:prstGeom prst="rect">
            <a:avLst/>
          </a:prstGeom>
          <a:noFill/>
          <a:ln>
            <a:noFill/>
          </a:ln>
        </p:spPr>
        <p:txBody>
          <a:bodyPr anchorCtr="0" anchor="t" bIns="0" lIns="0" spcFirstLastPara="1" rIns="0" wrap="square" tIns="0">
            <a:spAutoFit/>
          </a:bodyPr>
          <a:lstStyle>
            <a:lvl1pPr indent="-228600" lvl="0" marL="457200" rtl="0" algn="l">
              <a:spcBef>
                <a:spcPts val="0"/>
              </a:spcBef>
              <a:spcAft>
                <a:spcPts val="0"/>
              </a:spcAft>
              <a:buSzPts val="700"/>
              <a:buNone/>
              <a:defRPr>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99" name="Shape 299"/>
        <p:cNvGrpSpPr/>
        <p:nvPr/>
      </p:nvGrpSpPr>
      <p:grpSpPr>
        <a:xfrm>
          <a:off x="0" y="0"/>
          <a:ext cx="0" cy="0"/>
          <a:chOff x="0" y="0"/>
          <a:chExt cx="0" cy="0"/>
        </a:xfrm>
      </p:grpSpPr>
      <p:pic>
        <p:nvPicPr>
          <p:cNvPr id="300" name="Google Shape;300;g1350fa144cd_0_198"/>
          <p:cNvPicPr preferRelativeResize="0"/>
          <p:nvPr/>
        </p:nvPicPr>
        <p:blipFill rotWithShape="1">
          <a:blip r:embed="rId2">
            <a:alphaModFix/>
          </a:blip>
          <a:srcRect b="0" l="0" r="0" t="0"/>
          <a:stretch/>
        </p:blipFill>
        <p:spPr>
          <a:xfrm>
            <a:off x="0" y="-31652"/>
            <a:ext cx="9144000" cy="4560444"/>
          </a:xfrm>
          <a:prstGeom prst="rect">
            <a:avLst/>
          </a:prstGeom>
          <a:noFill/>
          <a:ln>
            <a:noFill/>
          </a:ln>
        </p:spPr>
      </p:pic>
      <p:sp>
        <p:nvSpPr>
          <p:cNvPr id="301" name="Google Shape;301;g1350fa144cd_0_198"/>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302" name="Google Shape;302;g1350fa144cd_0_198"/>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grpSp>
        <p:nvGrpSpPr>
          <p:cNvPr id="303" name="Google Shape;303;g1350fa144cd_0_198"/>
          <p:cNvGrpSpPr/>
          <p:nvPr/>
        </p:nvGrpSpPr>
        <p:grpSpPr>
          <a:xfrm>
            <a:off x="8700930" y="6279499"/>
            <a:ext cx="202706" cy="362724"/>
            <a:chOff x="18406074" y="10234089"/>
            <a:chExt cx="445703" cy="598160"/>
          </a:xfrm>
        </p:grpSpPr>
        <p:sp>
          <p:nvSpPr>
            <p:cNvPr id="304" name="Google Shape;304;g1350fa144cd_0_198"/>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pic>
          <p:nvPicPr>
            <p:cNvPr id="305" name="Google Shape;305;g1350fa144cd_0_198"/>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306" name="Google Shape;306;g1350fa144cd_0_198"/>
          <p:cNvPicPr preferRelativeResize="0"/>
          <p:nvPr/>
        </p:nvPicPr>
        <p:blipFill rotWithShape="1">
          <a:blip r:embed="rId4">
            <a:alphaModFix/>
          </a:blip>
          <a:srcRect b="0" l="0" r="0" t="0"/>
          <a:stretch/>
        </p:blipFill>
        <p:spPr>
          <a:xfrm>
            <a:off x="5606264" y="6277351"/>
            <a:ext cx="1921388" cy="379107"/>
          </a:xfrm>
          <a:prstGeom prst="rect">
            <a:avLst/>
          </a:prstGeom>
          <a:noFill/>
          <a:ln>
            <a:noFill/>
          </a:ln>
        </p:spPr>
      </p:pic>
      <p:sp>
        <p:nvSpPr>
          <p:cNvPr id="307" name="Google Shape;307;g1350fa144cd_0_198"/>
          <p:cNvSpPr txBox="1"/>
          <p:nvPr>
            <p:ph type="title"/>
          </p:nvPr>
        </p:nvSpPr>
        <p:spPr>
          <a:xfrm>
            <a:off x="601284" y="4994314"/>
            <a:ext cx="2751000" cy="1410000"/>
          </a:xfrm>
          <a:prstGeom prst="rect">
            <a:avLst/>
          </a:prstGeom>
          <a:noFill/>
          <a:ln>
            <a:noFill/>
          </a:ln>
        </p:spPr>
        <p:txBody>
          <a:bodyPr anchorCtr="0" anchor="t" bIns="0" lIns="0" spcFirstLastPara="1" rIns="0" wrap="square" tIns="0">
            <a:spAutoFit/>
          </a:bodyPr>
          <a:lstStyle>
            <a:lvl1pPr lvl="0" rtl="0" algn="l">
              <a:spcBef>
                <a:spcPts val="0"/>
              </a:spcBef>
              <a:spcAft>
                <a:spcPts val="0"/>
              </a:spcAft>
              <a:buSzPts val="700"/>
              <a:buNone/>
              <a:defRPr sz="2700"/>
            </a:lvl1pPr>
            <a:lvl2pPr lvl="1" rtl="0">
              <a:spcBef>
                <a:spcPts val="0"/>
              </a:spcBef>
              <a:spcAft>
                <a:spcPts val="0"/>
              </a:spcAft>
              <a:buSzPts val="700"/>
              <a:buNone/>
              <a:defRPr/>
            </a:lvl2pPr>
            <a:lvl3pPr lvl="2" rtl="0">
              <a:spcBef>
                <a:spcPts val="0"/>
              </a:spcBef>
              <a:spcAft>
                <a:spcPts val="0"/>
              </a:spcAft>
              <a:buSzPts val="700"/>
              <a:buNone/>
              <a:defRPr/>
            </a:lvl3pPr>
            <a:lvl4pPr lvl="3" rtl="0">
              <a:spcBef>
                <a:spcPts val="0"/>
              </a:spcBef>
              <a:spcAft>
                <a:spcPts val="0"/>
              </a:spcAft>
              <a:buSzPts val="700"/>
              <a:buNone/>
              <a:defRPr/>
            </a:lvl4pPr>
            <a:lvl5pPr lvl="4" rtl="0">
              <a:spcBef>
                <a:spcPts val="0"/>
              </a:spcBef>
              <a:spcAft>
                <a:spcPts val="0"/>
              </a:spcAft>
              <a:buSzPts val="700"/>
              <a:buNone/>
              <a:defRPr/>
            </a:lvl5pPr>
            <a:lvl6pPr lvl="5" rtl="0">
              <a:spcBef>
                <a:spcPts val="0"/>
              </a:spcBef>
              <a:spcAft>
                <a:spcPts val="0"/>
              </a:spcAft>
              <a:buSzPts val="700"/>
              <a:buNone/>
              <a:defRPr/>
            </a:lvl6pPr>
            <a:lvl7pPr lvl="6" rtl="0">
              <a:spcBef>
                <a:spcPts val="0"/>
              </a:spcBef>
              <a:spcAft>
                <a:spcPts val="0"/>
              </a:spcAft>
              <a:buSzPts val="700"/>
              <a:buNone/>
              <a:defRPr/>
            </a:lvl7pPr>
            <a:lvl8pPr lvl="7" rtl="0">
              <a:spcBef>
                <a:spcPts val="0"/>
              </a:spcBef>
              <a:spcAft>
                <a:spcPts val="0"/>
              </a:spcAft>
              <a:buSzPts val="700"/>
              <a:buNone/>
              <a:defRPr/>
            </a:lvl8pPr>
            <a:lvl9pPr lvl="8" rtl="0">
              <a:spcBef>
                <a:spcPts val="0"/>
              </a:spcBef>
              <a:spcAft>
                <a:spcPts val="0"/>
              </a:spcAft>
              <a:buSzPts val="700"/>
              <a:buNone/>
              <a:defRPr/>
            </a:lvl9pPr>
          </a:lstStyle>
          <a:p/>
        </p:txBody>
      </p:sp>
      <p:cxnSp>
        <p:nvCxnSpPr>
          <p:cNvPr id="308" name="Google Shape;308;g1350fa144cd_0_198"/>
          <p:cNvCxnSpPr/>
          <p:nvPr/>
        </p:nvCxnSpPr>
        <p:spPr>
          <a:xfrm>
            <a:off x="3566911" y="4769025"/>
            <a:ext cx="0" cy="1635000"/>
          </a:xfrm>
          <a:prstGeom prst="straightConnector1">
            <a:avLst/>
          </a:prstGeom>
          <a:noFill/>
          <a:ln cap="flat" cmpd="sng" w="76200">
            <a:solidFill>
              <a:schemeClr val="dk1"/>
            </a:solidFill>
            <a:prstDash val="solid"/>
            <a:round/>
            <a:headEnd len="sm" w="sm" type="none"/>
            <a:tailEnd len="sm" w="sm" type="none"/>
          </a:ln>
        </p:spPr>
      </p:cxnSp>
      <p:sp>
        <p:nvSpPr>
          <p:cNvPr id="309" name="Google Shape;309;g1350fa144cd_0_198"/>
          <p:cNvSpPr txBox="1"/>
          <p:nvPr>
            <p:ph idx="1" type="body"/>
          </p:nvPr>
        </p:nvSpPr>
        <p:spPr>
          <a:xfrm>
            <a:off x="3781601" y="4954565"/>
            <a:ext cx="5091300" cy="1154400"/>
          </a:xfrm>
          <a:prstGeom prst="rect">
            <a:avLst/>
          </a:prstGeom>
          <a:noFill/>
          <a:ln>
            <a:noFill/>
          </a:ln>
        </p:spPr>
        <p:txBody>
          <a:bodyPr anchorCtr="0" anchor="t" bIns="0" lIns="0" spcFirstLastPara="1" rIns="0" wrap="square" tIns="0">
            <a:spAutoFit/>
          </a:bodyPr>
          <a:lstStyle>
            <a:lvl1pPr indent="-228600" lvl="0" marL="457200" rtl="0" algn="l">
              <a:spcBef>
                <a:spcPts val="0"/>
              </a:spcBef>
              <a:spcAft>
                <a:spcPts val="0"/>
              </a:spcAft>
              <a:buSzPts val="700"/>
              <a:buNone/>
              <a:defRPr>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seño personalizado">
  <p:cSld name="1_Diseño personalizado">
    <p:spTree>
      <p:nvGrpSpPr>
        <p:cNvPr id="310" name="Shape 310"/>
        <p:cNvGrpSpPr/>
        <p:nvPr/>
      </p:nvGrpSpPr>
      <p:grpSpPr>
        <a:xfrm>
          <a:off x="0" y="0"/>
          <a:ext cx="0" cy="0"/>
          <a:chOff x="0" y="0"/>
          <a:chExt cx="0" cy="0"/>
        </a:xfrm>
      </p:grpSpPr>
      <p:pic>
        <p:nvPicPr>
          <p:cNvPr id="311" name="Google Shape;311;g1350fa144cd_0_209"/>
          <p:cNvPicPr preferRelativeResize="0"/>
          <p:nvPr/>
        </p:nvPicPr>
        <p:blipFill rotWithShape="1">
          <a:blip r:embed="rId2">
            <a:alphaModFix/>
          </a:blip>
          <a:srcRect b="0" l="0" r="0" t="0"/>
          <a:stretch/>
        </p:blipFill>
        <p:spPr>
          <a:xfrm>
            <a:off x="0" y="-13477"/>
            <a:ext cx="9147648" cy="4569040"/>
          </a:xfrm>
          <a:prstGeom prst="rect">
            <a:avLst/>
          </a:prstGeom>
          <a:noFill/>
          <a:ln>
            <a:noFill/>
          </a:ln>
        </p:spPr>
      </p:pic>
      <p:sp>
        <p:nvSpPr>
          <p:cNvPr id="312" name="Google Shape;312;g1350fa144cd_0_209"/>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313" name="Google Shape;313;g1350fa144cd_0_209"/>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grpSp>
        <p:nvGrpSpPr>
          <p:cNvPr id="314" name="Google Shape;314;g1350fa144cd_0_209"/>
          <p:cNvGrpSpPr/>
          <p:nvPr/>
        </p:nvGrpSpPr>
        <p:grpSpPr>
          <a:xfrm>
            <a:off x="8700930" y="6279499"/>
            <a:ext cx="202706" cy="362724"/>
            <a:chOff x="18406074" y="10234089"/>
            <a:chExt cx="445703" cy="598160"/>
          </a:xfrm>
        </p:grpSpPr>
        <p:sp>
          <p:nvSpPr>
            <p:cNvPr id="315" name="Google Shape;315;g1350fa144cd_0_209"/>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pic>
          <p:nvPicPr>
            <p:cNvPr id="316" name="Google Shape;316;g1350fa144cd_0_209"/>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317" name="Google Shape;317;g1350fa144cd_0_209"/>
          <p:cNvPicPr preferRelativeResize="0"/>
          <p:nvPr/>
        </p:nvPicPr>
        <p:blipFill rotWithShape="1">
          <a:blip r:embed="rId4">
            <a:alphaModFix/>
          </a:blip>
          <a:srcRect b="0" l="0" r="0" t="0"/>
          <a:stretch/>
        </p:blipFill>
        <p:spPr>
          <a:xfrm>
            <a:off x="5606264" y="6277351"/>
            <a:ext cx="1921388" cy="379107"/>
          </a:xfrm>
          <a:prstGeom prst="rect">
            <a:avLst/>
          </a:prstGeom>
          <a:noFill/>
          <a:ln>
            <a:noFill/>
          </a:ln>
        </p:spPr>
      </p:pic>
      <p:sp>
        <p:nvSpPr>
          <p:cNvPr id="318" name="Google Shape;318;g1350fa144cd_0_209"/>
          <p:cNvSpPr txBox="1"/>
          <p:nvPr>
            <p:ph type="title"/>
          </p:nvPr>
        </p:nvSpPr>
        <p:spPr>
          <a:xfrm>
            <a:off x="601284" y="4994314"/>
            <a:ext cx="2751000" cy="1410000"/>
          </a:xfrm>
          <a:prstGeom prst="rect">
            <a:avLst/>
          </a:prstGeom>
          <a:noFill/>
          <a:ln>
            <a:noFill/>
          </a:ln>
        </p:spPr>
        <p:txBody>
          <a:bodyPr anchorCtr="0" anchor="t" bIns="0" lIns="0" spcFirstLastPara="1" rIns="0" wrap="square" tIns="0">
            <a:spAutoFit/>
          </a:bodyPr>
          <a:lstStyle>
            <a:lvl1pPr lvl="0" rtl="0" algn="l">
              <a:spcBef>
                <a:spcPts val="0"/>
              </a:spcBef>
              <a:spcAft>
                <a:spcPts val="0"/>
              </a:spcAft>
              <a:buSzPts val="700"/>
              <a:buNone/>
              <a:defRPr sz="2700"/>
            </a:lvl1pPr>
            <a:lvl2pPr lvl="1" rtl="0">
              <a:spcBef>
                <a:spcPts val="0"/>
              </a:spcBef>
              <a:spcAft>
                <a:spcPts val="0"/>
              </a:spcAft>
              <a:buSzPts val="700"/>
              <a:buNone/>
              <a:defRPr/>
            </a:lvl2pPr>
            <a:lvl3pPr lvl="2" rtl="0">
              <a:spcBef>
                <a:spcPts val="0"/>
              </a:spcBef>
              <a:spcAft>
                <a:spcPts val="0"/>
              </a:spcAft>
              <a:buSzPts val="700"/>
              <a:buNone/>
              <a:defRPr/>
            </a:lvl3pPr>
            <a:lvl4pPr lvl="3" rtl="0">
              <a:spcBef>
                <a:spcPts val="0"/>
              </a:spcBef>
              <a:spcAft>
                <a:spcPts val="0"/>
              </a:spcAft>
              <a:buSzPts val="700"/>
              <a:buNone/>
              <a:defRPr/>
            </a:lvl4pPr>
            <a:lvl5pPr lvl="4" rtl="0">
              <a:spcBef>
                <a:spcPts val="0"/>
              </a:spcBef>
              <a:spcAft>
                <a:spcPts val="0"/>
              </a:spcAft>
              <a:buSzPts val="700"/>
              <a:buNone/>
              <a:defRPr/>
            </a:lvl5pPr>
            <a:lvl6pPr lvl="5" rtl="0">
              <a:spcBef>
                <a:spcPts val="0"/>
              </a:spcBef>
              <a:spcAft>
                <a:spcPts val="0"/>
              </a:spcAft>
              <a:buSzPts val="700"/>
              <a:buNone/>
              <a:defRPr/>
            </a:lvl6pPr>
            <a:lvl7pPr lvl="6" rtl="0">
              <a:spcBef>
                <a:spcPts val="0"/>
              </a:spcBef>
              <a:spcAft>
                <a:spcPts val="0"/>
              </a:spcAft>
              <a:buSzPts val="700"/>
              <a:buNone/>
              <a:defRPr/>
            </a:lvl7pPr>
            <a:lvl8pPr lvl="7" rtl="0">
              <a:spcBef>
                <a:spcPts val="0"/>
              </a:spcBef>
              <a:spcAft>
                <a:spcPts val="0"/>
              </a:spcAft>
              <a:buSzPts val="700"/>
              <a:buNone/>
              <a:defRPr/>
            </a:lvl8pPr>
            <a:lvl9pPr lvl="8" rtl="0">
              <a:spcBef>
                <a:spcPts val="0"/>
              </a:spcBef>
              <a:spcAft>
                <a:spcPts val="0"/>
              </a:spcAft>
              <a:buSzPts val="700"/>
              <a:buNone/>
              <a:defRPr/>
            </a:lvl9pPr>
          </a:lstStyle>
          <a:p/>
        </p:txBody>
      </p:sp>
      <p:cxnSp>
        <p:nvCxnSpPr>
          <p:cNvPr id="319" name="Google Shape;319;g1350fa144cd_0_209"/>
          <p:cNvCxnSpPr/>
          <p:nvPr/>
        </p:nvCxnSpPr>
        <p:spPr>
          <a:xfrm>
            <a:off x="3566911" y="4769025"/>
            <a:ext cx="0" cy="1635000"/>
          </a:xfrm>
          <a:prstGeom prst="straightConnector1">
            <a:avLst/>
          </a:prstGeom>
          <a:noFill/>
          <a:ln cap="flat" cmpd="sng" w="76200">
            <a:solidFill>
              <a:schemeClr val="dk1"/>
            </a:solidFill>
            <a:prstDash val="solid"/>
            <a:round/>
            <a:headEnd len="sm" w="sm" type="none"/>
            <a:tailEnd len="sm" w="sm" type="none"/>
          </a:ln>
        </p:spPr>
      </p:cxnSp>
      <p:sp>
        <p:nvSpPr>
          <p:cNvPr id="320" name="Google Shape;320;g1350fa144cd_0_209"/>
          <p:cNvSpPr txBox="1"/>
          <p:nvPr>
            <p:ph idx="1" type="body"/>
          </p:nvPr>
        </p:nvSpPr>
        <p:spPr>
          <a:xfrm>
            <a:off x="3781601" y="4954565"/>
            <a:ext cx="5091300" cy="1154400"/>
          </a:xfrm>
          <a:prstGeom prst="rect">
            <a:avLst/>
          </a:prstGeom>
          <a:noFill/>
          <a:ln>
            <a:noFill/>
          </a:ln>
        </p:spPr>
        <p:txBody>
          <a:bodyPr anchorCtr="0" anchor="t" bIns="0" lIns="0" spcFirstLastPara="1" rIns="0" wrap="square" tIns="0">
            <a:spAutoFit/>
          </a:bodyPr>
          <a:lstStyle>
            <a:lvl1pPr indent="-228600" lvl="0" marL="457200" rtl="0" algn="l">
              <a:spcBef>
                <a:spcPts val="0"/>
              </a:spcBef>
              <a:spcAft>
                <a:spcPts val="0"/>
              </a:spcAft>
              <a:buSzPts val="700"/>
              <a:buNone/>
              <a:defRPr>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25" name="Shape 325"/>
        <p:cNvGrpSpPr/>
        <p:nvPr/>
      </p:nvGrpSpPr>
      <p:grpSpPr>
        <a:xfrm>
          <a:off x="0" y="0"/>
          <a:ext cx="0" cy="0"/>
          <a:chOff x="0" y="0"/>
          <a:chExt cx="0" cy="0"/>
        </a:xfrm>
      </p:grpSpPr>
      <p:sp>
        <p:nvSpPr>
          <p:cNvPr id="326" name="Google Shape;326;g1350fa144cd_0_437"/>
          <p:cNvSpPr txBox="1"/>
          <p:nvPr>
            <p:ph type="ctrTitle"/>
          </p:nvPr>
        </p:nvSpPr>
        <p:spPr>
          <a:xfrm>
            <a:off x="311708" y="992767"/>
            <a:ext cx="8520600" cy="27369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327" name="Google Shape;327;g1350fa144cd_0_437"/>
          <p:cNvSpPr txBox="1"/>
          <p:nvPr>
            <p:ph idx="1" type="subTitle"/>
          </p:nvPr>
        </p:nvSpPr>
        <p:spPr>
          <a:xfrm>
            <a:off x="311700" y="3778833"/>
            <a:ext cx="8520600" cy="10569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28" name="Google Shape;328;g1350fa144cd_0_43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9" name="Shape 329"/>
        <p:cNvGrpSpPr/>
        <p:nvPr/>
      </p:nvGrpSpPr>
      <p:grpSpPr>
        <a:xfrm>
          <a:off x="0" y="0"/>
          <a:ext cx="0" cy="0"/>
          <a:chOff x="0" y="0"/>
          <a:chExt cx="0" cy="0"/>
        </a:xfrm>
      </p:grpSpPr>
      <p:sp>
        <p:nvSpPr>
          <p:cNvPr id="330" name="Google Shape;330;g1350fa144cd_0_441"/>
          <p:cNvSpPr txBox="1"/>
          <p:nvPr>
            <p:ph type="title"/>
          </p:nvPr>
        </p:nvSpPr>
        <p:spPr>
          <a:xfrm>
            <a:off x="311700" y="2867800"/>
            <a:ext cx="8520600" cy="11223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331" name="Google Shape;331;g1350fa144cd_0_44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32" name="Shape 332"/>
        <p:cNvGrpSpPr/>
        <p:nvPr/>
      </p:nvGrpSpPr>
      <p:grpSpPr>
        <a:xfrm>
          <a:off x="0" y="0"/>
          <a:ext cx="0" cy="0"/>
          <a:chOff x="0" y="0"/>
          <a:chExt cx="0" cy="0"/>
        </a:xfrm>
      </p:grpSpPr>
      <p:sp>
        <p:nvSpPr>
          <p:cNvPr id="333" name="Google Shape;333;g1350fa144cd_0_444"/>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34" name="Google Shape;334;g1350fa144cd_0_444"/>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335" name="Google Shape;335;g1350fa144cd_0_44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36" name="Shape 336"/>
        <p:cNvGrpSpPr/>
        <p:nvPr/>
      </p:nvGrpSpPr>
      <p:grpSpPr>
        <a:xfrm>
          <a:off x="0" y="0"/>
          <a:ext cx="0" cy="0"/>
          <a:chOff x="0" y="0"/>
          <a:chExt cx="0" cy="0"/>
        </a:xfrm>
      </p:grpSpPr>
      <p:sp>
        <p:nvSpPr>
          <p:cNvPr id="337" name="Google Shape;337;g1350fa144cd_0_448"/>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38" name="Google Shape;338;g1350fa144cd_0_448"/>
          <p:cNvSpPr txBox="1"/>
          <p:nvPr>
            <p:ph idx="1" type="body"/>
          </p:nvPr>
        </p:nvSpPr>
        <p:spPr>
          <a:xfrm>
            <a:off x="311700" y="1536633"/>
            <a:ext cx="3999900" cy="45552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39" name="Google Shape;339;g1350fa144cd_0_448"/>
          <p:cNvSpPr txBox="1"/>
          <p:nvPr>
            <p:ph idx="2" type="body"/>
          </p:nvPr>
        </p:nvSpPr>
        <p:spPr>
          <a:xfrm>
            <a:off x="4832400" y="1536633"/>
            <a:ext cx="3999900" cy="45552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40" name="Google Shape;340;g1350fa144cd_0_44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1" name="Shape 341"/>
        <p:cNvGrpSpPr/>
        <p:nvPr/>
      </p:nvGrpSpPr>
      <p:grpSpPr>
        <a:xfrm>
          <a:off x="0" y="0"/>
          <a:ext cx="0" cy="0"/>
          <a:chOff x="0" y="0"/>
          <a:chExt cx="0" cy="0"/>
        </a:xfrm>
      </p:grpSpPr>
      <p:sp>
        <p:nvSpPr>
          <p:cNvPr id="342" name="Google Shape;342;g1350fa144cd_0_453"/>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3" name="Google Shape;343;g1350fa144cd_0_45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4" name="Shape 344"/>
        <p:cNvGrpSpPr/>
        <p:nvPr/>
      </p:nvGrpSpPr>
      <p:grpSpPr>
        <a:xfrm>
          <a:off x="0" y="0"/>
          <a:ext cx="0" cy="0"/>
          <a:chOff x="0" y="0"/>
          <a:chExt cx="0" cy="0"/>
        </a:xfrm>
      </p:grpSpPr>
      <p:sp>
        <p:nvSpPr>
          <p:cNvPr id="345" name="Google Shape;345;g1350fa144cd_0_456"/>
          <p:cNvSpPr txBox="1"/>
          <p:nvPr>
            <p:ph type="title"/>
          </p:nvPr>
        </p:nvSpPr>
        <p:spPr>
          <a:xfrm>
            <a:off x="311700" y="740800"/>
            <a:ext cx="2808000" cy="1007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46" name="Google Shape;346;g1350fa144cd_0_456"/>
          <p:cNvSpPr txBox="1"/>
          <p:nvPr>
            <p:ph idx="1" type="body"/>
          </p:nvPr>
        </p:nvSpPr>
        <p:spPr>
          <a:xfrm>
            <a:off x="311700" y="1852800"/>
            <a:ext cx="2808000" cy="42393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47" name="Google Shape;347;g1350fa144cd_0_45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8" name="Shape 348"/>
        <p:cNvGrpSpPr/>
        <p:nvPr/>
      </p:nvGrpSpPr>
      <p:grpSpPr>
        <a:xfrm>
          <a:off x="0" y="0"/>
          <a:ext cx="0" cy="0"/>
          <a:chOff x="0" y="0"/>
          <a:chExt cx="0" cy="0"/>
        </a:xfrm>
      </p:grpSpPr>
      <p:sp>
        <p:nvSpPr>
          <p:cNvPr id="349" name="Google Shape;349;g1350fa144cd_0_460"/>
          <p:cNvSpPr txBox="1"/>
          <p:nvPr>
            <p:ph type="title"/>
          </p:nvPr>
        </p:nvSpPr>
        <p:spPr>
          <a:xfrm>
            <a:off x="490250" y="600200"/>
            <a:ext cx="6367800" cy="54543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350" name="Google Shape;350;g1350fa144cd_0_46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1" name="Shape 351"/>
        <p:cNvGrpSpPr/>
        <p:nvPr/>
      </p:nvGrpSpPr>
      <p:grpSpPr>
        <a:xfrm>
          <a:off x="0" y="0"/>
          <a:ext cx="0" cy="0"/>
          <a:chOff x="0" y="0"/>
          <a:chExt cx="0" cy="0"/>
        </a:xfrm>
      </p:grpSpPr>
      <p:sp>
        <p:nvSpPr>
          <p:cNvPr id="352" name="Google Shape;352;g1350fa144cd_0_463"/>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g1350fa144cd_0_463"/>
          <p:cNvSpPr txBox="1"/>
          <p:nvPr>
            <p:ph type="title"/>
          </p:nvPr>
        </p:nvSpPr>
        <p:spPr>
          <a:xfrm>
            <a:off x="265500" y="1644233"/>
            <a:ext cx="4045200" cy="19764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354" name="Google Shape;354;g1350fa144cd_0_463"/>
          <p:cNvSpPr txBox="1"/>
          <p:nvPr>
            <p:ph idx="1" type="subTitle"/>
          </p:nvPr>
        </p:nvSpPr>
        <p:spPr>
          <a:xfrm>
            <a:off x="265500" y="3737433"/>
            <a:ext cx="4045200" cy="16467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355" name="Google Shape;355;g1350fa144cd_0_463"/>
          <p:cNvSpPr txBox="1"/>
          <p:nvPr>
            <p:ph idx="2" type="body"/>
          </p:nvPr>
        </p:nvSpPr>
        <p:spPr>
          <a:xfrm>
            <a:off x="4939500" y="965433"/>
            <a:ext cx="3837000" cy="49269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356" name="Google Shape;356;g1350fa144cd_0_46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57" name="Shape 357"/>
        <p:cNvGrpSpPr/>
        <p:nvPr/>
      </p:nvGrpSpPr>
      <p:grpSpPr>
        <a:xfrm>
          <a:off x="0" y="0"/>
          <a:ext cx="0" cy="0"/>
          <a:chOff x="0" y="0"/>
          <a:chExt cx="0" cy="0"/>
        </a:xfrm>
      </p:grpSpPr>
      <p:sp>
        <p:nvSpPr>
          <p:cNvPr id="358" name="Google Shape;358;g1350fa144cd_0_469"/>
          <p:cNvSpPr txBox="1"/>
          <p:nvPr>
            <p:ph idx="1" type="body"/>
          </p:nvPr>
        </p:nvSpPr>
        <p:spPr>
          <a:xfrm>
            <a:off x="311700" y="5640767"/>
            <a:ext cx="5998800" cy="8067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359" name="Google Shape;359;g1350fa144cd_0_46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60" name="Shape 360"/>
        <p:cNvGrpSpPr/>
        <p:nvPr/>
      </p:nvGrpSpPr>
      <p:grpSpPr>
        <a:xfrm>
          <a:off x="0" y="0"/>
          <a:ext cx="0" cy="0"/>
          <a:chOff x="0" y="0"/>
          <a:chExt cx="0" cy="0"/>
        </a:xfrm>
      </p:grpSpPr>
      <p:sp>
        <p:nvSpPr>
          <p:cNvPr id="361" name="Google Shape;361;g1350fa144cd_0_472"/>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362" name="Google Shape;362;g1350fa144cd_0_472"/>
          <p:cNvSpPr txBox="1"/>
          <p:nvPr>
            <p:ph idx="1" type="body"/>
          </p:nvPr>
        </p:nvSpPr>
        <p:spPr>
          <a:xfrm>
            <a:off x="311700" y="4202967"/>
            <a:ext cx="8520600" cy="17343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363" name="Google Shape;363;g1350fa144cd_0_47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64" name="Shape 364"/>
        <p:cNvGrpSpPr/>
        <p:nvPr/>
      </p:nvGrpSpPr>
      <p:grpSpPr>
        <a:xfrm>
          <a:off x="0" y="0"/>
          <a:ext cx="0" cy="0"/>
          <a:chOff x="0" y="0"/>
          <a:chExt cx="0" cy="0"/>
        </a:xfrm>
      </p:grpSpPr>
      <p:sp>
        <p:nvSpPr>
          <p:cNvPr id="365" name="Google Shape;365;g1350fa144cd_0_47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72" name="Shape 372"/>
        <p:cNvGrpSpPr/>
        <p:nvPr/>
      </p:nvGrpSpPr>
      <p:grpSpPr>
        <a:xfrm>
          <a:off x="0" y="0"/>
          <a:ext cx="0" cy="0"/>
          <a:chOff x="0" y="0"/>
          <a:chExt cx="0" cy="0"/>
        </a:xfrm>
      </p:grpSpPr>
      <p:pic>
        <p:nvPicPr>
          <p:cNvPr id="373" name="Google Shape;373;g1350fa144cd_0_645"/>
          <p:cNvPicPr preferRelativeResize="0"/>
          <p:nvPr/>
        </p:nvPicPr>
        <p:blipFill rotWithShape="1">
          <a:blip r:embed="rId2">
            <a:alphaModFix/>
          </a:blip>
          <a:srcRect b="0" l="0" r="0" t="0"/>
          <a:stretch/>
        </p:blipFill>
        <p:spPr>
          <a:xfrm>
            <a:off x="0" y="5006"/>
            <a:ext cx="9144000" cy="5143500"/>
          </a:xfrm>
          <a:prstGeom prst="rect">
            <a:avLst/>
          </a:prstGeom>
          <a:noFill/>
          <a:ln>
            <a:noFill/>
          </a:ln>
        </p:spPr>
      </p:pic>
      <p:sp>
        <p:nvSpPr>
          <p:cNvPr id="374" name="Google Shape;374;g1350fa144cd_0_645"/>
          <p:cNvSpPr/>
          <p:nvPr/>
        </p:nvSpPr>
        <p:spPr>
          <a:xfrm>
            <a:off x="2316356" y="4468096"/>
            <a:ext cx="4866074" cy="32404"/>
          </a:xfrm>
          <a:custGeom>
            <a:rect b="b" l="l" r="r" t="t"/>
            <a:pathLst>
              <a:path extrusionOk="0" h="53340" w="10694669">
                <a:moveTo>
                  <a:pt x="10667601" y="0"/>
                </a:moveTo>
                <a:lnTo>
                  <a:pt x="26606" y="0"/>
                </a:lnTo>
                <a:lnTo>
                  <a:pt x="16264" y="2097"/>
                </a:lnTo>
                <a:lnTo>
                  <a:pt x="7806" y="7809"/>
                </a:lnTo>
                <a:lnTo>
                  <a:pt x="2095" y="16269"/>
                </a:lnTo>
                <a:lnTo>
                  <a:pt x="0" y="26606"/>
                </a:lnTo>
                <a:lnTo>
                  <a:pt x="2095" y="36942"/>
                </a:lnTo>
                <a:lnTo>
                  <a:pt x="7806" y="45397"/>
                </a:lnTo>
                <a:lnTo>
                  <a:pt x="16264" y="51106"/>
                </a:lnTo>
                <a:lnTo>
                  <a:pt x="26606" y="53202"/>
                </a:lnTo>
                <a:lnTo>
                  <a:pt x="10667601" y="53202"/>
                </a:lnTo>
                <a:lnTo>
                  <a:pt x="10677937" y="51106"/>
                </a:lnTo>
                <a:lnTo>
                  <a:pt x="10686393" y="45397"/>
                </a:lnTo>
                <a:lnTo>
                  <a:pt x="10692102" y="36942"/>
                </a:lnTo>
                <a:lnTo>
                  <a:pt x="10694197" y="26606"/>
                </a:lnTo>
                <a:lnTo>
                  <a:pt x="10692102" y="16269"/>
                </a:lnTo>
                <a:lnTo>
                  <a:pt x="10686393" y="7809"/>
                </a:lnTo>
                <a:lnTo>
                  <a:pt x="10677937" y="2097"/>
                </a:lnTo>
                <a:lnTo>
                  <a:pt x="10667601"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375" name="Google Shape;375;g1350fa144cd_0_645"/>
          <p:cNvSpPr/>
          <p:nvPr/>
        </p:nvSpPr>
        <p:spPr>
          <a:xfrm>
            <a:off x="2316356" y="3834001"/>
            <a:ext cx="4866074" cy="633262"/>
          </a:xfrm>
          <a:custGeom>
            <a:rect b="b" l="l" r="r" t="t"/>
            <a:pathLst>
              <a:path extrusionOk="0" h="1025525" w="10694669">
                <a:moveTo>
                  <a:pt x="10694197" y="0"/>
                </a:moveTo>
                <a:lnTo>
                  <a:pt x="0" y="0"/>
                </a:lnTo>
                <a:lnTo>
                  <a:pt x="0" y="1025330"/>
                </a:lnTo>
                <a:lnTo>
                  <a:pt x="10694197" y="1025330"/>
                </a:lnTo>
                <a:lnTo>
                  <a:pt x="10694197" y="0"/>
                </a:lnTo>
                <a:close/>
              </a:path>
            </a:pathLst>
          </a:custGeom>
          <a:solidFill>
            <a:srgbClr val="317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376" name="Google Shape;376;g1350fa144cd_0_645"/>
          <p:cNvSpPr txBox="1"/>
          <p:nvPr>
            <p:ph idx="1" type="body"/>
          </p:nvPr>
        </p:nvSpPr>
        <p:spPr>
          <a:xfrm>
            <a:off x="2337113" y="3881760"/>
            <a:ext cx="4843500" cy="504000"/>
          </a:xfrm>
          <a:prstGeom prst="rect">
            <a:avLst/>
          </a:prstGeom>
          <a:noFill/>
          <a:ln>
            <a:noFill/>
          </a:ln>
        </p:spPr>
        <p:txBody>
          <a:bodyPr anchorCtr="0" anchor="t" bIns="0" lIns="0" spcFirstLastPara="1" rIns="0" wrap="square" tIns="0">
            <a:spAutoFit/>
          </a:bodyPr>
          <a:lstStyle>
            <a:lvl1pPr indent="-228600" lvl="0" marL="457200" rtl="0" algn="ctr">
              <a:lnSpc>
                <a:spcPct val="100000"/>
              </a:lnSpc>
              <a:spcBef>
                <a:spcPts val="0"/>
              </a:spcBef>
              <a:spcAft>
                <a:spcPts val="0"/>
              </a:spcAft>
              <a:buSzPts val="700"/>
              <a:buNone/>
              <a:defRPr b="1" sz="2700">
                <a:solidFill>
                  <a:schemeClr val="dk1"/>
                </a:solidFill>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377" name="Google Shape;377;g1350fa144cd_0_645"/>
          <p:cNvSpPr txBox="1"/>
          <p:nvPr>
            <p:ph idx="2" type="body"/>
          </p:nvPr>
        </p:nvSpPr>
        <p:spPr>
          <a:xfrm>
            <a:off x="2145923" y="3181445"/>
            <a:ext cx="5198700" cy="560100"/>
          </a:xfrm>
          <a:prstGeom prst="rect">
            <a:avLst/>
          </a:prstGeom>
          <a:noFill/>
          <a:ln>
            <a:noFill/>
          </a:ln>
        </p:spPr>
        <p:txBody>
          <a:bodyPr anchorCtr="0" anchor="t" bIns="0" lIns="0" spcFirstLastPara="1" rIns="0" wrap="square" tIns="0">
            <a:spAutoFit/>
          </a:bodyPr>
          <a:lstStyle>
            <a:lvl1pPr indent="-228600" lvl="0" marL="457200" rtl="0" algn="ctr">
              <a:lnSpc>
                <a:spcPct val="100000"/>
              </a:lnSpc>
              <a:spcBef>
                <a:spcPts val="0"/>
              </a:spcBef>
              <a:spcAft>
                <a:spcPts val="0"/>
              </a:spcAft>
              <a:buSzPts val="700"/>
              <a:buNone/>
              <a:defRPr b="1" sz="3000">
                <a:solidFill>
                  <a:schemeClr val="lt1"/>
                </a:solidFill>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378" name="Google Shape;378;g1350fa144cd_0_645"/>
          <p:cNvSpPr txBox="1"/>
          <p:nvPr>
            <p:ph idx="3" type="body"/>
          </p:nvPr>
        </p:nvSpPr>
        <p:spPr>
          <a:xfrm>
            <a:off x="2316356" y="4655238"/>
            <a:ext cx="4864500" cy="298500"/>
          </a:xfrm>
          <a:prstGeom prst="rect">
            <a:avLst/>
          </a:prstGeom>
          <a:noFill/>
          <a:ln>
            <a:noFill/>
          </a:ln>
        </p:spPr>
        <p:txBody>
          <a:bodyPr anchorCtr="0" anchor="t" bIns="0" lIns="0" spcFirstLastPara="1" rIns="0" wrap="square" tIns="0">
            <a:spAutoFit/>
          </a:bodyPr>
          <a:lstStyle>
            <a:lvl1pPr indent="-228600" lvl="0" marL="457200" rtl="0" algn="ctr">
              <a:lnSpc>
                <a:spcPct val="100000"/>
              </a:lnSpc>
              <a:spcBef>
                <a:spcPts val="0"/>
              </a:spcBef>
              <a:spcAft>
                <a:spcPts val="0"/>
              </a:spcAft>
              <a:buSzPts val="700"/>
              <a:buNone/>
              <a:defRPr sz="1600">
                <a:solidFill>
                  <a:schemeClr val="lt1"/>
                </a:solidFill>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pic>
        <p:nvPicPr>
          <p:cNvPr id="379" name="Google Shape;379;g1350fa144cd_0_645"/>
          <p:cNvPicPr preferRelativeResize="0"/>
          <p:nvPr/>
        </p:nvPicPr>
        <p:blipFill rotWithShape="1">
          <a:blip r:embed="rId3">
            <a:alphaModFix/>
          </a:blip>
          <a:srcRect b="0" l="0" r="0" t="0"/>
          <a:stretch/>
        </p:blipFill>
        <p:spPr>
          <a:xfrm>
            <a:off x="3406545" y="5145301"/>
            <a:ext cx="2829421" cy="930811"/>
          </a:xfrm>
          <a:prstGeom prst="rect">
            <a:avLst/>
          </a:prstGeom>
          <a:noFill/>
          <a:ln>
            <a:noFill/>
          </a:ln>
        </p:spPr>
      </p:pic>
      <p:pic>
        <p:nvPicPr>
          <p:cNvPr id="380" name="Google Shape;380;g1350fa144cd_0_645"/>
          <p:cNvPicPr preferRelativeResize="0"/>
          <p:nvPr/>
        </p:nvPicPr>
        <p:blipFill rotWithShape="1">
          <a:blip r:embed="rId4">
            <a:alphaModFix/>
          </a:blip>
          <a:srcRect b="0" l="0" r="0" t="0"/>
          <a:stretch/>
        </p:blipFill>
        <p:spPr>
          <a:xfrm>
            <a:off x="3734609" y="6235425"/>
            <a:ext cx="1921388" cy="379107"/>
          </a:xfrm>
          <a:prstGeom prst="rect">
            <a:avLst/>
          </a:prstGeom>
          <a:noFill/>
          <a:ln>
            <a:noFill/>
          </a:ln>
        </p:spPr>
      </p:pic>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spTree>
      <p:nvGrpSpPr>
        <p:cNvPr id="381" name="Shape 381"/>
        <p:cNvGrpSpPr/>
        <p:nvPr/>
      </p:nvGrpSpPr>
      <p:grpSpPr>
        <a:xfrm>
          <a:off x="0" y="0"/>
          <a:ext cx="0" cy="0"/>
          <a:chOff x="0" y="0"/>
          <a:chExt cx="0" cy="0"/>
        </a:xfrm>
      </p:grpSpPr>
      <p:sp>
        <p:nvSpPr>
          <p:cNvPr id="382" name="Google Shape;382;g1350fa144cd_0_654"/>
          <p:cNvSpPr/>
          <p:nvPr/>
        </p:nvSpPr>
        <p:spPr>
          <a:xfrm>
            <a:off x="6641923" y="1072405"/>
            <a:ext cx="1543726" cy="4595589"/>
          </a:xfrm>
          <a:custGeom>
            <a:rect b="b" l="l" r="r" t="t"/>
            <a:pathLst>
              <a:path extrusionOk="0" h="7564755" w="3392805">
                <a:moveTo>
                  <a:pt x="3392671" y="0"/>
                </a:moveTo>
                <a:lnTo>
                  <a:pt x="0" y="0"/>
                </a:lnTo>
                <a:lnTo>
                  <a:pt x="0" y="7564701"/>
                </a:lnTo>
                <a:lnTo>
                  <a:pt x="3392671" y="7564701"/>
                </a:lnTo>
                <a:lnTo>
                  <a:pt x="3392671" y="0"/>
                </a:lnTo>
                <a:close/>
              </a:path>
            </a:pathLst>
          </a:custGeom>
          <a:solidFill>
            <a:srgbClr val="317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383" name="Google Shape;383;g1350fa144cd_0_654"/>
          <p:cNvSpPr/>
          <p:nvPr/>
        </p:nvSpPr>
        <p:spPr>
          <a:xfrm>
            <a:off x="4737235" y="1072405"/>
            <a:ext cx="1543726" cy="4614501"/>
          </a:xfrm>
          <a:custGeom>
            <a:rect b="b" l="l" r="r" t="t"/>
            <a:pathLst>
              <a:path extrusionOk="0" h="7564755" w="3392805">
                <a:moveTo>
                  <a:pt x="3392671" y="0"/>
                </a:moveTo>
                <a:lnTo>
                  <a:pt x="0" y="0"/>
                </a:lnTo>
                <a:lnTo>
                  <a:pt x="0" y="7564701"/>
                </a:lnTo>
                <a:lnTo>
                  <a:pt x="3392671" y="7564701"/>
                </a:lnTo>
                <a:lnTo>
                  <a:pt x="3392671" y="0"/>
                </a:lnTo>
                <a:close/>
              </a:path>
            </a:pathLst>
          </a:custGeom>
          <a:solidFill>
            <a:schemeClr val="dk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384" name="Google Shape;384;g1350fa144cd_0_654"/>
          <p:cNvSpPr/>
          <p:nvPr/>
        </p:nvSpPr>
        <p:spPr>
          <a:xfrm>
            <a:off x="2886920" y="1099589"/>
            <a:ext cx="1543726" cy="4595589"/>
          </a:xfrm>
          <a:custGeom>
            <a:rect b="b" l="l" r="r" t="t"/>
            <a:pathLst>
              <a:path extrusionOk="0" h="7564755" w="3392805">
                <a:moveTo>
                  <a:pt x="3392671" y="0"/>
                </a:moveTo>
                <a:lnTo>
                  <a:pt x="0" y="0"/>
                </a:lnTo>
                <a:lnTo>
                  <a:pt x="0" y="7564701"/>
                </a:lnTo>
                <a:lnTo>
                  <a:pt x="3392671" y="7564701"/>
                </a:lnTo>
                <a:lnTo>
                  <a:pt x="3392671" y="0"/>
                </a:lnTo>
                <a:close/>
              </a:path>
            </a:pathLst>
          </a:custGeom>
          <a:solidFill>
            <a:srgbClr val="317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385" name="Google Shape;385;g1350fa144cd_0_654"/>
          <p:cNvSpPr/>
          <p:nvPr/>
        </p:nvSpPr>
        <p:spPr>
          <a:xfrm>
            <a:off x="1016851" y="1103824"/>
            <a:ext cx="1543726" cy="4595589"/>
          </a:xfrm>
          <a:custGeom>
            <a:rect b="b" l="l" r="r" t="t"/>
            <a:pathLst>
              <a:path extrusionOk="0" h="7564755" w="3392805">
                <a:moveTo>
                  <a:pt x="3392671" y="0"/>
                </a:moveTo>
                <a:lnTo>
                  <a:pt x="0" y="0"/>
                </a:lnTo>
                <a:lnTo>
                  <a:pt x="0" y="7564701"/>
                </a:lnTo>
                <a:lnTo>
                  <a:pt x="3392671" y="7564701"/>
                </a:lnTo>
                <a:lnTo>
                  <a:pt x="3392671" y="0"/>
                </a:lnTo>
                <a:close/>
              </a:path>
            </a:pathLst>
          </a:custGeom>
          <a:solidFill>
            <a:srgbClr val="317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386" name="Google Shape;386;g1350fa144cd_0_654"/>
          <p:cNvSpPr txBox="1"/>
          <p:nvPr>
            <p:ph idx="1" type="body"/>
          </p:nvPr>
        </p:nvSpPr>
        <p:spPr>
          <a:xfrm>
            <a:off x="1106176" y="3013130"/>
            <a:ext cx="1367100" cy="336000"/>
          </a:xfrm>
          <a:prstGeom prst="rect">
            <a:avLst/>
          </a:prstGeom>
          <a:noFill/>
          <a:ln>
            <a:noFill/>
          </a:ln>
        </p:spPr>
        <p:txBody>
          <a:bodyPr anchorCtr="0" anchor="t" bIns="0" lIns="0" spcFirstLastPara="1" rIns="0" wrap="square" tIns="0">
            <a:spAutoFit/>
          </a:bodyPr>
          <a:lstStyle>
            <a:lvl1pPr indent="-228600" lvl="0" marL="457200" rtl="0" algn="ctr">
              <a:lnSpc>
                <a:spcPct val="100000"/>
              </a:lnSpc>
              <a:spcBef>
                <a:spcPts val="0"/>
              </a:spcBef>
              <a:spcAft>
                <a:spcPts val="0"/>
              </a:spcAft>
              <a:buSzPts val="700"/>
              <a:buNone/>
              <a:defRPr b="1" sz="1800">
                <a:solidFill>
                  <a:schemeClr val="lt1"/>
                </a:solidFill>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387" name="Google Shape;387;g1350fa144cd_0_654"/>
          <p:cNvSpPr txBox="1"/>
          <p:nvPr>
            <p:ph idx="2" type="body"/>
          </p:nvPr>
        </p:nvSpPr>
        <p:spPr>
          <a:xfrm>
            <a:off x="1106176" y="1334322"/>
            <a:ext cx="1344300" cy="1399800"/>
          </a:xfrm>
          <a:prstGeom prst="rect">
            <a:avLst/>
          </a:prstGeom>
          <a:noFill/>
          <a:ln>
            <a:noFill/>
          </a:ln>
        </p:spPr>
        <p:txBody>
          <a:bodyPr anchorCtr="0" anchor="t" bIns="0" lIns="0" spcFirstLastPara="1" rIns="0" wrap="square" tIns="0">
            <a:spAutoFit/>
          </a:bodyPr>
          <a:lstStyle>
            <a:lvl1pPr indent="-228600" lvl="0" marL="457200" rtl="0" algn="ctr">
              <a:lnSpc>
                <a:spcPct val="100000"/>
              </a:lnSpc>
              <a:spcBef>
                <a:spcPts val="0"/>
              </a:spcBef>
              <a:spcAft>
                <a:spcPts val="0"/>
              </a:spcAft>
              <a:buSzPts val="700"/>
              <a:buNone/>
              <a:defRPr b="1" sz="7600">
                <a:solidFill>
                  <a:schemeClr val="lt1"/>
                </a:solidFill>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388" name="Google Shape;388;g1350fa144cd_0_654"/>
          <p:cNvSpPr txBox="1"/>
          <p:nvPr>
            <p:ph idx="3" type="body"/>
          </p:nvPr>
        </p:nvSpPr>
        <p:spPr>
          <a:xfrm>
            <a:off x="1146591" y="3582948"/>
            <a:ext cx="1326300" cy="336000"/>
          </a:xfrm>
          <a:prstGeom prst="rect">
            <a:avLst/>
          </a:prstGeom>
          <a:noFill/>
          <a:ln>
            <a:noFill/>
          </a:ln>
        </p:spPr>
        <p:txBody>
          <a:bodyPr anchorCtr="0" anchor="t" bIns="0" lIns="0" spcFirstLastPara="1" rIns="0" wrap="square" tIns="0">
            <a:spAutoFit/>
          </a:bodyPr>
          <a:lstStyle>
            <a:lvl1pPr indent="-228600" lvl="0" marL="457200" rtl="0" algn="ctr">
              <a:lnSpc>
                <a:spcPct val="100000"/>
              </a:lnSpc>
              <a:spcBef>
                <a:spcPts val="0"/>
              </a:spcBef>
              <a:spcAft>
                <a:spcPts val="0"/>
              </a:spcAft>
              <a:buSzPts val="700"/>
              <a:buNone/>
              <a:defRPr>
                <a:solidFill>
                  <a:schemeClr val="lt1"/>
                </a:solidFill>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389" name="Google Shape;389;g1350fa144cd_0_654"/>
          <p:cNvSpPr txBox="1"/>
          <p:nvPr>
            <p:ph idx="4" type="body"/>
          </p:nvPr>
        </p:nvSpPr>
        <p:spPr>
          <a:xfrm>
            <a:off x="2988192" y="3013130"/>
            <a:ext cx="1367100" cy="336000"/>
          </a:xfrm>
          <a:prstGeom prst="rect">
            <a:avLst/>
          </a:prstGeom>
          <a:noFill/>
          <a:ln>
            <a:noFill/>
          </a:ln>
        </p:spPr>
        <p:txBody>
          <a:bodyPr anchorCtr="0" anchor="t" bIns="0" lIns="0" spcFirstLastPara="1" rIns="0" wrap="square" tIns="0">
            <a:spAutoFit/>
          </a:bodyPr>
          <a:lstStyle>
            <a:lvl1pPr indent="-228600" lvl="0" marL="457200" rtl="0" algn="ctr">
              <a:lnSpc>
                <a:spcPct val="100000"/>
              </a:lnSpc>
              <a:spcBef>
                <a:spcPts val="0"/>
              </a:spcBef>
              <a:spcAft>
                <a:spcPts val="0"/>
              </a:spcAft>
              <a:buSzPts val="700"/>
              <a:buNone/>
              <a:defRPr b="1" sz="1800">
                <a:solidFill>
                  <a:schemeClr val="lt1"/>
                </a:solidFill>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390" name="Google Shape;390;g1350fa144cd_0_654"/>
          <p:cNvSpPr txBox="1"/>
          <p:nvPr>
            <p:ph idx="5" type="body"/>
          </p:nvPr>
        </p:nvSpPr>
        <p:spPr>
          <a:xfrm>
            <a:off x="2988192" y="1334322"/>
            <a:ext cx="1344300" cy="1399800"/>
          </a:xfrm>
          <a:prstGeom prst="rect">
            <a:avLst/>
          </a:prstGeom>
          <a:noFill/>
          <a:ln>
            <a:noFill/>
          </a:ln>
        </p:spPr>
        <p:txBody>
          <a:bodyPr anchorCtr="0" anchor="t" bIns="0" lIns="0" spcFirstLastPara="1" rIns="0" wrap="square" tIns="0">
            <a:spAutoFit/>
          </a:bodyPr>
          <a:lstStyle>
            <a:lvl1pPr indent="-228600" lvl="0" marL="457200" rtl="0" algn="ctr">
              <a:lnSpc>
                <a:spcPct val="100000"/>
              </a:lnSpc>
              <a:spcBef>
                <a:spcPts val="0"/>
              </a:spcBef>
              <a:spcAft>
                <a:spcPts val="0"/>
              </a:spcAft>
              <a:buSzPts val="700"/>
              <a:buNone/>
              <a:defRPr b="1" sz="7600">
                <a:solidFill>
                  <a:schemeClr val="lt1"/>
                </a:solidFill>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391" name="Google Shape;391;g1350fa144cd_0_654"/>
          <p:cNvSpPr txBox="1"/>
          <p:nvPr>
            <p:ph idx="6" type="body"/>
          </p:nvPr>
        </p:nvSpPr>
        <p:spPr>
          <a:xfrm>
            <a:off x="3028607" y="3582948"/>
            <a:ext cx="1326300" cy="336000"/>
          </a:xfrm>
          <a:prstGeom prst="rect">
            <a:avLst/>
          </a:prstGeom>
          <a:noFill/>
          <a:ln>
            <a:noFill/>
          </a:ln>
        </p:spPr>
        <p:txBody>
          <a:bodyPr anchorCtr="0" anchor="t" bIns="0" lIns="0" spcFirstLastPara="1" rIns="0" wrap="square" tIns="0">
            <a:spAutoFit/>
          </a:bodyPr>
          <a:lstStyle>
            <a:lvl1pPr indent="-228600" lvl="0" marL="457200" rtl="0" algn="ctr">
              <a:lnSpc>
                <a:spcPct val="100000"/>
              </a:lnSpc>
              <a:spcBef>
                <a:spcPts val="0"/>
              </a:spcBef>
              <a:spcAft>
                <a:spcPts val="0"/>
              </a:spcAft>
              <a:buSzPts val="700"/>
              <a:buNone/>
              <a:defRPr>
                <a:solidFill>
                  <a:schemeClr val="lt1"/>
                </a:solidFill>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392" name="Google Shape;392;g1350fa144cd_0_654"/>
          <p:cNvSpPr txBox="1"/>
          <p:nvPr>
            <p:ph idx="7" type="body"/>
          </p:nvPr>
        </p:nvSpPr>
        <p:spPr>
          <a:xfrm>
            <a:off x="4840661" y="3013130"/>
            <a:ext cx="1367100" cy="336000"/>
          </a:xfrm>
          <a:prstGeom prst="rect">
            <a:avLst/>
          </a:prstGeom>
          <a:noFill/>
          <a:ln>
            <a:noFill/>
          </a:ln>
        </p:spPr>
        <p:txBody>
          <a:bodyPr anchorCtr="0" anchor="t" bIns="0" lIns="0" spcFirstLastPara="1" rIns="0" wrap="square" tIns="0">
            <a:spAutoFit/>
          </a:bodyPr>
          <a:lstStyle>
            <a:lvl1pPr indent="-228600" lvl="0" marL="457200" rtl="0" algn="ctr">
              <a:lnSpc>
                <a:spcPct val="100000"/>
              </a:lnSpc>
              <a:spcBef>
                <a:spcPts val="0"/>
              </a:spcBef>
              <a:spcAft>
                <a:spcPts val="0"/>
              </a:spcAft>
              <a:buSzPts val="700"/>
              <a:buNone/>
              <a:defRPr b="1" sz="1800">
                <a:solidFill>
                  <a:schemeClr val="lt1"/>
                </a:solidFill>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393" name="Google Shape;393;g1350fa144cd_0_654"/>
          <p:cNvSpPr txBox="1"/>
          <p:nvPr>
            <p:ph idx="8" type="body"/>
          </p:nvPr>
        </p:nvSpPr>
        <p:spPr>
          <a:xfrm>
            <a:off x="4840661" y="1334322"/>
            <a:ext cx="1344300" cy="1399800"/>
          </a:xfrm>
          <a:prstGeom prst="rect">
            <a:avLst/>
          </a:prstGeom>
          <a:noFill/>
          <a:ln>
            <a:noFill/>
          </a:ln>
        </p:spPr>
        <p:txBody>
          <a:bodyPr anchorCtr="0" anchor="t" bIns="0" lIns="0" spcFirstLastPara="1" rIns="0" wrap="square" tIns="0">
            <a:spAutoFit/>
          </a:bodyPr>
          <a:lstStyle>
            <a:lvl1pPr indent="-228600" lvl="0" marL="457200" rtl="0" algn="ctr">
              <a:lnSpc>
                <a:spcPct val="100000"/>
              </a:lnSpc>
              <a:spcBef>
                <a:spcPts val="0"/>
              </a:spcBef>
              <a:spcAft>
                <a:spcPts val="0"/>
              </a:spcAft>
              <a:buSzPts val="700"/>
              <a:buNone/>
              <a:defRPr b="1" sz="7600">
                <a:solidFill>
                  <a:schemeClr val="lt1"/>
                </a:solidFill>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394" name="Google Shape;394;g1350fa144cd_0_654"/>
          <p:cNvSpPr txBox="1"/>
          <p:nvPr>
            <p:ph idx="9" type="body"/>
          </p:nvPr>
        </p:nvSpPr>
        <p:spPr>
          <a:xfrm>
            <a:off x="4881076" y="3582948"/>
            <a:ext cx="1326300" cy="336000"/>
          </a:xfrm>
          <a:prstGeom prst="rect">
            <a:avLst/>
          </a:prstGeom>
          <a:noFill/>
          <a:ln>
            <a:noFill/>
          </a:ln>
        </p:spPr>
        <p:txBody>
          <a:bodyPr anchorCtr="0" anchor="t" bIns="0" lIns="0" spcFirstLastPara="1" rIns="0" wrap="square" tIns="0">
            <a:spAutoFit/>
          </a:bodyPr>
          <a:lstStyle>
            <a:lvl1pPr indent="-228600" lvl="0" marL="457200" rtl="0" algn="ctr">
              <a:lnSpc>
                <a:spcPct val="100000"/>
              </a:lnSpc>
              <a:spcBef>
                <a:spcPts val="0"/>
              </a:spcBef>
              <a:spcAft>
                <a:spcPts val="0"/>
              </a:spcAft>
              <a:buSzPts val="700"/>
              <a:buNone/>
              <a:defRPr>
                <a:solidFill>
                  <a:schemeClr val="lt1"/>
                </a:solidFill>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395" name="Google Shape;395;g1350fa144cd_0_654"/>
          <p:cNvSpPr txBox="1"/>
          <p:nvPr>
            <p:ph idx="13" type="body"/>
          </p:nvPr>
        </p:nvSpPr>
        <p:spPr>
          <a:xfrm>
            <a:off x="6751582" y="3013130"/>
            <a:ext cx="1367100" cy="336000"/>
          </a:xfrm>
          <a:prstGeom prst="rect">
            <a:avLst/>
          </a:prstGeom>
          <a:noFill/>
          <a:ln>
            <a:noFill/>
          </a:ln>
        </p:spPr>
        <p:txBody>
          <a:bodyPr anchorCtr="0" anchor="t" bIns="0" lIns="0" spcFirstLastPara="1" rIns="0" wrap="square" tIns="0">
            <a:spAutoFit/>
          </a:bodyPr>
          <a:lstStyle>
            <a:lvl1pPr indent="-228600" lvl="0" marL="457200" rtl="0" algn="ctr">
              <a:lnSpc>
                <a:spcPct val="100000"/>
              </a:lnSpc>
              <a:spcBef>
                <a:spcPts val="0"/>
              </a:spcBef>
              <a:spcAft>
                <a:spcPts val="0"/>
              </a:spcAft>
              <a:buSzPts val="700"/>
              <a:buNone/>
              <a:defRPr b="1" sz="1800">
                <a:solidFill>
                  <a:schemeClr val="lt1"/>
                </a:solidFill>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396" name="Google Shape;396;g1350fa144cd_0_654"/>
          <p:cNvSpPr txBox="1"/>
          <p:nvPr>
            <p:ph idx="14" type="body"/>
          </p:nvPr>
        </p:nvSpPr>
        <p:spPr>
          <a:xfrm>
            <a:off x="6751582" y="1334322"/>
            <a:ext cx="1344300" cy="1399800"/>
          </a:xfrm>
          <a:prstGeom prst="rect">
            <a:avLst/>
          </a:prstGeom>
          <a:noFill/>
          <a:ln>
            <a:noFill/>
          </a:ln>
        </p:spPr>
        <p:txBody>
          <a:bodyPr anchorCtr="0" anchor="t" bIns="0" lIns="0" spcFirstLastPara="1" rIns="0" wrap="square" tIns="0">
            <a:spAutoFit/>
          </a:bodyPr>
          <a:lstStyle>
            <a:lvl1pPr indent="-228600" lvl="0" marL="457200" rtl="0" algn="ctr">
              <a:lnSpc>
                <a:spcPct val="100000"/>
              </a:lnSpc>
              <a:spcBef>
                <a:spcPts val="0"/>
              </a:spcBef>
              <a:spcAft>
                <a:spcPts val="0"/>
              </a:spcAft>
              <a:buSzPts val="700"/>
              <a:buNone/>
              <a:defRPr b="1" sz="7600">
                <a:solidFill>
                  <a:schemeClr val="lt1"/>
                </a:solidFill>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397" name="Google Shape;397;g1350fa144cd_0_654"/>
          <p:cNvSpPr txBox="1"/>
          <p:nvPr>
            <p:ph idx="15" type="body"/>
          </p:nvPr>
        </p:nvSpPr>
        <p:spPr>
          <a:xfrm>
            <a:off x="6791997" y="3582948"/>
            <a:ext cx="1326300" cy="336000"/>
          </a:xfrm>
          <a:prstGeom prst="rect">
            <a:avLst/>
          </a:prstGeom>
          <a:noFill/>
          <a:ln>
            <a:noFill/>
          </a:ln>
        </p:spPr>
        <p:txBody>
          <a:bodyPr anchorCtr="0" anchor="t" bIns="0" lIns="0" spcFirstLastPara="1" rIns="0" wrap="square" tIns="0">
            <a:spAutoFit/>
          </a:bodyPr>
          <a:lstStyle>
            <a:lvl1pPr indent="-228600" lvl="0" marL="457200" rtl="0" algn="ctr">
              <a:lnSpc>
                <a:spcPct val="100000"/>
              </a:lnSpc>
              <a:spcBef>
                <a:spcPts val="0"/>
              </a:spcBef>
              <a:spcAft>
                <a:spcPts val="0"/>
              </a:spcAft>
              <a:buSzPts val="700"/>
              <a:buNone/>
              <a:defRPr>
                <a:solidFill>
                  <a:schemeClr val="lt1"/>
                </a:solidFill>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398" name="Google Shape;398;g1350fa144cd_0_654"/>
          <p:cNvSpPr/>
          <p:nvPr/>
        </p:nvSpPr>
        <p:spPr>
          <a:xfrm>
            <a:off x="1627955" y="3475208"/>
            <a:ext cx="342087" cy="36647"/>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dk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399" name="Google Shape;399;g1350fa144cd_0_654"/>
          <p:cNvSpPr/>
          <p:nvPr/>
        </p:nvSpPr>
        <p:spPr>
          <a:xfrm>
            <a:off x="3487518" y="3475208"/>
            <a:ext cx="342087" cy="36647"/>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dk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400" name="Google Shape;400;g1350fa144cd_0_654"/>
          <p:cNvSpPr/>
          <p:nvPr/>
        </p:nvSpPr>
        <p:spPr>
          <a:xfrm>
            <a:off x="7275343" y="3475208"/>
            <a:ext cx="342087" cy="36647"/>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dk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401" name="Google Shape;401;g1350fa144cd_0_654"/>
          <p:cNvSpPr/>
          <p:nvPr/>
        </p:nvSpPr>
        <p:spPr>
          <a:xfrm>
            <a:off x="5334481" y="3468543"/>
            <a:ext cx="342087" cy="36647"/>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lt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402" name="Google Shape;402;g1350fa144cd_0_654"/>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403" name="Google Shape;403;g1350fa144cd_0_654"/>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nvGrpSpPr>
          <p:cNvPr id="404" name="Google Shape;404;g1350fa144cd_0_654"/>
          <p:cNvGrpSpPr/>
          <p:nvPr/>
        </p:nvGrpSpPr>
        <p:grpSpPr>
          <a:xfrm>
            <a:off x="8700930" y="6279499"/>
            <a:ext cx="202706" cy="362724"/>
            <a:chOff x="18406074" y="10234089"/>
            <a:chExt cx="445703" cy="598160"/>
          </a:xfrm>
        </p:grpSpPr>
        <p:sp>
          <p:nvSpPr>
            <p:cNvPr id="405" name="Google Shape;405;g1350fa144cd_0_654"/>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pic>
          <p:nvPicPr>
            <p:cNvPr id="406" name="Google Shape;406;g1350fa144cd_0_654"/>
            <p:cNvPicPr preferRelativeResize="0"/>
            <p:nvPr/>
          </p:nvPicPr>
          <p:blipFill rotWithShape="1">
            <a:blip r:embed="rId2">
              <a:alphaModFix/>
            </a:blip>
            <a:srcRect b="0" l="0" r="0" t="0"/>
            <a:stretch/>
          </p:blipFill>
          <p:spPr>
            <a:xfrm>
              <a:off x="18739823" y="10234089"/>
              <a:ext cx="111954" cy="111944"/>
            </a:xfrm>
            <a:prstGeom prst="rect">
              <a:avLst/>
            </a:prstGeom>
            <a:noFill/>
            <a:ln>
              <a:noFill/>
            </a:ln>
          </p:spPr>
        </p:pic>
      </p:grpSp>
      <p:pic>
        <p:nvPicPr>
          <p:cNvPr id="407" name="Google Shape;407;g1350fa144cd_0_654"/>
          <p:cNvPicPr preferRelativeResize="0"/>
          <p:nvPr/>
        </p:nvPicPr>
        <p:blipFill rotWithShape="1">
          <a:blip r:embed="rId3">
            <a:alphaModFix/>
          </a:blip>
          <a:srcRect b="0" l="0" r="0" t="0"/>
          <a:stretch/>
        </p:blipFill>
        <p:spPr>
          <a:xfrm>
            <a:off x="5606264" y="6277351"/>
            <a:ext cx="1921388" cy="379107"/>
          </a:xfrm>
          <a:prstGeom prst="rect">
            <a:avLst/>
          </a:prstGeom>
          <a:noFill/>
          <a:ln>
            <a:noFill/>
          </a:ln>
        </p:spPr>
      </p:pic>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408" name="Shape 408"/>
        <p:cNvGrpSpPr/>
        <p:nvPr/>
      </p:nvGrpSpPr>
      <p:grpSpPr>
        <a:xfrm>
          <a:off x="0" y="0"/>
          <a:ext cx="0" cy="0"/>
          <a:chOff x="0" y="0"/>
          <a:chExt cx="0" cy="0"/>
        </a:xfrm>
      </p:grpSpPr>
      <p:pic>
        <p:nvPicPr>
          <p:cNvPr id="409" name="Google Shape;409;g1350fa144cd_0_681"/>
          <p:cNvPicPr preferRelativeResize="0"/>
          <p:nvPr/>
        </p:nvPicPr>
        <p:blipFill rotWithShape="1">
          <a:blip r:embed="rId2">
            <a:alphaModFix/>
          </a:blip>
          <a:srcRect b="0" l="0" r="0" t="0"/>
          <a:stretch/>
        </p:blipFill>
        <p:spPr>
          <a:xfrm>
            <a:off x="0" y="0"/>
            <a:ext cx="9144000" cy="4474182"/>
          </a:xfrm>
          <a:prstGeom prst="rect">
            <a:avLst/>
          </a:prstGeom>
          <a:noFill/>
          <a:ln>
            <a:noFill/>
          </a:ln>
        </p:spPr>
      </p:pic>
      <p:sp>
        <p:nvSpPr>
          <p:cNvPr id="410" name="Google Shape;410;g1350fa144cd_0_681"/>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411" name="Google Shape;411;g1350fa144cd_0_681"/>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nvGrpSpPr>
          <p:cNvPr id="412" name="Google Shape;412;g1350fa144cd_0_681"/>
          <p:cNvGrpSpPr/>
          <p:nvPr/>
        </p:nvGrpSpPr>
        <p:grpSpPr>
          <a:xfrm>
            <a:off x="8700930" y="6279499"/>
            <a:ext cx="202706" cy="362724"/>
            <a:chOff x="18406074" y="10234089"/>
            <a:chExt cx="445703" cy="598160"/>
          </a:xfrm>
        </p:grpSpPr>
        <p:sp>
          <p:nvSpPr>
            <p:cNvPr id="413" name="Google Shape;413;g1350fa144cd_0_681"/>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pic>
          <p:nvPicPr>
            <p:cNvPr id="414" name="Google Shape;414;g1350fa144cd_0_681"/>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415" name="Google Shape;415;g1350fa144cd_0_681"/>
          <p:cNvPicPr preferRelativeResize="0"/>
          <p:nvPr/>
        </p:nvPicPr>
        <p:blipFill rotWithShape="1">
          <a:blip r:embed="rId4">
            <a:alphaModFix/>
          </a:blip>
          <a:srcRect b="0" l="0" r="0" t="0"/>
          <a:stretch/>
        </p:blipFill>
        <p:spPr>
          <a:xfrm>
            <a:off x="5606264" y="6277351"/>
            <a:ext cx="1921388" cy="379107"/>
          </a:xfrm>
          <a:prstGeom prst="rect">
            <a:avLst/>
          </a:prstGeom>
          <a:noFill/>
          <a:ln>
            <a:noFill/>
          </a:ln>
        </p:spPr>
      </p:pic>
      <p:sp>
        <p:nvSpPr>
          <p:cNvPr id="416" name="Google Shape;416;g1350fa144cd_0_681"/>
          <p:cNvSpPr txBox="1"/>
          <p:nvPr>
            <p:ph type="title"/>
          </p:nvPr>
        </p:nvSpPr>
        <p:spPr>
          <a:xfrm>
            <a:off x="601284" y="4994314"/>
            <a:ext cx="2751000" cy="1410000"/>
          </a:xfrm>
          <a:prstGeom prst="rect">
            <a:avLst/>
          </a:prstGeom>
          <a:noFill/>
          <a:ln>
            <a:noFill/>
          </a:ln>
        </p:spPr>
        <p:txBody>
          <a:bodyPr anchorCtr="0" anchor="t" bIns="0" lIns="0" spcFirstLastPara="1" rIns="0" wrap="square" tIns="0">
            <a:spAutoFit/>
          </a:bodyPr>
          <a:lstStyle>
            <a:lvl1pPr lvl="0" rtl="0" algn="l">
              <a:lnSpc>
                <a:spcPct val="100000"/>
              </a:lnSpc>
              <a:spcBef>
                <a:spcPts val="0"/>
              </a:spcBef>
              <a:spcAft>
                <a:spcPts val="0"/>
              </a:spcAft>
              <a:buSzPts val="700"/>
              <a:buNone/>
              <a:defRPr sz="2700"/>
            </a:lvl1pPr>
            <a:lvl2pPr lvl="1" rtl="0" algn="l">
              <a:lnSpc>
                <a:spcPct val="100000"/>
              </a:lnSpc>
              <a:spcBef>
                <a:spcPts val="0"/>
              </a:spcBef>
              <a:spcAft>
                <a:spcPts val="0"/>
              </a:spcAft>
              <a:buSzPts val="700"/>
              <a:buNone/>
              <a:defRPr/>
            </a:lvl2pPr>
            <a:lvl3pPr lvl="2" rtl="0" algn="l">
              <a:lnSpc>
                <a:spcPct val="100000"/>
              </a:lnSpc>
              <a:spcBef>
                <a:spcPts val="0"/>
              </a:spcBef>
              <a:spcAft>
                <a:spcPts val="0"/>
              </a:spcAft>
              <a:buSzPts val="700"/>
              <a:buNone/>
              <a:defRPr/>
            </a:lvl3pPr>
            <a:lvl4pPr lvl="3" rtl="0" algn="l">
              <a:lnSpc>
                <a:spcPct val="100000"/>
              </a:lnSpc>
              <a:spcBef>
                <a:spcPts val="0"/>
              </a:spcBef>
              <a:spcAft>
                <a:spcPts val="0"/>
              </a:spcAft>
              <a:buSzPts val="700"/>
              <a:buNone/>
              <a:defRPr/>
            </a:lvl4pPr>
            <a:lvl5pPr lvl="4" rtl="0" algn="l">
              <a:lnSpc>
                <a:spcPct val="100000"/>
              </a:lnSpc>
              <a:spcBef>
                <a:spcPts val="0"/>
              </a:spcBef>
              <a:spcAft>
                <a:spcPts val="0"/>
              </a:spcAft>
              <a:buSzPts val="700"/>
              <a:buNone/>
              <a:defRPr/>
            </a:lvl5pPr>
            <a:lvl6pPr lvl="5" rtl="0" algn="l">
              <a:lnSpc>
                <a:spcPct val="100000"/>
              </a:lnSpc>
              <a:spcBef>
                <a:spcPts val="0"/>
              </a:spcBef>
              <a:spcAft>
                <a:spcPts val="0"/>
              </a:spcAft>
              <a:buSzPts val="700"/>
              <a:buNone/>
              <a:defRPr/>
            </a:lvl6pPr>
            <a:lvl7pPr lvl="6" rtl="0" algn="l">
              <a:lnSpc>
                <a:spcPct val="100000"/>
              </a:lnSpc>
              <a:spcBef>
                <a:spcPts val="0"/>
              </a:spcBef>
              <a:spcAft>
                <a:spcPts val="0"/>
              </a:spcAft>
              <a:buSzPts val="700"/>
              <a:buNone/>
              <a:defRPr/>
            </a:lvl7pPr>
            <a:lvl8pPr lvl="7" rtl="0" algn="l">
              <a:lnSpc>
                <a:spcPct val="100000"/>
              </a:lnSpc>
              <a:spcBef>
                <a:spcPts val="0"/>
              </a:spcBef>
              <a:spcAft>
                <a:spcPts val="0"/>
              </a:spcAft>
              <a:buSzPts val="700"/>
              <a:buNone/>
              <a:defRPr/>
            </a:lvl8pPr>
            <a:lvl9pPr lvl="8" rtl="0" algn="l">
              <a:lnSpc>
                <a:spcPct val="100000"/>
              </a:lnSpc>
              <a:spcBef>
                <a:spcPts val="0"/>
              </a:spcBef>
              <a:spcAft>
                <a:spcPts val="0"/>
              </a:spcAft>
              <a:buSzPts val="700"/>
              <a:buNone/>
              <a:defRPr/>
            </a:lvl9pPr>
          </a:lstStyle>
          <a:p/>
        </p:txBody>
      </p:sp>
      <p:cxnSp>
        <p:nvCxnSpPr>
          <p:cNvPr id="417" name="Google Shape;417;g1350fa144cd_0_681"/>
          <p:cNvCxnSpPr/>
          <p:nvPr/>
        </p:nvCxnSpPr>
        <p:spPr>
          <a:xfrm>
            <a:off x="3566911" y="4769025"/>
            <a:ext cx="0" cy="1635000"/>
          </a:xfrm>
          <a:prstGeom prst="straightConnector1">
            <a:avLst/>
          </a:prstGeom>
          <a:noFill/>
          <a:ln cap="flat" cmpd="sng" w="76200">
            <a:solidFill>
              <a:schemeClr val="dk1"/>
            </a:solidFill>
            <a:prstDash val="solid"/>
            <a:round/>
            <a:headEnd len="sm" w="sm" type="none"/>
            <a:tailEnd len="sm" w="sm" type="none"/>
          </a:ln>
        </p:spPr>
      </p:cxnSp>
      <p:sp>
        <p:nvSpPr>
          <p:cNvPr id="418" name="Google Shape;418;g1350fa144cd_0_681"/>
          <p:cNvSpPr txBox="1"/>
          <p:nvPr>
            <p:ph idx="1" type="body"/>
          </p:nvPr>
        </p:nvSpPr>
        <p:spPr>
          <a:xfrm>
            <a:off x="3781601" y="4954565"/>
            <a:ext cx="5091300" cy="1154400"/>
          </a:xfrm>
          <a:prstGeom prst="rect">
            <a:avLst/>
          </a:prstGeom>
          <a:noFill/>
          <a:ln>
            <a:noFill/>
          </a:ln>
        </p:spPr>
        <p:txBody>
          <a:bodyPr anchorCtr="0" anchor="t" bIns="0" lIns="0" spcFirstLastPara="1" rIns="0" wrap="square" tIns="0">
            <a:spAutoFit/>
          </a:bodyPr>
          <a:lstStyle>
            <a:lvl1pPr indent="-228600" lvl="0" marL="457200" rtl="0" algn="l">
              <a:lnSpc>
                <a:spcPct val="100000"/>
              </a:lnSpc>
              <a:spcBef>
                <a:spcPts val="0"/>
              </a:spcBef>
              <a:spcAft>
                <a:spcPts val="0"/>
              </a:spcAft>
              <a:buSzPts val="700"/>
              <a:buNone/>
              <a:defRPr>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p:cSld name="Title and Content">
    <p:bg>
      <p:bgPr>
        <a:solidFill>
          <a:schemeClr val="lt1"/>
        </a:solidFill>
      </p:bgPr>
    </p:bg>
    <p:spTree>
      <p:nvGrpSpPr>
        <p:cNvPr id="419" name="Shape 419"/>
        <p:cNvGrpSpPr/>
        <p:nvPr/>
      </p:nvGrpSpPr>
      <p:grpSpPr>
        <a:xfrm>
          <a:off x="0" y="0"/>
          <a:ext cx="0" cy="0"/>
          <a:chOff x="0" y="0"/>
          <a:chExt cx="0" cy="0"/>
        </a:xfrm>
      </p:grpSpPr>
      <p:sp>
        <p:nvSpPr>
          <p:cNvPr id="420" name="Google Shape;420;g1350fa144cd_0_692"/>
          <p:cNvSpPr/>
          <p:nvPr/>
        </p:nvSpPr>
        <p:spPr>
          <a:xfrm>
            <a:off x="0" y="502542"/>
            <a:ext cx="2250000" cy="708300"/>
          </a:xfrm>
          <a:prstGeom prst="rect">
            <a:avLst/>
          </a:prstGeom>
          <a:solidFill>
            <a:srgbClr val="317DE2"/>
          </a:solidFill>
          <a:ln>
            <a:noFill/>
          </a:ln>
        </p:spPr>
        <p:txBody>
          <a:bodyPr anchorCtr="0" anchor="ctr" bIns="23100" lIns="46200" spcFirstLastPara="1" rIns="46200" wrap="square" tIns="23100">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Calibri"/>
              <a:ea typeface="Calibri"/>
              <a:cs typeface="Calibri"/>
              <a:sym typeface="Calibri"/>
            </a:endParaRPr>
          </a:p>
        </p:txBody>
      </p:sp>
      <p:sp>
        <p:nvSpPr>
          <p:cNvPr id="421" name="Google Shape;421;g1350fa144cd_0_692"/>
          <p:cNvSpPr/>
          <p:nvPr/>
        </p:nvSpPr>
        <p:spPr>
          <a:xfrm>
            <a:off x="2273513" y="502542"/>
            <a:ext cx="69341" cy="699821"/>
          </a:xfrm>
          <a:custGeom>
            <a:rect b="b" l="l" r="r" t="t"/>
            <a:pathLst>
              <a:path extrusionOk="0" h="6827520" w="53339">
                <a:moveTo>
                  <a:pt x="26606" y="0"/>
                </a:moveTo>
                <a:lnTo>
                  <a:pt x="16269" y="2095"/>
                </a:lnTo>
                <a:lnTo>
                  <a:pt x="7809" y="7806"/>
                </a:lnTo>
                <a:lnTo>
                  <a:pt x="2097" y="16264"/>
                </a:lnTo>
                <a:lnTo>
                  <a:pt x="0" y="26606"/>
                </a:lnTo>
                <a:lnTo>
                  <a:pt x="0" y="6800368"/>
                </a:lnTo>
                <a:lnTo>
                  <a:pt x="2097" y="6810704"/>
                </a:lnTo>
                <a:lnTo>
                  <a:pt x="7809" y="6819160"/>
                </a:lnTo>
                <a:lnTo>
                  <a:pt x="16269" y="6824869"/>
                </a:lnTo>
                <a:lnTo>
                  <a:pt x="26606" y="6826964"/>
                </a:lnTo>
                <a:lnTo>
                  <a:pt x="36943" y="6824869"/>
                </a:lnTo>
                <a:lnTo>
                  <a:pt x="45403" y="6819160"/>
                </a:lnTo>
                <a:lnTo>
                  <a:pt x="51115" y="6810704"/>
                </a:lnTo>
                <a:lnTo>
                  <a:pt x="53213" y="6800368"/>
                </a:lnTo>
                <a:lnTo>
                  <a:pt x="53213" y="26606"/>
                </a:lnTo>
                <a:lnTo>
                  <a:pt x="51115" y="16264"/>
                </a:lnTo>
                <a:lnTo>
                  <a:pt x="45403" y="7806"/>
                </a:lnTo>
                <a:lnTo>
                  <a:pt x="36943" y="2095"/>
                </a:lnTo>
                <a:lnTo>
                  <a:pt x="26606" y="0"/>
                </a:lnTo>
                <a:close/>
              </a:path>
            </a:pathLst>
          </a:custGeom>
          <a:solidFill>
            <a:srgbClr val="1A1A1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422" name="Google Shape;422;g1350fa144cd_0_692"/>
          <p:cNvSpPr txBox="1"/>
          <p:nvPr>
            <p:ph idx="1" type="body"/>
          </p:nvPr>
        </p:nvSpPr>
        <p:spPr>
          <a:xfrm>
            <a:off x="261092" y="763102"/>
            <a:ext cx="1975500" cy="895800"/>
          </a:xfrm>
          <a:prstGeom prst="rect">
            <a:avLst/>
          </a:prstGeom>
          <a:noFill/>
          <a:ln>
            <a:noFill/>
          </a:ln>
        </p:spPr>
        <p:txBody>
          <a:bodyPr anchorCtr="0" anchor="t" bIns="0" lIns="0" spcFirstLastPara="1" rIns="0" wrap="square" tIns="0">
            <a:spAutoFit/>
          </a:bodyPr>
          <a:lstStyle>
            <a:lvl1pPr indent="-228600" lvl="0" marL="457200" rtl="0" algn="l">
              <a:lnSpc>
                <a:spcPct val="100000"/>
              </a:lnSpc>
              <a:spcBef>
                <a:spcPts val="0"/>
              </a:spcBef>
              <a:spcAft>
                <a:spcPts val="0"/>
              </a:spcAft>
              <a:buSzPts val="700"/>
              <a:buNone/>
              <a:defRPr b="1" sz="2400">
                <a:solidFill>
                  <a:schemeClr val="dk1"/>
                </a:solidFill>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423" name="Google Shape;423;g1350fa144cd_0_692"/>
          <p:cNvSpPr txBox="1"/>
          <p:nvPr>
            <p:ph idx="2" type="body"/>
          </p:nvPr>
        </p:nvSpPr>
        <p:spPr>
          <a:xfrm>
            <a:off x="261381" y="1765521"/>
            <a:ext cx="1975500" cy="746700"/>
          </a:xfrm>
          <a:prstGeom prst="rect">
            <a:avLst/>
          </a:prstGeom>
          <a:noFill/>
          <a:ln>
            <a:noFill/>
          </a:ln>
        </p:spPr>
        <p:txBody>
          <a:bodyPr anchorCtr="0" anchor="t" bIns="0" lIns="0" spcFirstLastPara="1" rIns="0" wrap="square" tIns="0">
            <a:spAutoFit/>
          </a:bodyPr>
          <a:lstStyle>
            <a:lvl1pPr indent="-228600" lvl="0" marL="457200" rtl="0" algn="l">
              <a:lnSpc>
                <a:spcPct val="100000"/>
              </a:lnSpc>
              <a:spcBef>
                <a:spcPts val="0"/>
              </a:spcBef>
              <a:spcAft>
                <a:spcPts val="0"/>
              </a:spcAft>
              <a:buSzPts val="700"/>
              <a:buNone/>
              <a:defRPr sz="1000">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424" name="Google Shape;424;g1350fa144cd_0_692"/>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425" name="Google Shape;425;g1350fa144cd_0_692"/>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nvGrpSpPr>
          <p:cNvPr id="426" name="Google Shape;426;g1350fa144cd_0_692"/>
          <p:cNvGrpSpPr/>
          <p:nvPr/>
        </p:nvGrpSpPr>
        <p:grpSpPr>
          <a:xfrm>
            <a:off x="8700930" y="6279499"/>
            <a:ext cx="202706" cy="362724"/>
            <a:chOff x="18406074" y="10234089"/>
            <a:chExt cx="445703" cy="598160"/>
          </a:xfrm>
        </p:grpSpPr>
        <p:sp>
          <p:nvSpPr>
            <p:cNvPr id="427" name="Google Shape;427;g1350fa144cd_0_692"/>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pic>
          <p:nvPicPr>
            <p:cNvPr id="428" name="Google Shape;428;g1350fa144cd_0_692"/>
            <p:cNvPicPr preferRelativeResize="0"/>
            <p:nvPr/>
          </p:nvPicPr>
          <p:blipFill rotWithShape="1">
            <a:blip r:embed="rId2">
              <a:alphaModFix/>
            </a:blip>
            <a:srcRect b="0" l="0" r="0" t="0"/>
            <a:stretch/>
          </p:blipFill>
          <p:spPr>
            <a:xfrm>
              <a:off x="18739823" y="10234089"/>
              <a:ext cx="111954" cy="111944"/>
            </a:xfrm>
            <a:prstGeom prst="rect">
              <a:avLst/>
            </a:prstGeom>
            <a:noFill/>
            <a:ln>
              <a:noFill/>
            </a:ln>
          </p:spPr>
        </p:pic>
      </p:grpSp>
      <p:pic>
        <p:nvPicPr>
          <p:cNvPr id="429" name="Google Shape;429;g1350fa144cd_0_692"/>
          <p:cNvPicPr preferRelativeResize="0"/>
          <p:nvPr/>
        </p:nvPicPr>
        <p:blipFill rotWithShape="1">
          <a:blip r:embed="rId3">
            <a:alphaModFix/>
          </a:blip>
          <a:srcRect b="0" l="0" r="0" t="0"/>
          <a:stretch/>
        </p:blipFill>
        <p:spPr>
          <a:xfrm>
            <a:off x="5606264" y="6277351"/>
            <a:ext cx="1921388" cy="379107"/>
          </a:xfrm>
          <a:prstGeom prst="rect">
            <a:avLst/>
          </a:prstGeom>
          <a:noFill/>
          <a:ln>
            <a:noFill/>
          </a:ln>
        </p:spPr>
      </p:pic>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30" name="Shape 430"/>
        <p:cNvGrpSpPr/>
        <p:nvPr/>
      </p:nvGrpSpPr>
      <p:grpSpPr>
        <a:xfrm>
          <a:off x="0" y="0"/>
          <a:ext cx="0" cy="0"/>
          <a:chOff x="0" y="0"/>
          <a:chExt cx="0" cy="0"/>
        </a:xfrm>
      </p:grpSpPr>
      <p:pic>
        <p:nvPicPr>
          <p:cNvPr id="431" name="Google Shape;431;g1350fa144cd_0_703"/>
          <p:cNvPicPr preferRelativeResize="0"/>
          <p:nvPr/>
        </p:nvPicPr>
        <p:blipFill rotWithShape="1">
          <a:blip r:embed="rId2">
            <a:alphaModFix/>
          </a:blip>
          <a:srcRect b="0" l="0" r="0" t="0"/>
          <a:stretch/>
        </p:blipFill>
        <p:spPr>
          <a:xfrm>
            <a:off x="0" y="0"/>
            <a:ext cx="9144000" cy="4491779"/>
          </a:xfrm>
          <a:prstGeom prst="rect">
            <a:avLst/>
          </a:prstGeom>
          <a:noFill/>
          <a:ln>
            <a:noFill/>
          </a:ln>
        </p:spPr>
      </p:pic>
      <p:sp>
        <p:nvSpPr>
          <p:cNvPr id="432" name="Google Shape;432;g1350fa144cd_0_703"/>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433" name="Google Shape;433;g1350fa144cd_0_703"/>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nvGrpSpPr>
          <p:cNvPr id="434" name="Google Shape;434;g1350fa144cd_0_703"/>
          <p:cNvGrpSpPr/>
          <p:nvPr/>
        </p:nvGrpSpPr>
        <p:grpSpPr>
          <a:xfrm>
            <a:off x="8700930" y="6279499"/>
            <a:ext cx="202706" cy="362724"/>
            <a:chOff x="18406074" y="10234089"/>
            <a:chExt cx="445703" cy="598160"/>
          </a:xfrm>
        </p:grpSpPr>
        <p:sp>
          <p:nvSpPr>
            <p:cNvPr id="435" name="Google Shape;435;g1350fa144cd_0_703"/>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pic>
          <p:nvPicPr>
            <p:cNvPr id="436" name="Google Shape;436;g1350fa144cd_0_703"/>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437" name="Google Shape;437;g1350fa144cd_0_703"/>
          <p:cNvPicPr preferRelativeResize="0"/>
          <p:nvPr/>
        </p:nvPicPr>
        <p:blipFill rotWithShape="1">
          <a:blip r:embed="rId4">
            <a:alphaModFix/>
          </a:blip>
          <a:srcRect b="0" l="0" r="0" t="0"/>
          <a:stretch/>
        </p:blipFill>
        <p:spPr>
          <a:xfrm>
            <a:off x="5606264" y="6277351"/>
            <a:ext cx="1921388" cy="379107"/>
          </a:xfrm>
          <a:prstGeom prst="rect">
            <a:avLst/>
          </a:prstGeom>
          <a:noFill/>
          <a:ln>
            <a:noFill/>
          </a:ln>
        </p:spPr>
      </p:pic>
      <p:sp>
        <p:nvSpPr>
          <p:cNvPr id="438" name="Google Shape;438;g1350fa144cd_0_703"/>
          <p:cNvSpPr txBox="1"/>
          <p:nvPr>
            <p:ph type="title"/>
          </p:nvPr>
        </p:nvSpPr>
        <p:spPr>
          <a:xfrm>
            <a:off x="601284" y="4994314"/>
            <a:ext cx="2751000" cy="1410000"/>
          </a:xfrm>
          <a:prstGeom prst="rect">
            <a:avLst/>
          </a:prstGeom>
          <a:noFill/>
          <a:ln>
            <a:noFill/>
          </a:ln>
        </p:spPr>
        <p:txBody>
          <a:bodyPr anchorCtr="0" anchor="t" bIns="0" lIns="0" spcFirstLastPara="1" rIns="0" wrap="square" tIns="0">
            <a:spAutoFit/>
          </a:bodyPr>
          <a:lstStyle>
            <a:lvl1pPr lvl="0" rtl="0" algn="l">
              <a:lnSpc>
                <a:spcPct val="100000"/>
              </a:lnSpc>
              <a:spcBef>
                <a:spcPts val="0"/>
              </a:spcBef>
              <a:spcAft>
                <a:spcPts val="0"/>
              </a:spcAft>
              <a:buSzPts val="700"/>
              <a:buNone/>
              <a:defRPr sz="2700"/>
            </a:lvl1pPr>
            <a:lvl2pPr lvl="1" rtl="0" algn="l">
              <a:lnSpc>
                <a:spcPct val="100000"/>
              </a:lnSpc>
              <a:spcBef>
                <a:spcPts val="0"/>
              </a:spcBef>
              <a:spcAft>
                <a:spcPts val="0"/>
              </a:spcAft>
              <a:buSzPts val="700"/>
              <a:buNone/>
              <a:defRPr/>
            </a:lvl2pPr>
            <a:lvl3pPr lvl="2" rtl="0" algn="l">
              <a:lnSpc>
                <a:spcPct val="100000"/>
              </a:lnSpc>
              <a:spcBef>
                <a:spcPts val="0"/>
              </a:spcBef>
              <a:spcAft>
                <a:spcPts val="0"/>
              </a:spcAft>
              <a:buSzPts val="700"/>
              <a:buNone/>
              <a:defRPr/>
            </a:lvl3pPr>
            <a:lvl4pPr lvl="3" rtl="0" algn="l">
              <a:lnSpc>
                <a:spcPct val="100000"/>
              </a:lnSpc>
              <a:spcBef>
                <a:spcPts val="0"/>
              </a:spcBef>
              <a:spcAft>
                <a:spcPts val="0"/>
              </a:spcAft>
              <a:buSzPts val="700"/>
              <a:buNone/>
              <a:defRPr/>
            </a:lvl4pPr>
            <a:lvl5pPr lvl="4" rtl="0" algn="l">
              <a:lnSpc>
                <a:spcPct val="100000"/>
              </a:lnSpc>
              <a:spcBef>
                <a:spcPts val="0"/>
              </a:spcBef>
              <a:spcAft>
                <a:spcPts val="0"/>
              </a:spcAft>
              <a:buSzPts val="700"/>
              <a:buNone/>
              <a:defRPr/>
            </a:lvl5pPr>
            <a:lvl6pPr lvl="5" rtl="0" algn="l">
              <a:lnSpc>
                <a:spcPct val="100000"/>
              </a:lnSpc>
              <a:spcBef>
                <a:spcPts val="0"/>
              </a:spcBef>
              <a:spcAft>
                <a:spcPts val="0"/>
              </a:spcAft>
              <a:buSzPts val="700"/>
              <a:buNone/>
              <a:defRPr/>
            </a:lvl6pPr>
            <a:lvl7pPr lvl="6" rtl="0" algn="l">
              <a:lnSpc>
                <a:spcPct val="100000"/>
              </a:lnSpc>
              <a:spcBef>
                <a:spcPts val="0"/>
              </a:spcBef>
              <a:spcAft>
                <a:spcPts val="0"/>
              </a:spcAft>
              <a:buSzPts val="700"/>
              <a:buNone/>
              <a:defRPr/>
            </a:lvl7pPr>
            <a:lvl8pPr lvl="7" rtl="0" algn="l">
              <a:lnSpc>
                <a:spcPct val="100000"/>
              </a:lnSpc>
              <a:spcBef>
                <a:spcPts val="0"/>
              </a:spcBef>
              <a:spcAft>
                <a:spcPts val="0"/>
              </a:spcAft>
              <a:buSzPts val="700"/>
              <a:buNone/>
              <a:defRPr/>
            </a:lvl8pPr>
            <a:lvl9pPr lvl="8" rtl="0" algn="l">
              <a:lnSpc>
                <a:spcPct val="100000"/>
              </a:lnSpc>
              <a:spcBef>
                <a:spcPts val="0"/>
              </a:spcBef>
              <a:spcAft>
                <a:spcPts val="0"/>
              </a:spcAft>
              <a:buSzPts val="700"/>
              <a:buNone/>
              <a:defRPr/>
            </a:lvl9pPr>
          </a:lstStyle>
          <a:p/>
        </p:txBody>
      </p:sp>
      <p:cxnSp>
        <p:nvCxnSpPr>
          <p:cNvPr id="439" name="Google Shape;439;g1350fa144cd_0_703"/>
          <p:cNvCxnSpPr/>
          <p:nvPr/>
        </p:nvCxnSpPr>
        <p:spPr>
          <a:xfrm>
            <a:off x="3566911" y="4769025"/>
            <a:ext cx="0" cy="1635000"/>
          </a:xfrm>
          <a:prstGeom prst="straightConnector1">
            <a:avLst/>
          </a:prstGeom>
          <a:noFill/>
          <a:ln cap="flat" cmpd="sng" w="76200">
            <a:solidFill>
              <a:schemeClr val="dk1"/>
            </a:solidFill>
            <a:prstDash val="solid"/>
            <a:round/>
            <a:headEnd len="sm" w="sm" type="none"/>
            <a:tailEnd len="sm" w="sm" type="none"/>
          </a:ln>
        </p:spPr>
      </p:cxnSp>
      <p:sp>
        <p:nvSpPr>
          <p:cNvPr id="440" name="Google Shape;440;g1350fa144cd_0_703"/>
          <p:cNvSpPr txBox="1"/>
          <p:nvPr>
            <p:ph idx="1" type="body"/>
          </p:nvPr>
        </p:nvSpPr>
        <p:spPr>
          <a:xfrm>
            <a:off x="3781601" y="4954565"/>
            <a:ext cx="5091300" cy="1154400"/>
          </a:xfrm>
          <a:prstGeom prst="rect">
            <a:avLst/>
          </a:prstGeom>
          <a:noFill/>
          <a:ln>
            <a:noFill/>
          </a:ln>
        </p:spPr>
        <p:txBody>
          <a:bodyPr anchorCtr="0" anchor="t" bIns="0" lIns="0" spcFirstLastPara="1" rIns="0" wrap="square" tIns="0">
            <a:spAutoFit/>
          </a:bodyPr>
          <a:lstStyle>
            <a:lvl1pPr indent="-228600" lvl="0" marL="457200" rtl="0" algn="l">
              <a:lnSpc>
                <a:spcPct val="100000"/>
              </a:lnSpc>
              <a:spcBef>
                <a:spcPts val="0"/>
              </a:spcBef>
              <a:spcAft>
                <a:spcPts val="0"/>
              </a:spcAft>
              <a:buSzPts val="700"/>
              <a:buNone/>
              <a:defRPr>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441" name="Shape 441"/>
        <p:cNvGrpSpPr/>
        <p:nvPr/>
      </p:nvGrpSpPr>
      <p:grpSpPr>
        <a:xfrm>
          <a:off x="0" y="0"/>
          <a:ext cx="0" cy="0"/>
          <a:chOff x="0" y="0"/>
          <a:chExt cx="0" cy="0"/>
        </a:xfrm>
      </p:grpSpPr>
      <p:pic>
        <p:nvPicPr>
          <p:cNvPr id="442" name="Google Shape;442;g1350fa144cd_0_714"/>
          <p:cNvPicPr preferRelativeResize="0"/>
          <p:nvPr/>
        </p:nvPicPr>
        <p:blipFill rotWithShape="1">
          <a:blip r:embed="rId2">
            <a:alphaModFix/>
          </a:blip>
          <a:srcRect b="0" l="0" r="0" t="0"/>
          <a:stretch/>
        </p:blipFill>
        <p:spPr>
          <a:xfrm>
            <a:off x="0" y="-31652"/>
            <a:ext cx="9144000" cy="4560444"/>
          </a:xfrm>
          <a:prstGeom prst="rect">
            <a:avLst/>
          </a:prstGeom>
          <a:noFill/>
          <a:ln>
            <a:noFill/>
          </a:ln>
        </p:spPr>
      </p:pic>
      <p:sp>
        <p:nvSpPr>
          <p:cNvPr id="443" name="Google Shape;443;g1350fa144cd_0_714"/>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444" name="Google Shape;444;g1350fa144cd_0_714"/>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nvGrpSpPr>
          <p:cNvPr id="445" name="Google Shape;445;g1350fa144cd_0_714"/>
          <p:cNvGrpSpPr/>
          <p:nvPr/>
        </p:nvGrpSpPr>
        <p:grpSpPr>
          <a:xfrm>
            <a:off x="8700930" y="6279499"/>
            <a:ext cx="202706" cy="362724"/>
            <a:chOff x="18406074" y="10234089"/>
            <a:chExt cx="445703" cy="598160"/>
          </a:xfrm>
        </p:grpSpPr>
        <p:sp>
          <p:nvSpPr>
            <p:cNvPr id="446" name="Google Shape;446;g1350fa144cd_0_714"/>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pic>
          <p:nvPicPr>
            <p:cNvPr id="447" name="Google Shape;447;g1350fa144cd_0_714"/>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448" name="Google Shape;448;g1350fa144cd_0_714"/>
          <p:cNvPicPr preferRelativeResize="0"/>
          <p:nvPr/>
        </p:nvPicPr>
        <p:blipFill rotWithShape="1">
          <a:blip r:embed="rId4">
            <a:alphaModFix/>
          </a:blip>
          <a:srcRect b="0" l="0" r="0" t="0"/>
          <a:stretch/>
        </p:blipFill>
        <p:spPr>
          <a:xfrm>
            <a:off x="5606264" y="6277351"/>
            <a:ext cx="1921388" cy="379107"/>
          </a:xfrm>
          <a:prstGeom prst="rect">
            <a:avLst/>
          </a:prstGeom>
          <a:noFill/>
          <a:ln>
            <a:noFill/>
          </a:ln>
        </p:spPr>
      </p:pic>
      <p:sp>
        <p:nvSpPr>
          <p:cNvPr id="449" name="Google Shape;449;g1350fa144cd_0_714"/>
          <p:cNvSpPr txBox="1"/>
          <p:nvPr>
            <p:ph type="title"/>
          </p:nvPr>
        </p:nvSpPr>
        <p:spPr>
          <a:xfrm>
            <a:off x="601284" y="4994314"/>
            <a:ext cx="2751000" cy="1410000"/>
          </a:xfrm>
          <a:prstGeom prst="rect">
            <a:avLst/>
          </a:prstGeom>
          <a:noFill/>
          <a:ln>
            <a:noFill/>
          </a:ln>
        </p:spPr>
        <p:txBody>
          <a:bodyPr anchorCtr="0" anchor="t" bIns="0" lIns="0" spcFirstLastPara="1" rIns="0" wrap="square" tIns="0">
            <a:spAutoFit/>
          </a:bodyPr>
          <a:lstStyle>
            <a:lvl1pPr lvl="0" rtl="0" algn="l">
              <a:lnSpc>
                <a:spcPct val="100000"/>
              </a:lnSpc>
              <a:spcBef>
                <a:spcPts val="0"/>
              </a:spcBef>
              <a:spcAft>
                <a:spcPts val="0"/>
              </a:spcAft>
              <a:buSzPts val="700"/>
              <a:buNone/>
              <a:defRPr sz="2700"/>
            </a:lvl1pPr>
            <a:lvl2pPr lvl="1" rtl="0" algn="l">
              <a:lnSpc>
                <a:spcPct val="100000"/>
              </a:lnSpc>
              <a:spcBef>
                <a:spcPts val="0"/>
              </a:spcBef>
              <a:spcAft>
                <a:spcPts val="0"/>
              </a:spcAft>
              <a:buSzPts val="700"/>
              <a:buNone/>
              <a:defRPr/>
            </a:lvl2pPr>
            <a:lvl3pPr lvl="2" rtl="0" algn="l">
              <a:lnSpc>
                <a:spcPct val="100000"/>
              </a:lnSpc>
              <a:spcBef>
                <a:spcPts val="0"/>
              </a:spcBef>
              <a:spcAft>
                <a:spcPts val="0"/>
              </a:spcAft>
              <a:buSzPts val="700"/>
              <a:buNone/>
              <a:defRPr/>
            </a:lvl3pPr>
            <a:lvl4pPr lvl="3" rtl="0" algn="l">
              <a:lnSpc>
                <a:spcPct val="100000"/>
              </a:lnSpc>
              <a:spcBef>
                <a:spcPts val="0"/>
              </a:spcBef>
              <a:spcAft>
                <a:spcPts val="0"/>
              </a:spcAft>
              <a:buSzPts val="700"/>
              <a:buNone/>
              <a:defRPr/>
            </a:lvl4pPr>
            <a:lvl5pPr lvl="4" rtl="0" algn="l">
              <a:lnSpc>
                <a:spcPct val="100000"/>
              </a:lnSpc>
              <a:spcBef>
                <a:spcPts val="0"/>
              </a:spcBef>
              <a:spcAft>
                <a:spcPts val="0"/>
              </a:spcAft>
              <a:buSzPts val="700"/>
              <a:buNone/>
              <a:defRPr/>
            </a:lvl5pPr>
            <a:lvl6pPr lvl="5" rtl="0" algn="l">
              <a:lnSpc>
                <a:spcPct val="100000"/>
              </a:lnSpc>
              <a:spcBef>
                <a:spcPts val="0"/>
              </a:spcBef>
              <a:spcAft>
                <a:spcPts val="0"/>
              </a:spcAft>
              <a:buSzPts val="700"/>
              <a:buNone/>
              <a:defRPr/>
            </a:lvl6pPr>
            <a:lvl7pPr lvl="6" rtl="0" algn="l">
              <a:lnSpc>
                <a:spcPct val="100000"/>
              </a:lnSpc>
              <a:spcBef>
                <a:spcPts val="0"/>
              </a:spcBef>
              <a:spcAft>
                <a:spcPts val="0"/>
              </a:spcAft>
              <a:buSzPts val="700"/>
              <a:buNone/>
              <a:defRPr/>
            </a:lvl7pPr>
            <a:lvl8pPr lvl="7" rtl="0" algn="l">
              <a:lnSpc>
                <a:spcPct val="100000"/>
              </a:lnSpc>
              <a:spcBef>
                <a:spcPts val="0"/>
              </a:spcBef>
              <a:spcAft>
                <a:spcPts val="0"/>
              </a:spcAft>
              <a:buSzPts val="700"/>
              <a:buNone/>
              <a:defRPr/>
            </a:lvl8pPr>
            <a:lvl9pPr lvl="8" rtl="0" algn="l">
              <a:lnSpc>
                <a:spcPct val="100000"/>
              </a:lnSpc>
              <a:spcBef>
                <a:spcPts val="0"/>
              </a:spcBef>
              <a:spcAft>
                <a:spcPts val="0"/>
              </a:spcAft>
              <a:buSzPts val="700"/>
              <a:buNone/>
              <a:defRPr/>
            </a:lvl9pPr>
          </a:lstStyle>
          <a:p/>
        </p:txBody>
      </p:sp>
      <p:cxnSp>
        <p:nvCxnSpPr>
          <p:cNvPr id="450" name="Google Shape;450;g1350fa144cd_0_714"/>
          <p:cNvCxnSpPr/>
          <p:nvPr/>
        </p:nvCxnSpPr>
        <p:spPr>
          <a:xfrm>
            <a:off x="3566911" y="4769025"/>
            <a:ext cx="0" cy="1635000"/>
          </a:xfrm>
          <a:prstGeom prst="straightConnector1">
            <a:avLst/>
          </a:prstGeom>
          <a:noFill/>
          <a:ln cap="flat" cmpd="sng" w="76200">
            <a:solidFill>
              <a:schemeClr val="dk1"/>
            </a:solidFill>
            <a:prstDash val="solid"/>
            <a:round/>
            <a:headEnd len="sm" w="sm" type="none"/>
            <a:tailEnd len="sm" w="sm" type="none"/>
          </a:ln>
        </p:spPr>
      </p:cxnSp>
      <p:sp>
        <p:nvSpPr>
          <p:cNvPr id="451" name="Google Shape;451;g1350fa144cd_0_714"/>
          <p:cNvSpPr txBox="1"/>
          <p:nvPr>
            <p:ph idx="1" type="body"/>
          </p:nvPr>
        </p:nvSpPr>
        <p:spPr>
          <a:xfrm>
            <a:off x="3781601" y="4954565"/>
            <a:ext cx="5091300" cy="1154400"/>
          </a:xfrm>
          <a:prstGeom prst="rect">
            <a:avLst/>
          </a:prstGeom>
          <a:noFill/>
          <a:ln>
            <a:noFill/>
          </a:ln>
        </p:spPr>
        <p:txBody>
          <a:bodyPr anchorCtr="0" anchor="t" bIns="0" lIns="0" spcFirstLastPara="1" rIns="0" wrap="square" tIns="0">
            <a:spAutoFit/>
          </a:bodyPr>
          <a:lstStyle>
            <a:lvl1pPr indent="-228600" lvl="0" marL="457200" rtl="0" algn="l">
              <a:lnSpc>
                <a:spcPct val="100000"/>
              </a:lnSpc>
              <a:spcBef>
                <a:spcPts val="0"/>
              </a:spcBef>
              <a:spcAft>
                <a:spcPts val="0"/>
              </a:spcAft>
              <a:buSzPts val="700"/>
              <a:buNone/>
              <a:defRPr>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seño personalizado">
  <p:cSld name="1_Diseño personalizado">
    <p:spTree>
      <p:nvGrpSpPr>
        <p:cNvPr id="452" name="Shape 452"/>
        <p:cNvGrpSpPr/>
        <p:nvPr/>
      </p:nvGrpSpPr>
      <p:grpSpPr>
        <a:xfrm>
          <a:off x="0" y="0"/>
          <a:ext cx="0" cy="0"/>
          <a:chOff x="0" y="0"/>
          <a:chExt cx="0" cy="0"/>
        </a:xfrm>
      </p:grpSpPr>
      <p:pic>
        <p:nvPicPr>
          <p:cNvPr id="453" name="Google Shape;453;g1350fa144cd_0_725"/>
          <p:cNvPicPr preferRelativeResize="0"/>
          <p:nvPr/>
        </p:nvPicPr>
        <p:blipFill rotWithShape="1">
          <a:blip r:embed="rId2">
            <a:alphaModFix/>
          </a:blip>
          <a:srcRect b="0" l="0" r="0" t="0"/>
          <a:stretch/>
        </p:blipFill>
        <p:spPr>
          <a:xfrm>
            <a:off x="0" y="-13477"/>
            <a:ext cx="9147648" cy="4569040"/>
          </a:xfrm>
          <a:prstGeom prst="rect">
            <a:avLst/>
          </a:prstGeom>
          <a:noFill/>
          <a:ln>
            <a:noFill/>
          </a:ln>
        </p:spPr>
      </p:pic>
      <p:sp>
        <p:nvSpPr>
          <p:cNvPr id="454" name="Google Shape;454;g1350fa144cd_0_725"/>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455" name="Google Shape;455;g1350fa144cd_0_725"/>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nvGrpSpPr>
          <p:cNvPr id="456" name="Google Shape;456;g1350fa144cd_0_725"/>
          <p:cNvGrpSpPr/>
          <p:nvPr/>
        </p:nvGrpSpPr>
        <p:grpSpPr>
          <a:xfrm>
            <a:off x="8700930" y="6279499"/>
            <a:ext cx="202706" cy="362724"/>
            <a:chOff x="18406074" y="10234089"/>
            <a:chExt cx="445703" cy="598160"/>
          </a:xfrm>
        </p:grpSpPr>
        <p:sp>
          <p:nvSpPr>
            <p:cNvPr id="457" name="Google Shape;457;g1350fa144cd_0_725"/>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pic>
          <p:nvPicPr>
            <p:cNvPr id="458" name="Google Shape;458;g1350fa144cd_0_725"/>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459" name="Google Shape;459;g1350fa144cd_0_725"/>
          <p:cNvPicPr preferRelativeResize="0"/>
          <p:nvPr/>
        </p:nvPicPr>
        <p:blipFill rotWithShape="1">
          <a:blip r:embed="rId4">
            <a:alphaModFix/>
          </a:blip>
          <a:srcRect b="0" l="0" r="0" t="0"/>
          <a:stretch/>
        </p:blipFill>
        <p:spPr>
          <a:xfrm>
            <a:off x="5606264" y="6277351"/>
            <a:ext cx="1921388" cy="379107"/>
          </a:xfrm>
          <a:prstGeom prst="rect">
            <a:avLst/>
          </a:prstGeom>
          <a:noFill/>
          <a:ln>
            <a:noFill/>
          </a:ln>
        </p:spPr>
      </p:pic>
      <p:sp>
        <p:nvSpPr>
          <p:cNvPr id="460" name="Google Shape;460;g1350fa144cd_0_725"/>
          <p:cNvSpPr txBox="1"/>
          <p:nvPr>
            <p:ph type="title"/>
          </p:nvPr>
        </p:nvSpPr>
        <p:spPr>
          <a:xfrm>
            <a:off x="601284" y="4994314"/>
            <a:ext cx="2751000" cy="1410000"/>
          </a:xfrm>
          <a:prstGeom prst="rect">
            <a:avLst/>
          </a:prstGeom>
          <a:noFill/>
          <a:ln>
            <a:noFill/>
          </a:ln>
        </p:spPr>
        <p:txBody>
          <a:bodyPr anchorCtr="0" anchor="t" bIns="0" lIns="0" spcFirstLastPara="1" rIns="0" wrap="square" tIns="0">
            <a:spAutoFit/>
          </a:bodyPr>
          <a:lstStyle>
            <a:lvl1pPr lvl="0" rtl="0" algn="l">
              <a:lnSpc>
                <a:spcPct val="100000"/>
              </a:lnSpc>
              <a:spcBef>
                <a:spcPts val="0"/>
              </a:spcBef>
              <a:spcAft>
                <a:spcPts val="0"/>
              </a:spcAft>
              <a:buSzPts val="700"/>
              <a:buNone/>
              <a:defRPr sz="2700"/>
            </a:lvl1pPr>
            <a:lvl2pPr lvl="1" rtl="0" algn="l">
              <a:lnSpc>
                <a:spcPct val="100000"/>
              </a:lnSpc>
              <a:spcBef>
                <a:spcPts val="0"/>
              </a:spcBef>
              <a:spcAft>
                <a:spcPts val="0"/>
              </a:spcAft>
              <a:buSzPts val="700"/>
              <a:buNone/>
              <a:defRPr/>
            </a:lvl2pPr>
            <a:lvl3pPr lvl="2" rtl="0" algn="l">
              <a:lnSpc>
                <a:spcPct val="100000"/>
              </a:lnSpc>
              <a:spcBef>
                <a:spcPts val="0"/>
              </a:spcBef>
              <a:spcAft>
                <a:spcPts val="0"/>
              </a:spcAft>
              <a:buSzPts val="700"/>
              <a:buNone/>
              <a:defRPr/>
            </a:lvl3pPr>
            <a:lvl4pPr lvl="3" rtl="0" algn="l">
              <a:lnSpc>
                <a:spcPct val="100000"/>
              </a:lnSpc>
              <a:spcBef>
                <a:spcPts val="0"/>
              </a:spcBef>
              <a:spcAft>
                <a:spcPts val="0"/>
              </a:spcAft>
              <a:buSzPts val="700"/>
              <a:buNone/>
              <a:defRPr/>
            </a:lvl4pPr>
            <a:lvl5pPr lvl="4" rtl="0" algn="l">
              <a:lnSpc>
                <a:spcPct val="100000"/>
              </a:lnSpc>
              <a:spcBef>
                <a:spcPts val="0"/>
              </a:spcBef>
              <a:spcAft>
                <a:spcPts val="0"/>
              </a:spcAft>
              <a:buSzPts val="700"/>
              <a:buNone/>
              <a:defRPr/>
            </a:lvl5pPr>
            <a:lvl6pPr lvl="5" rtl="0" algn="l">
              <a:lnSpc>
                <a:spcPct val="100000"/>
              </a:lnSpc>
              <a:spcBef>
                <a:spcPts val="0"/>
              </a:spcBef>
              <a:spcAft>
                <a:spcPts val="0"/>
              </a:spcAft>
              <a:buSzPts val="700"/>
              <a:buNone/>
              <a:defRPr/>
            </a:lvl6pPr>
            <a:lvl7pPr lvl="6" rtl="0" algn="l">
              <a:lnSpc>
                <a:spcPct val="100000"/>
              </a:lnSpc>
              <a:spcBef>
                <a:spcPts val="0"/>
              </a:spcBef>
              <a:spcAft>
                <a:spcPts val="0"/>
              </a:spcAft>
              <a:buSzPts val="700"/>
              <a:buNone/>
              <a:defRPr/>
            </a:lvl7pPr>
            <a:lvl8pPr lvl="7" rtl="0" algn="l">
              <a:lnSpc>
                <a:spcPct val="100000"/>
              </a:lnSpc>
              <a:spcBef>
                <a:spcPts val="0"/>
              </a:spcBef>
              <a:spcAft>
                <a:spcPts val="0"/>
              </a:spcAft>
              <a:buSzPts val="700"/>
              <a:buNone/>
              <a:defRPr/>
            </a:lvl8pPr>
            <a:lvl9pPr lvl="8" rtl="0" algn="l">
              <a:lnSpc>
                <a:spcPct val="100000"/>
              </a:lnSpc>
              <a:spcBef>
                <a:spcPts val="0"/>
              </a:spcBef>
              <a:spcAft>
                <a:spcPts val="0"/>
              </a:spcAft>
              <a:buSzPts val="700"/>
              <a:buNone/>
              <a:defRPr/>
            </a:lvl9pPr>
          </a:lstStyle>
          <a:p/>
        </p:txBody>
      </p:sp>
      <p:cxnSp>
        <p:nvCxnSpPr>
          <p:cNvPr id="461" name="Google Shape;461;g1350fa144cd_0_725"/>
          <p:cNvCxnSpPr/>
          <p:nvPr/>
        </p:nvCxnSpPr>
        <p:spPr>
          <a:xfrm>
            <a:off x="3566911" y="4769025"/>
            <a:ext cx="0" cy="1635000"/>
          </a:xfrm>
          <a:prstGeom prst="straightConnector1">
            <a:avLst/>
          </a:prstGeom>
          <a:noFill/>
          <a:ln cap="flat" cmpd="sng" w="76200">
            <a:solidFill>
              <a:schemeClr val="dk1"/>
            </a:solidFill>
            <a:prstDash val="solid"/>
            <a:round/>
            <a:headEnd len="sm" w="sm" type="none"/>
            <a:tailEnd len="sm" w="sm" type="none"/>
          </a:ln>
        </p:spPr>
      </p:cxnSp>
      <p:sp>
        <p:nvSpPr>
          <p:cNvPr id="462" name="Google Shape;462;g1350fa144cd_0_725"/>
          <p:cNvSpPr txBox="1"/>
          <p:nvPr>
            <p:ph idx="1" type="body"/>
          </p:nvPr>
        </p:nvSpPr>
        <p:spPr>
          <a:xfrm>
            <a:off x="3781601" y="4954565"/>
            <a:ext cx="5091300" cy="1154400"/>
          </a:xfrm>
          <a:prstGeom prst="rect">
            <a:avLst/>
          </a:prstGeom>
          <a:noFill/>
          <a:ln>
            <a:noFill/>
          </a:ln>
        </p:spPr>
        <p:txBody>
          <a:bodyPr anchorCtr="0" anchor="t" bIns="0" lIns="0" spcFirstLastPara="1" rIns="0" wrap="square" tIns="0">
            <a:spAutoFit/>
          </a:bodyPr>
          <a:lstStyle>
            <a:lvl1pPr indent="-228600" lvl="0" marL="457200" rtl="0" algn="l">
              <a:lnSpc>
                <a:spcPct val="100000"/>
              </a:lnSpc>
              <a:spcBef>
                <a:spcPts val="0"/>
              </a:spcBef>
              <a:spcAft>
                <a:spcPts val="0"/>
              </a:spcAft>
              <a:buSzPts val="700"/>
              <a:buNone/>
              <a:defRPr>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7.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theme" Target="../theme/theme7.xml"/><Relationship Id="rId14" Type="http://schemas.openxmlformats.org/officeDocument/2006/relationships/slideLayout" Target="../slideLayouts/slideLayout1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 Type="http://schemas.openxmlformats.org/officeDocument/2006/relationships/image" Target="../media/image2.png"/><Relationship Id="rId2" Type="http://schemas.openxmlformats.org/officeDocument/2006/relationships/image" Target="../media/image10.png"/><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5" Type="http://schemas.openxmlformats.org/officeDocument/2006/relationships/theme" Target="../theme/theme3.xml"/><Relationship Id="rId14" Type="http://schemas.openxmlformats.org/officeDocument/2006/relationships/slideLayout" Target="../slideLayouts/slideLayout2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3.xml"/><Relationship Id="rId10" Type="http://schemas.openxmlformats.org/officeDocument/2006/relationships/slideLayout" Target="../slideLayouts/slideLayout32.xml"/><Relationship Id="rId13" Type="http://schemas.openxmlformats.org/officeDocument/2006/relationships/slideLayout" Target="../slideLayouts/slideLayout35.xml"/><Relationship Id="rId12" Type="http://schemas.openxmlformats.org/officeDocument/2006/relationships/slideLayout" Target="../slideLayouts/slideLayout34.xml"/><Relationship Id="rId1" Type="http://schemas.openxmlformats.org/officeDocument/2006/relationships/image" Target="../media/image2.png"/><Relationship Id="rId2" Type="http://schemas.openxmlformats.org/officeDocument/2006/relationships/image" Target="../media/image6.png"/><Relationship Id="rId3" Type="http://schemas.openxmlformats.org/officeDocument/2006/relationships/slideLayout" Target="../slideLayouts/slideLayout25.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5" Type="http://schemas.openxmlformats.org/officeDocument/2006/relationships/theme" Target="../theme/theme6.xml"/><Relationship Id="rId14" Type="http://schemas.openxmlformats.org/officeDocument/2006/relationships/slideLayout" Target="../slideLayouts/slideLayout3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6.xml"/><Relationship Id="rId10" Type="http://schemas.openxmlformats.org/officeDocument/2006/relationships/slideLayout" Target="../slideLayouts/slideLayout45.xml"/><Relationship Id="rId13" Type="http://schemas.openxmlformats.org/officeDocument/2006/relationships/slideLayout" Target="../slideLayouts/slideLayout48.xml"/><Relationship Id="rId12" Type="http://schemas.openxmlformats.org/officeDocument/2006/relationships/slideLayout" Target="../slideLayouts/slideLayout47.xml"/><Relationship Id="rId1" Type="http://schemas.openxmlformats.org/officeDocument/2006/relationships/image" Target="../media/image4.jpg"/><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theme" Target="../theme/theme1.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slideLayout" Target="../slideLayouts/slideLayout50.xml"/><Relationship Id="rId3" Type="http://schemas.openxmlformats.org/officeDocument/2006/relationships/slideLayout" Target="../slideLayouts/slideLayout51.xml"/><Relationship Id="rId4" Type="http://schemas.openxmlformats.org/officeDocument/2006/relationships/slideLayout" Target="../slideLayouts/slideLayout52.xml"/><Relationship Id="rId5" Type="http://schemas.openxmlformats.org/officeDocument/2006/relationships/slideLayout" Target="../slideLayouts/slideLayout53.xml"/><Relationship Id="rId6" Type="http://schemas.openxmlformats.org/officeDocument/2006/relationships/slideLayout" Target="../slideLayouts/slideLayout54.xml"/><Relationship Id="rId7" Type="http://schemas.openxmlformats.org/officeDocument/2006/relationships/slideLayout" Target="../slideLayouts/slideLayout55.xml"/><Relationship Id="rId8" Type="http://schemas.openxmlformats.org/officeDocument/2006/relationships/theme" Target="../theme/theme4.xml"/></Relationships>
</file>

<file path=ppt/slideMasters/_rels/slideMaster6.xml.rels><?xml version="1.0" encoding="UTF-8" standalone="yes"?><Relationships xmlns="http://schemas.openxmlformats.org/package/2006/relationships"><Relationship Id="rId11" Type="http://schemas.openxmlformats.org/officeDocument/2006/relationships/slideLayout" Target="../slideLayouts/slideLayout66.xml"/><Relationship Id="rId10" Type="http://schemas.openxmlformats.org/officeDocument/2006/relationships/slideLayout" Target="../slideLayouts/slideLayout65.xml"/><Relationship Id="rId12" Type="http://schemas.openxmlformats.org/officeDocument/2006/relationships/theme" Target="../theme/theme8.xml"/><Relationship Id="rId1" Type="http://schemas.openxmlformats.org/officeDocument/2006/relationships/slideLayout" Target="../slideLayouts/slideLayout56.xml"/><Relationship Id="rId2" Type="http://schemas.openxmlformats.org/officeDocument/2006/relationships/slideLayout" Target="../slideLayouts/slideLayout57.xml"/><Relationship Id="rId3" Type="http://schemas.openxmlformats.org/officeDocument/2006/relationships/slideLayout" Target="../slideLayouts/slideLayout58.xml"/><Relationship Id="rId4" Type="http://schemas.openxmlformats.org/officeDocument/2006/relationships/slideLayout" Target="../slideLayouts/slideLayout59.xml"/><Relationship Id="rId9" Type="http://schemas.openxmlformats.org/officeDocument/2006/relationships/slideLayout" Target="../slideLayouts/slideLayout64.xml"/><Relationship Id="rId5" Type="http://schemas.openxmlformats.org/officeDocument/2006/relationships/slideLayout" Target="../slideLayouts/slideLayout60.xml"/><Relationship Id="rId6" Type="http://schemas.openxmlformats.org/officeDocument/2006/relationships/slideLayout" Target="../slideLayouts/slideLayout61.xml"/><Relationship Id="rId7" Type="http://schemas.openxmlformats.org/officeDocument/2006/relationships/slideLayout" Target="../slideLayouts/slideLayout62.xml"/><Relationship Id="rId8" Type="http://schemas.openxmlformats.org/officeDocument/2006/relationships/slideLayout" Target="../slideLayouts/slideLayout63.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slideLayout" Target="../slideLayouts/slideLayout68.xml"/><Relationship Id="rId3" Type="http://schemas.openxmlformats.org/officeDocument/2006/relationships/slideLayout" Target="../slideLayouts/slideLayout69.xml"/><Relationship Id="rId4" Type="http://schemas.openxmlformats.org/officeDocument/2006/relationships/slideLayout" Target="../slideLayouts/slideLayout70.xml"/><Relationship Id="rId5" Type="http://schemas.openxmlformats.org/officeDocument/2006/relationships/slideLayout" Target="../slideLayouts/slideLayout71.xml"/><Relationship Id="rId6" Type="http://schemas.openxmlformats.org/officeDocument/2006/relationships/slideLayout" Target="../slideLayouts/slideLayout72.xml"/><Relationship Id="rId7" Type="http://schemas.openxmlformats.org/officeDocument/2006/relationships/slideLayout" Target="../slideLayouts/slideLayout73.xml"/><Relationship Id="rId8"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1888F"/>
        </a:solidFill>
      </p:bgPr>
    </p:bg>
    <p:spTree>
      <p:nvGrpSpPr>
        <p:cNvPr id="5" name="Shape 5"/>
        <p:cNvGrpSpPr/>
        <p:nvPr/>
      </p:nvGrpSpPr>
      <p:grpSpPr>
        <a:xfrm>
          <a:off x="0" y="0"/>
          <a:ext cx="0" cy="0"/>
          <a:chOff x="0" y="0"/>
          <a:chExt cx="0" cy="0"/>
        </a:xfrm>
      </p:grpSpPr>
      <p:sp>
        <p:nvSpPr>
          <p:cNvPr id="6" name="Google Shape;6;p22"/>
          <p:cNvSpPr/>
          <p:nvPr/>
        </p:nvSpPr>
        <p:spPr>
          <a:xfrm flipH="1">
            <a:off x="-720" y="0"/>
            <a:ext cx="4628880" cy="6857280"/>
          </a:xfrm>
          <a:custGeom>
            <a:rect b="b" l="l" r="r" t="t"/>
            <a:pathLst>
              <a:path extrusionOk="0" h="6858000" w="6172782">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rgbClr val="FFFFFF">
              <a:alpha val="8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 name="Google Shape;7;p22"/>
          <p:cNvSpPr/>
          <p:nvPr/>
        </p:nvSpPr>
        <p:spPr>
          <a:xfrm>
            <a:off x="0" y="11880"/>
            <a:ext cx="4517280" cy="6840000"/>
          </a:xfrm>
          <a:custGeom>
            <a:rect b="b" l="l" r="r" t="t"/>
            <a:pathLst>
              <a:path extrusionOk="0" h="6858000" w="6024154">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blipFill rotWithShape="1">
            <a:blip r:embed="rId1">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 name="Google Shape;8;p22"/>
          <p:cNvPicPr preferRelativeResize="0"/>
          <p:nvPr/>
        </p:nvPicPr>
        <p:blipFill rotWithShape="1">
          <a:blip r:embed="rId2">
            <a:alphaModFix/>
          </a:blip>
          <a:srcRect b="0" l="0" r="0" t="0"/>
          <a:stretch/>
        </p:blipFill>
        <p:spPr>
          <a:xfrm>
            <a:off x="5190120" y="212400"/>
            <a:ext cx="3747600" cy="585360"/>
          </a:xfrm>
          <a:prstGeom prst="rect">
            <a:avLst/>
          </a:prstGeom>
          <a:noFill/>
          <a:ln>
            <a:noFill/>
          </a:ln>
        </p:spPr>
      </p:pic>
      <p:sp>
        <p:nvSpPr>
          <p:cNvPr id="9" name="Google Shape;9;p22"/>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 name="Google Shape;10;p22"/>
          <p:cNvSpPr txBox="1"/>
          <p:nvPr>
            <p:ph idx="1" type="body"/>
          </p:nvPr>
        </p:nvSpPr>
        <p:spPr>
          <a:xfrm>
            <a:off x="457200" y="1604520"/>
            <a:ext cx="8229240" cy="397728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1888F"/>
        </a:solidFill>
      </p:bgPr>
    </p:bg>
    <p:spTree>
      <p:nvGrpSpPr>
        <p:cNvPr id="59" name="Shape 59"/>
        <p:cNvGrpSpPr/>
        <p:nvPr/>
      </p:nvGrpSpPr>
      <p:grpSpPr>
        <a:xfrm>
          <a:off x="0" y="0"/>
          <a:ext cx="0" cy="0"/>
          <a:chOff x="0" y="0"/>
          <a:chExt cx="0" cy="0"/>
        </a:xfrm>
      </p:grpSpPr>
      <p:pic>
        <p:nvPicPr>
          <p:cNvPr id="60" name="Google Shape;60;p28"/>
          <p:cNvPicPr preferRelativeResize="0"/>
          <p:nvPr/>
        </p:nvPicPr>
        <p:blipFill rotWithShape="1">
          <a:blip r:embed="rId1">
            <a:alphaModFix/>
          </a:blip>
          <a:srcRect b="0" l="0" r="0" t="0"/>
          <a:stretch/>
        </p:blipFill>
        <p:spPr>
          <a:xfrm>
            <a:off x="5177160" y="186120"/>
            <a:ext cx="3811320" cy="600480"/>
          </a:xfrm>
          <a:prstGeom prst="rect">
            <a:avLst/>
          </a:prstGeom>
          <a:noFill/>
          <a:ln>
            <a:noFill/>
          </a:ln>
        </p:spPr>
      </p:pic>
      <p:grpSp>
        <p:nvGrpSpPr>
          <p:cNvPr id="61" name="Google Shape;61;p28"/>
          <p:cNvGrpSpPr/>
          <p:nvPr/>
        </p:nvGrpSpPr>
        <p:grpSpPr>
          <a:xfrm>
            <a:off x="0" y="0"/>
            <a:ext cx="4852800" cy="5740200"/>
            <a:chOff x="0" y="0"/>
            <a:chExt cx="4852800" cy="5740200"/>
          </a:xfrm>
        </p:grpSpPr>
        <p:sp>
          <p:nvSpPr>
            <p:cNvPr id="62" name="Google Shape;62;p28"/>
            <p:cNvSpPr/>
            <p:nvPr/>
          </p:nvSpPr>
          <p:spPr>
            <a:xfrm flipH="1" rot="10800000">
              <a:off x="0" y="720"/>
              <a:ext cx="4852800" cy="5739480"/>
            </a:xfrm>
            <a:custGeom>
              <a:rect b="b" l="l" r="r" t="t"/>
              <a:pathLst>
                <a:path extrusionOk="0" h="6374535" w="5389868">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28"/>
            <p:cNvSpPr/>
            <p:nvPr/>
          </p:nvSpPr>
          <p:spPr>
            <a:xfrm>
              <a:off x="0" y="0"/>
              <a:ext cx="4713120" cy="5591880"/>
            </a:xfrm>
            <a:custGeom>
              <a:rect b="b" l="l" r="r" t="t"/>
              <a:pathLst>
                <a:path extrusionOk="0" h="6210629" w="5234519">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4" name="Google Shape;64;p28"/>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5" name="Google Shape;65;p28"/>
          <p:cNvSpPr txBox="1"/>
          <p:nvPr>
            <p:ph idx="1" type="body"/>
          </p:nvPr>
        </p:nvSpPr>
        <p:spPr>
          <a:xfrm>
            <a:off x="457200" y="1604520"/>
            <a:ext cx="8229240" cy="397728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814"/>
        </a:solidFill>
      </p:bgPr>
    </p:bg>
    <p:spTree>
      <p:nvGrpSpPr>
        <p:cNvPr id="114" name="Shape 114"/>
        <p:cNvGrpSpPr/>
        <p:nvPr/>
      </p:nvGrpSpPr>
      <p:grpSpPr>
        <a:xfrm>
          <a:off x="0" y="0"/>
          <a:ext cx="0" cy="0"/>
          <a:chOff x="0" y="0"/>
          <a:chExt cx="0" cy="0"/>
        </a:xfrm>
      </p:grpSpPr>
      <p:sp>
        <p:nvSpPr>
          <p:cNvPr id="115" name="Google Shape;115;p44"/>
          <p:cNvSpPr/>
          <p:nvPr/>
        </p:nvSpPr>
        <p:spPr>
          <a:xfrm flipH="1" rot="10800000">
            <a:off x="-360" y="3960"/>
            <a:ext cx="4850280" cy="5736240"/>
          </a:xfrm>
          <a:custGeom>
            <a:rect b="b" l="l" r="r" t="t"/>
            <a:pathLst>
              <a:path extrusionOk="0" h="6374535" w="5389868">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6" name="Google Shape;116;p44"/>
          <p:cNvPicPr preferRelativeResize="0"/>
          <p:nvPr/>
        </p:nvPicPr>
        <p:blipFill rotWithShape="1">
          <a:blip r:embed="rId1">
            <a:alphaModFix/>
          </a:blip>
          <a:srcRect b="0" l="0" r="0" t="0"/>
          <a:stretch/>
        </p:blipFill>
        <p:spPr>
          <a:xfrm>
            <a:off x="5177160" y="186120"/>
            <a:ext cx="3811320" cy="600480"/>
          </a:xfrm>
          <a:prstGeom prst="rect">
            <a:avLst/>
          </a:prstGeom>
          <a:noFill/>
          <a:ln>
            <a:noFill/>
          </a:ln>
        </p:spPr>
      </p:pic>
      <p:sp>
        <p:nvSpPr>
          <p:cNvPr id="117" name="Google Shape;117;p44"/>
          <p:cNvSpPr/>
          <p:nvPr/>
        </p:nvSpPr>
        <p:spPr>
          <a:xfrm>
            <a:off x="0" y="0"/>
            <a:ext cx="4710240" cy="5589000"/>
          </a:xfrm>
          <a:custGeom>
            <a:rect b="b" l="l" r="r" t="t"/>
            <a:pathLst>
              <a:path extrusionOk="0" h="6210629" w="5234519">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44"/>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9" name="Google Shape;119;p44"/>
          <p:cNvSpPr txBox="1"/>
          <p:nvPr>
            <p:ph idx="1" type="body"/>
          </p:nvPr>
        </p:nvSpPr>
        <p:spPr>
          <a:xfrm>
            <a:off x="457200" y="1604520"/>
            <a:ext cx="8229240" cy="397728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8" name="Shape 168"/>
        <p:cNvGrpSpPr/>
        <p:nvPr/>
      </p:nvGrpSpPr>
      <p:grpSpPr>
        <a:xfrm>
          <a:off x="0" y="0"/>
          <a:ext cx="0" cy="0"/>
          <a:chOff x="0" y="0"/>
          <a:chExt cx="0" cy="0"/>
        </a:xfrm>
      </p:grpSpPr>
      <p:sp>
        <p:nvSpPr>
          <p:cNvPr id="169" name="Google Shape;169;p38"/>
          <p:cNvSpPr/>
          <p:nvPr/>
        </p:nvSpPr>
        <p:spPr>
          <a:xfrm>
            <a:off x="770760" y="212760"/>
            <a:ext cx="902880" cy="812160"/>
          </a:xfrm>
          <a:prstGeom prst="parallelogram">
            <a:avLst>
              <a:gd fmla="val 45310" name="adj"/>
            </a:avLst>
          </a:prstGeom>
          <a:solidFill>
            <a:srgbClr val="BED6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38"/>
          <p:cNvSpPr/>
          <p:nvPr/>
        </p:nvSpPr>
        <p:spPr>
          <a:xfrm>
            <a:off x="146520" y="212760"/>
            <a:ext cx="902880" cy="812160"/>
          </a:xfrm>
          <a:prstGeom prst="parallelogram">
            <a:avLst>
              <a:gd fmla="val 45310" name="adj"/>
            </a:avLst>
          </a:prstGeom>
          <a:gradFill>
            <a:gsLst>
              <a:gs pos="0">
                <a:srgbClr val="BDD503"/>
              </a:gs>
              <a:gs pos="35000">
                <a:srgbClr val="BDD503"/>
              </a:gs>
              <a:gs pos="100000">
                <a:srgbClr val="FFFFFF"/>
              </a:gs>
            </a:gsLst>
            <a:lin ang="108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71" name="Google Shape;171;p38"/>
          <p:cNvPicPr preferRelativeResize="0"/>
          <p:nvPr/>
        </p:nvPicPr>
        <p:blipFill rotWithShape="1">
          <a:blip r:embed="rId1">
            <a:alphaModFix/>
          </a:blip>
          <a:srcRect b="0" l="0" r="0" t="0"/>
          <a:stretch/>
        </p:blipFill>
        <p:spPr>
          <a:xfrm>
            <a:off x="6179400" y="389520"/>
            <a:ext cx="2746080" cy="459000"/>
          </a:xfrm>
          <a:prstGeom prst="rect">
            <a:avLst/>
          </a:prstGeom>
          <a:noFill/>
          <a:ln>
            <a:noFill/>
          </a:ln>
        </p:spPr>
      </p:pic>
      <p:sp>
        <p:nvSpPr>
          <p:cNvPr id="172" name="Google Shape;172;p38"/>
          <p:cNvSpPr/>
          <p:nvPr/>
        </p:nvSpPr>
        <p:spPr>
          <a:xfrm>
            <a:off x="1373040" y="212760"/>
            <a:ext cx="4805640" cy="812160"/>
          </a:xfrm>
          <a:prstGeom prst="parallelogram">
            <a:avLst>
              <a:gd fmla="val 45310"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38"/>
          <p:cNvSpPr/>
          <p:nvPr/>
        </p:nvSpPr>
        <p:spPr>
          <a:xfrm>
            <a:off x="6915240" y="6356520"/>
            <a:ext cx="2056680" cy="364320"/>
          </a:xfrm>
          <a:prstGeom prst="rect">
            <a:avLst/>
          </a:prstGeom>
          <a:noFill/>
          <a:ln>
            <a:noFill/>
          </a:ln>
        </p:spPr>
        <p:txBody>
          <a:bodyPr anchorCtr="0" anchor="ctr" bIns="45000" lIns="90000" spcFirstLastPara="1" rIns="90000" wrap="square" tIns="450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rgbClr val="6C7A8A"/>
                </a:solidFill>
                <a:latin typeface="Roboto Mono"/>
                <a:ea typeface="Roboto Mono"/>
                <a:cs typeface="Roboto Mono"/>
                <a:sym typeface="Roboto Mono"/>
              </a:rPr>
              <a:t>‹#›</a:t>
            </a:fld>
            <a:endParaRPr b="0" i="0" sz="1200" u="none" cap="none" strike="noStrike">
              <a:solidFill>
                <a:srgbClr val="000000"/>
              </a:solidFill>
              <a:latin typeface="Arial"/>
              <a:ea typeface="Arial"/>
              <a:cs typeface="Arial"/>
              <a:sym typeface="Arial"/>
            </a:endParaRPr>
          </a:p>
        </p:txBody>
      </p:sp>
      <p:sp>
        <p:nvSpPr>
          <p:cNvPr id="174" name="Google Shape;174;p38"/>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5" name="Google Shape;175;p38"/>
          <p:cNvSpPr txBox="1"/>
          <p:nvPr>
            <p:ph idx="1" type="body"/>
          </p:nvPr>
        </p:nvSpPr>
        <p:spPr>
          <a:xfrm>
            <a:off x="457200" y="1604520"/>
            <a:ext cx="8229240" cy="397728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4" name="Shape 224"/>
        <p:cNvGrpSpPr/>
        <p:nvPr/>
      </p:nvGrpSpPr>
      <p:grpSpPr>
        <a:xfrm>
          <a:off x="0" y="0"/>
          <a:ext cx="0" cy="0"/>
          <a:chOff x="0" y="0"/>
          <a:chExt cx="0" cy="0"/>
        </a:xfrm>
      </p:grpSpPr>
      <p:sp>
        <p:nvSpPr>
          <p:cNvPr id="225" name="Google Shape;225;g1350fa144cd_0_123"/>
          <p:cNvSpPr txBox="1"/>
          <p:nvPr>
            <p:ph type="title"/>
          </p:nvPr>
        </p:nvSpPr>
        <p:spPr>
          <a:xfrm>
            <a:off x="400431" y="1462579"/>
            <a:ext cx="1799400" cy="80760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700"/>
              <a:buNone/>
              <a:defRPr b="1" i="0" sz="4300" u="none" cap="none" strike="noStrike">
                <a:solidFill>
                  <a:schemeClr val="dk1"/>
                </a:solidFill>
                <a:latin typeface="Arial"/>
                <a:ea typeface="Arial"/>
                <a:cs typeface="Arial"/>
                <a:sym typeface="Arial"/>
              </a:defRPr>
            </a:lvl1pPr>
            <a:lvl2pPr lvl="1" rtl="0">
              <a:spcBef>
                <a:spcPts val="0"/>
              </a:spcBef>
              <a:spcAft>
                <a:spcPts val="0"/>
              </a:spcAft>
              <a:buSzPts val="700"/>
              <a:buNone/>
              <a:defRPr sz="900"/>
            </a:lvl2pPr>
            <a:lvl3pPr lvl="2" rtl="0">
              <a:spcBef>
                <a:spcPts val="0"/>
              </a:spcBef>
              <a:spcAft>
                <a:spcPts val="0"/>
              </a:spcAft>
              <a:buSzPts val="700"/>
              <a:buNone/>
              <a:defRPr sz="900"/>
            </a:lvl3pPr>
            <a:lvl4pPr lvl="3" rtl="0">
              <a:spcBef>
                <a:spcPts val="0"/>
              </a:spcBef>
              <a:spcAft>
                <a:spcPts val="0"/>
              </a:spcAft>
              <a:buSzPts val="700"/>
              <a:buNone/>
              <a:defRPr sz="900"/>
            </a:lvl4pPr>
            <a:lvl5pPr lvl="4" rtl="0">
              <a:spcBef>
                <a:spcPts val="0"/>
              </a:spcBef>
              <a:spcAft>
                <a:spcPts val="0"/>
              </a:spcAft>
              <a:buSzPts val="700"/>
              <a:buNone/>
              <a:defRPr sz="900"/>
            </a:lvl5pPr>
            <a:lvl6pPr lvl="5" rtl="0">
              <a:spcBef>
                <a:spcPts val="0"/>
              </a:spcBef>
              <a:spcAft>
                <a:spcPts val="0"/>
              </a:spcAft>
              <a:buSzPts val="700"/>
              <a:buNone/>
              <a:defRPr sz="900"/>
            </a:lvl6pPr>
            <a:lvl7pPr lvl="6" rtl="0">
              <a:spcBef>
                <a:spcPts val="0"/>
              </a:spcBef>
              <a:spcAft>
                <a:spcPts val="0"/>
              </a:spcAft>
              <a:buSzPts val="700"/>
              <a:buNone/>
              <a:defRPr sz="900"/>
            </a:lvl7pPr>
            <a:lvl8pPr lvl="7" rtl="0">
              <a:spcBef>
                <a:spcPts val="0"/>
              </a:spcBef>
              <a:spcAft>
                <a:spcPts val="0"/>
              </a:spcAft>
              <a:buSzPts val="700"/>
              <a:buNone/>
              <a:defRPr sz="900"/>
            </a:lvl8pPr>
            <a:lvl9pPr lvl="8" rtl="0">
              <a:spcBef>
                <a:spcPts val="0"/>
              </a:spcBef>
              <a:spcAft>
                <a:spcPts val="0"/>
              </a:spcAft>
              <a:buSzPts val="700"/>
              <a:buNone/>
              <a:defRPr sz="900"/>
            </a:lvl9pPr>
          </a:lstStyle>
          <a:p/>
        </p:txBody>
      </p:sp>
      <p:sp>
        <p:nvSpPr>
          <p:cNvPr id="226" name="Google Shape;226;g1350fa144cd_0_123"/>
          <p:cNvSpPr txBox="1"/>
          <p:nvPr>
            <p:ph idx="1" type="body"/>
          </p:nvPr>
        </p:nvSpPr>
        <p:spPr>
          <a:xfrm>
            <a:off x="457200" y="1577340"/>
            <a:ext cx="8229600" cy="452640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700"/>
              <a:buNone/>
              <a:defRPr b="0" i="0" sz="900" u="none" cap="none" strike="noStrike">
                <a:latin typeface="Calibri"/>
                <a:ea typeface="Calibri"/>
                <a:cs typeface="Calibri"/>
                <a:sym typeface="Calibri"/>
              </a:defRPr>
            </a:lvl1pPr>
            <a:lvl2pPr indent="-228600" lvl="1" marL="914400" marR="0" rtl="0" algn="l">
              <a:spcBef>
                <a:spcPts val="0"/>
              </a:spcBef>
              <a:spcAft>
                <a:spcPts val="0"/>
              </a:spcAft>
              <a:buSzPts val="700"/>
              <a:buNone/>
              <a:defRPr b="0" i="0" sz="900" u="none" cap="none" strike="noStrike">
                <a:latin typeface="Calibri"/>
                <a:ea typeface="Calibri"/>
                <a:cs typeface="Calibri"/>
                <a:sym typeface="Calibri"/>
              </a:defRPr>
            </a:lvl2pPr>
            <a:lvl3pPr indent="-228600" lvl="2" marL="1371600" marR="0" rtl="0" algn="l">
              <a:spcBef>
                <a:spcPts val="0"/>
              </a:spcBef>
              <a:spcAft>
                <a:spcPts val="0"/>
              </a:spcAft>
              <a:buSzPts val="700"/>
              <a:buNone/>
              <a:defRPr b="0" i="0" sz="900" u="none" cap="none" strike="noStrike">
                <a:latin typeface="Calibri"/>
                <a:ea typeface="Calibri"/>
                <a:cs typeface="Calibri"/>
                <a:sym typeface="Calibri"/>
              </a:defRPr>
            </a:lvl3pPr>
            <a:lvl4pPr indent="-228600" lvl="3" marL="1828800" marR="0" rtl="0" algn="l">
              <a:spcBef>
                <a:spcPts val="0"/>
              </a:spcBef>
              <a:spcAft>
                <a:spcPts val="0"/>
              </a:spcAft>
              <a:buSzPts val="700"/>
              <a:buNone/>
              <a:defRPr b="0" i="0" sz="900" u="none" cap="none" strike="noStrike">
                <a:latin typeface="Calibri"/>
                <a:ea typeface="Calibri"/>
                <a:cs typeface="Calibri"/>
                <a:sym typeface="Calibri"/>
              </a:defRPr>
            </a:lvl4pPr>
            <a:lvl5pPr indent="-228600" lvl="4" marL="2286000" marR="0" rtl="0" algn="l">
              <a:spcBef>
                <a:spcPts val="0"/>
              </a:spcBef>
              <a:spcAft>
                <a:spcPts val="0"/>
              </a:spcAft>
              <a:buSzPts val="700"/>
              <a:buNone/>
              <a:defRPr b="0" i="0" sz="900" u="none" cap="none" strike="noStrike">
                <a:latin typeface="Calibri"/>
                <a:ea typeface="Calibri"/>
                <a:cs typeface="Calibri"/>
                <a:sym typeface="Calibri"/>
              </a:defRPr>
            </a:lvl5pPr>
            <a:lvl6pPr indent="-228600" lvl="5" marL="2743200" marR="0" rtl="0" algn="l">
              <a:spcBef>
                <a:spcPts val="0"/>
              </a:spcBef>
              <a:spcAft>
                <a:spcPts val="0"/>
              </a:spcAft>
              <a:buSzPts val="700"/>
              <a:buNone/>
              <a:defRPr b="0" i="0" sz="900" u="none" cap="none" strike="noStrike">
                <a:latin typeface="Calibri"/>
                <a:ea typeface="Calibri"/>
                <a:cs typeface="Calibri"/>
                <a:sym typeface="Calibri"/>
              </a:defRPr>
            </a:lvl6pPr>
            <a:lvl7pPr indent="-228600" lvl="6" marL="3200400" marR="0" rtl="0" algn="l">
              <a:spcBef>
                <a:spcPts val="0"/>
              </a:spcBef>
              <a:spcAft>
                <a:spcPts val="0"/>
              </a:spcAft>
              <a:buSzPts val="700"/>
              <a:buNone/>
              <a:defRPr b="0" i="0" sz="900" u="none" cap="none" strike="noStrike">
                <a:latin typeface="Calibri"/>
                <a:ea typeface="Calibri"/>
                <a:cs typeface="Calibri"/>
                <a:sym typeface="Calibri"/>
              </a:defRPr>
            </a:lvl7pPr>
            <a:lvl8pPr indent="-228600" lvl="7" marL="3657600" marR="0" rtl="0" algn="l">
              <a:spcBef>
                <a:spcPts val="0"/>
              </a:spcBef>
              <a:spcAft>
                <a:spcPts val="0"/>
              </a:spcAft>
              <a:buSzPts val="700"/>
              <a:buNone/>
              <a:defRPr b="0" i="0" sz="900" u="none" cap="none" strike="noStrike">
                <a:latin typeface="Calibri"/>
                <a:ea typeface="Calibri"/>
                <a:cs typeface="Calibri"/>
                <a:sym typeface="Calibri"/>
              </a:defRPr>
            </a:lvl8pPr>
            <a:lvl9pPr indent="-228600" lvl="8" marL="4114800" marR="0" rtl="0" algn="l">
              <a:spcBef>
                <a:spcPts val="0"/>
              </a:spcBef>
              <a:spcAft>
                <a:spcPts val="0"/>
              </a:spcAft>
              <a:buSzPts val="700"/>
              <a:buNone/>
              <a:defRPr b="0" i="0" sz="900" u="none" cap="none" strike="noStrike">
                <a:latin typeface="Calibri"/>
                <a:ea typeface="Calibri"/>
                <a:cs typeface="Calibri"/>
                <a:sym typeface="Calibri"/>
              </a:defRPr>
            </a:lvl9pPr>
          </a:lstStyle>
          <a:p/>
        </p:txBody>
      </p:sp>
      <p:sp>
        <p:nvSpPr>
          <p:cNvPr id="227" name="Google Shape;227;g1350fa144cd_0_123"/>
          <p:cNvSpPr txBox="1"/>
          <p:nvPr>
            <p:ph idx="11" type="ftr"/>
          </p:nvPr>
        </p:nvSpPr>
        <p:spPr>
          <a:xfrm>
            <a:off x="3108960" y="6377940"/>
            <a:ext cx="2925900" cy="342900"/>
          </a:xfrm>
          <a:prstGeom prst="rect">
            <a:avLst/>
          </a:prstGeom>
          <a:noFill/>
          <a:ln>
            <a:noFill/>
          </a:ln>
        </p:spPr>
        <p:txBody>
          <a:bodyPr anchorCtr="0" anchor="t" bIns="0" lIns="0" spcFirstLastPara="1" rIns="0" wrap="square" tIns="0">
            <a:spAutoFit/>
          </a:bodyPr>
          <a:lstStyle>
            <a:lvl1pPr lvl="0" marR="0" rtl="0" algn="ctr">
              <a:spcBef>
                <a:spcPts val="0"/>
              </a:spcBef>
              <a:spcAft>
                <a:spcPts val="0"/>
              </a:spcAft>
              <a:buSzPts val="7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228" name="Google Shape;228;g1350fa144cd_0_123"/>
          <p:cNvSpPr txBox="1"/>
          <p:nvPr>
            <p:ph idx="10" type="dt"/>
          </p:nvPr>
        </p:nvSpPr>
        <p:spPr>
          <a:xfrm>
            <a:off x="457200" y="6377940"/>
            <a:ext cx="2103000" cy="34290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7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229" name="Google Shape;229;g1350fa144cd_0_123"/>
          <p:cNvSpPr txBox="1"/>
          <p:nvPr>
            <p:ph idx="12" type="sldNum"/>
          </p:nvPr>
        </p:nvSpPr>
        <p:spPr>
          <a:xfrm>
            <a:off x="6583680" y="6377940"/>
            <a:ext cx="2103000" cy="138600"/>
          </a:xfrm>
          <a:prstGeom prst="rect">
            <a:avLst/>
          </a:prstGeom>
          <a:noFill/>
          <a:ln>
            <a:noFill/>
          </a:ln>
        </p:spPr>
        <p:txBody>
          <a:bodyPr anchorCtr="0" anchor="t" bIns="0" lIns="0" spcFirstLastPara="1" rIns="0" wrap="square" tIns="0">
            <a:sp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701" r:id="rId1"/>
    <p:sldLayoutId id="2147483702" r:id="rId2"/>
    <p:sldLayoutId id="2147483703" r:id="rId3"/>
    <p:sldLayoutId id="2147483704" r:id="rId4"/>
    <p:sldLayoutId id="2147483705" r:id="rId5"/>
    <p:sldLayoutId id="2147483706" r:id="rId6"/>
    <p:sldLayoutId id="2147483707"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321" name="Shape 321"/>
        <p:cNvGrpSpPr/>
        <p:nvPr/>
      </p:nvGrpSpPr>
      <p:grpSpPr>
        <a:xfrm>
          <a:off x="0" y="0"/>
          <a:ext cx="0" cy="0"/>
          <a:chOff x="0" y="0"/>
          <a:chExt cx="0" cy="0"/>
        </a:xfrm>
      </p:grpSpPr>
      <p:sp>
        <p:nvSpPr>
          <p:cNvPr id="322" name="Google Shape;322;g1350fa144cd_0_433"/>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323" name="Google Shape;323;g1350fa144cd_0_433"/>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0"/>
              </a:spcBef>
              <a:spcAft>
                <a:spcPts val="0"/>
              </a:spcAft>
              <a:buClr>
                <a:schemeClr val="dk2"/>
              </a:buClr>
              <a:buSzPts val="1400"/>
              <a:buChar char="○"/>
              <a:defRPr>
                <a:solidFill>
                  <a:schemeClr val="dk2"/>
                </a:solidFill>
              </a:defRPr>
            </a:lvl2pPr>
            <a:lvl3pPr indent="-317500" lvl="2" marL="1371600" rtl="0">
              <a:lnSpc>
                <a:spcPct val="115000"/>
              </a:lnSpc>
              <a:spcBef>
                <a:spcPts val="0"/>
              </a:spcBef>
              <a:spcAft>
                <a:spcPts val="0"/>
              </a:spcAft>
              <a:buClr>
                <a:schemeClr val="dk2"/>
              </a:buClr>
              <a:buSzPts val="1400"/>
              <a:buChar char="■"/>
              <a:defRPr>
                <a:solidFill>
                  <a:schemeClr val="dk2"/>
                </a:solidFill>
              </a:defRPr>
            </a:lvl3pPr>
            <a:lvl4pPr indent="-317500" lvl="3" marL="1828800" rtl="0">
              <a:lnSpc>
                <a:spcPct val="115000"/>
              </a:lnSpc>
              <a:spcBef>
                <a:spcPts val="0"/>
              </a:spcBef>
              <a:spcAft>
                <a:spcPts val="0"/>
              </a:spcAft>
              <a:buClr>
                <a:schemeClr val="dk2"/>
              </a:buClr>
              <a:buSzPts val="1400"/>
              <a:buChar char="●"/>
              <a:defRPr>
                <a:solidFill>
                  <a:schemeClr val="dk2"/>
                </a:solidFill>
              </a:defRPr>
            </a:lvl4pPr>
            <a:lvl5pPr indent="-317500" lvl="4" marL="2286000" rtl="0">
              <a:lnSpc>
                <a:spcPct val="115000"/>
              </a:lnSpc>
              <a:spcBef>
                <a:spcPts val="0"/>
              </a:spcBef>
              <a:spcAft>
                <a:spcPts val="0"/>
              </a:spcAft>
              <a:buClr>
                <a:schemeClr val="dk2"/>
              </a:buClr>
              <a:buSzPts val="1400"/>
              <a:buChar char="○"/>
              <a:defRPr>
                <a:solidFill>
                  <a:schemeClr val="dk2"/>
                </a:solidFill>
              </a:defRPr>
            </a:lvl5pPr>
            <a:lvl6pPr indent="-317500" lvl="5" marL="2743200" rtl="0">
              <a:lnSpc>
                <a:spcPct val="115000"/>
              </a:lnSpc>
              <a:spcBef>
                <a:spcPts val="0"/>
              </a:spcBef>
              <a:spcAft>
                <a:spcPts val="0"/>
              </a:spcAft>
              <a:buClr>
                <a:schemeClr val="dk2"/>
              </a:buClr>
              <a:buSzPts val="1400"/>
              <a:buChar char="■"/>
              <a:defRPr>
                <a:solidFill>
                  <a:schemeClr val="dk2"/>
                </a:solidFill>
              </a:defRPr>
            </a:lvl6pPr>
            <a:lvl7pPr indent="-317500" lvl="6" marL="3200400" rtl="0">
              <a:lnSpc>
                <a:spcPct val="115000"/>
              </a:lnSpc>
              <a:spcBef>
                <a:spcPts val="0"/>
              </a:spcBef>
              <a:spcAft>
                <a:spcPts val="0"/>
              </a:spcAft>
              <a:buClr>
                <a:schemeClr val="dk2"/>
              </a:buClr>
              <a:buSzPts val="1400"/>
              <a:buChar char="●"/>
              <a:defRPr>
                <a:solidFill>
                  <a:schemeClr val="dk2"/>
                </a:solidFill>
              </a:defRPr>
            </a:lvl7pPr>
            <a:lvl8pPr indent="-317500" lvl="7" marL="3657600" rtl="0">
              <a:lnSpc>
                <a:spcPct val="115000"/>
              </a:lnSpc>
              <a:spcBef>
                <a:spcPts val="0"/>
              </a:spcBef>
              <a:spcAft>
                <a:spcPts val="0"/>
              </a:spcAft>
              <a:buClr>
                <a:schemeClr val="dk2"/>
              </a:buClr>
              <a:buSzPts val="1400"/>
              <a:buChar char="○"/>
              <a:defRPr>
                <a:solidFill>
                  <a:schemeClr val="dk2"/>
                </a:solidFill>
              </a:defRPr>
            </a:lvl8pPr>
            <a:lvl9pPr indent="-317500" lvl="8" marL="4114800" rtl="0">
              <a:lnSpc>
                <a:spcPct val="115000"/>
              </a:lnSpc>
              <a:spcBef>
                <a:spcPts val="0"/>
              </a:spcBef>
              <a:spcAft>
                <a:spcPts val="0"/>
              </a:spcAft>
              <a:buClr>
                <a:schemeClr val="dk2"/>
              </a:buClr>
              <a:buSzPts val="1400"/>
              <a:buChar char="■"/>
              <a:defRPr>
                <a:solidFill>
                  <a:schemeClr val="dk2"/>
                </a:solidFill>
              </a:defRPr>
            </a:lvl9pPr>
          </a:lstStyle>
          <a:p/>
        </p:txBody>
      </p:sp>
      <p:sp>
        <p:nvSpPr>
          <p:cNvPr id="324" name="Google Shape;324;g1350fa144cd_0_433"/>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6" name="Shape 366"/>
        <p:cNvGrpSpPr/>
        <p:nvPr/>
      </p:nvGrpSpPr>
      <p:grpSpPr>
        <a:xfrm>
          <a:off x="0" y="0"/>
          <a:ext cx="0" cy="0"/>
          <a:chOff x="0" y="0"/>
          <a:chExt cx="0" cy="0"/>
        </a:xfrm>
      </p:grpSpPr>
      <p:sp>
        <p:nvSpPr>
          <p:cNvPr id="367" name="Google Shape;367;g1350fa144cd_0_639"/>
          <p:cNvSpPr txBox="1"/>
          <p:nvPr>
            <p:ph type="title"/>
          </p:nvPr>
        </p:nvSpPr>
        <p:spPr>
          <a:xfrm>
            <a:off x="400431" y="1462579"/>
            <a:ext cx="1799400" cy="8076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700"/>
              <a:buFont typeface="Arial"/>
              <a:buNone/>
              <a:defRPr b="1" i="0" sz="43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9pPr>
          </a:lstStyle>
          <a:p/>
        </p:txBody>
      </p:sp>
      <p:sp>
        <p:nvSpPr>
          <p:cNvPr id="368" name="Google Shape;368;g1350fa144cd_0_639"/>
          <p:cNvSpPr txBox="1"/>
          <p:nvPr>
            <p:ph idx="1" type="body"/>
          </p:nvPr>
        </p:nvSpPr>
        <p:spPr>
          <a:xfrm>
            <a:off x="457200" y="1577340"/>
            <a:ext cx="8229600" cy="4526400"/>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Calibri"/>
                <a:ea typeface="Calibri"/>
                <a:cs typeface="Calibri"/>
                <a:sym typeface="Calibri"/>
              </a:defRPr>
            </a:lvl9pPr>
          </a:lstStyle>
          <a:p/>
        </p:txBody>
      </p:sp>
      <p:sp>
        <p:nvSpPr>
          <p:cNvPr id="369" name="Google Shape;369;g1350fa144cd_0_639"/>
          <p:cNvSpPr txBox="1"/>
          <p:nvPr>
            <p:ph idx="11" type="ftr"/>
          </p:nvPr>
        </p:nvSpPr>
        <p:spPr>
          <a:xfrm>
            <a:off x="3108960" y="6377940"/>
            <a:ext cx="2925900" cy="3429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7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9pPr>
          </a:lstStyle>
          <a:p/>
        </p:txBody>
      </p:sp>
      <p:sp>
        <p:nvSpPr>
          <p:cNvPr id="370" name="Google Shape;370;g1350fa144cd_0_639"/>
          <p:cNvSpPr txBox="1"/>
          <p:nvPr>
            <p:ph idx="10" type="dt"/>
          </p:nvPr>
        </p:nvSpPr>
        <p:spPr>
          <a:xfrm>
            <a:off x="457200" y="6377940"/>
            <a:ext cx="2103000" cy="3429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7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9pPr>
          </a:lstStyle>
          <a:p/>
        </p:txBody>
      </p:sp>
      <p:sp>
        <p:nvSpPr>
          <p:cNvPr id="371" name="Google Shape;371;g1350fa144cd_0_639"/>
          <p:cNvSpPr txBox="1"/>
          <p:nvPr>
            <p:ph idx="12" type="sldNum"/>
          </p:nvPr>
        </p:nvSpPr>
        <p:spPr>
          <a:xfrm>
            <a:off x="6583680" y="6377940"/>
            <a:ext cx="2103000" cy="13860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721" r:id="rId1"/>
    <p:sldLayoutId id="2147483722" r:id="rId2"/>
    <p:sldLayoutId id="2147483723" r:id="rId3"/>
    <p:sldLayoutId id="2147483724" r:id="rId4"/>
    <p:sldLayoutId id="2147483725" r:id="rId5"/>
    <p:sldLayoutId id="2147483726" r:id="rId6"/>
    <p:sldLayoutId id="2147483727"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3.xml"/><Relationship Id="rId3" Type="http://schemas.openxmlformats.org/officeDocument/2006/relationships/image" Target="../media/image32.png"/><Relationship Id="rId4" Type="http://schemas.openxmlformats.org/officeDocument/2006/relationships/image" Target="../media/image3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5.xml"/><Relationship Id="rId3" Type="http://schemas.openxmlformats.org/officeDocument/2006/relationships/image" Target="../media/image30.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xml"/><Relationship Id="rId3" Type="http://schemas.openxmlformats.org/officeDocument/2006/relationships/image" Target="../media/image3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7.xml"/><Relationship Id="rId3" Type="http://schemas.openxmlformats.org/officeDocument/2006/relationships/image" Target="../media/image4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xml"/><Relationship Id="rId3" Type="http://schemas.openxmlformats.org/officeDocument/2006/relationships/image" Target="../media/image3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9.xml"/><Relationship Id="rId3" Type="http://schemas.openxmlformats.org/officeDocument/2006/relationships/image" Target="../media/image3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0.xml"/><Relationship Id="rId3" Type="http://schemas.openxmlformats.org/officeDocument/2006/relationships/image" Target="../media/image3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1.xml"/><Relationship Id="rId3" Type="http://schemas.openxmlformats.org/officeDocument/2006/relationships/image" Target="../media/image3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13.xml"/><Relationship Id="rId3" Type="http://schemas.openxmlformats.org/officeDocument/2006/relationships/image" Target="../media/image33.png"/><Relationship Id="rId4" Type="http://schemas.openxmlformats.org/officeDocument/2006/relationships/image" Target="../media/image5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14.xml"/><Relationship Id="rId3" Type="http://schemas.openxmlformats.org/officeDocument/2006/relationships/image" Target="../media/image33.png"/><Relationship Id="rId4" Type="http://schemas.openxmlformats.org/officeDocument/2006/relationships/image" Target="../media/image54.jpg"/><Relationship Id="rId5" Type="http://schemas.openxmlformats.org/officeDocument/2006/relationships/image" Target="../media/image4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5.xml"/><Relationship Id="rId3" Type="http://schemas.openxmlformats.org/officeDocument/2006/relationships/image" Target="../media/image4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6.xml"/><Relationship Id="rId3" Type="http://schemas.openxmlformats.org/officeDocument/2006/relationships/image" Target="../media/image5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7.xml"/><Relationship Id="rId3" Type="http://schemas.openxmlformats.org/officeDocument/2006/relationships/image" Target="../media/image39.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8.xml"/><Relationship Id="rId3" Type="http://schemas.openxmlformats.org/officeDocument/2006/relationships/image" Target="../media/image4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9.xml"/><Relationship Id="rId3" Type="http://schemas.openxmlformats.org/officeDocument/2006/relationships/image" Target="../media/image4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20.xml"/><Relationship Id="rId3" Type="http://schemas.openxmlformats.org/officeDocument/2006/relationships/image" Target="../media/image33.png"/><Relationship Id="rId4" Type="http://schemas.openxmlformats.org/officeDocument/2006/relationships/image" Target="../media/image6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1.xml"/><Relationship Id="rId3" Type="http://schemas.openxmlformats.org/officeDocument/2006/relationships/image" Target="../media/image55.png"/><Relationship Id="rId4" Type="http://schemas.openxmlformats.org/officeDocument/2006/relationships/image" Target="../media/image46.jpg"/><Relationship Id="rId5" Type="http://schemas.openxmlformats.org/officeDocument/2006/relationships/image" Target="../media/image47.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2.xml"/><Relationship Id="rId3" Type="http://schemas.openxmlformats.org/officeDocument/2006/relationships/image" Target="../media/image5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23.xml"/><Relationship Id="rId3" Type="http://schemas.openxmlformats.org/officeDocument/2006/relationships/image" Target="../media/image33.png"/><Relationship Id="rId4" Type="http://schemas.openxmlformats.org/officeDocument/2006/relationships/image" Target="../media/image59.png"/><Relationship Id="rId5" Type="http://schemas.openxmlformats.org/officeDocument/2006/relationships/image" Target="../media/image52.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5.xml"/><Relationship Id="rId3" Type="http://schemas.openxmlformats.org/officeDocument/2006/relationships/image" Target="../media/image48.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6.xml"/><Relationship Id="rId3" Type="http://schemas.openxmlformats.org/officeDocument/2006/relationships/image" Target="../media/image45.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7.xml"/><Relationship Id="rId3" Type="http://schemas.openxmlformats.org/officeDocument/2006/relationships/image" Target="../media/image4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8.xml"/><Relationship Id="rId3" Type="http://schemas.openxmlformats.org/officeDocument/2006/relationships/image" Target="../media/image61.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9.xml"/><Relationship Id="rId3" Type="http://schemas.openxmlformats.org/officeDocument/2006/relationships/image" Target="../media/image5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0.xml"/><Relationship Id="rId3" Type="http://schemas.openxmlformats.org/officeDocument/2006/relationships/image" Target="../media/image6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1.xml"/><Relationship Id="rId3" Type="http://schemas.openxmlformats.org/officeDocument/2006/relationships/image" Target="../media/image58.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2.xml"/><Relationship Id="rId3" Type="http://schemas.openxmlformats.org/officeDocument/2006/relationships/image" Target="../media/image56.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34.xml"/><Relationship Id="rId3" Type="http://schemas.openxmlformats.org/officeDocument/2006/relationships/image" Target="../media/image5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35.xml"/><Relationship Id="rId3" Type="http://schemas.openxmlformats.org/officeDocument/2006/relationships/image" Target="../media/image5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g1350fa14483_0_178"/>
          <p:cNvSpPr txBox="1"/>
          <p:nvPr>
            <p:ph idx="1" type="body"/>
          </p:nvPr>
        </p:nvSpPr>
        <p:spPr>
          <a:xfrm>
            <a:off x="2337113" y="3881760"/>
            <a:ext cx="4843500" cy="4155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s-ES"/>
              <a:t>Actividad 3.1</a:t>
            </a:r>
            <a:endParaRPr/>
          </a:p>
        </p:txBody>
      </p:sp>
      <p:sp>
        <p:nvSpPr>
          <p:cNvPr id="468" name="Google Shape;468;g1350fa14483_0_178"/>
          <p:cNvSpPr txBox="1"/>
          <p:nvPr>
            <p:ph idx="2" type="body"/>
          </p:nvPr>
        </p:nvSpPr>
        <p:spPr>
          <a:xfrm>
            <a:off x="2145923" y="2190845"/>
            <a:ext cx="5198700" cy="138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s-ES"/>
              <a:t>3.1.1 Descubriendo al usuario y desarrollando el pensamiento de diseño</a:t>
            </a:r>
            <a:endParaRPr/>
          </a:p>
        </p:txBody>
      </p:sp>
      <p:sp>
        <p:nvSpPr>
          <p:cNvPr id="469" name="Google Shape;469;g1350fa14483_0_178"/>
          <p:cNvSpPr txBox="1"/>
          <p:nvPr>
            <p:ph idx="3" type="body"/>
          </p:nvPr>
        </p:nvSpPr>
        <p:spPr>
          <a:xfrm>
            <a:off x="2316356" y="4655238"/>
            <a:ext cx="4864500" cy="246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s-ES"/>
              <a:t>Profesor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4"/>
          <p:cNvSpPr/>
          <p:nvPr/>
        </p:nvSpPr>
        <p:spPr>
          <a:xfrm>
            <a:off x="4318200" y="4562856"/>
            <a:ext cx="4687560" cy="1346184"/>
          </a:xfrm>
          <a:prstGeom prst="rect">
            <a:avLst/>
          </a:prstGeom>
          <a:solidFill>
            <a:srgbClr val="DE3075">
              <a:alpha val="63529"/>
            </a:srgbClr>
          </a:solidFill>
          <a:ln>
            <a:noFill/>
          </a:ln>
        </p:spPr>
        <p:txBody>
          <a:bodyPr anchorCtr="0" anchor="t" bIns="45000" lIns="90000" spcFirstLastPara="1" rIns="90000" wrap="square" tIns="45000">
            <a:noAutofit/>
          </a:bodyPr>
          <a:lstStyle/>
          <a:p>
            <a:pPr indent="0" lvl="0" marL="0" marR="0" rtl="0" algn="ctr">
              <a:lnSpc>
                <a:spcPct val="90000"/>
              </a:lnSpc>
              <a:spcBef>
                <a:spcPts val="0"/>
              </a:spcBef>
              <a:spcAft>
                <a:spcPts val="0"/>
              </a:spcAft>
              <a:buNone/>
            </a:pPr>
            <a:r>
              <a:rPr b="1" i="0" lang="es-ES" sz="2800" u="none" cap="none" strike="noStrike">
                <a:solidFill>
                  <a:srgbClr val="FFFFFF"/>
                </a:solidFill>
                <a:latin typeface="Calibri"/>
                <a:ea typeface="Calibri"/>
                <a:cs typeface="Calibri"/>
                <a:sym typeface="Calibri"/>
              </a:rPr>
              <a:t>Organizando mi equipo de trabajo mediante el uso de metodologías emergentes</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g1350fa14483_0_199"/>
          <p:cNvSpPr txBox="1"/>
          <p:nvPr>
            <p:ph idx="1" type="body"/>
          </p:nvPr>
        </p:nvSpPr>
        <p:spPr>
          <a:xfrm>
            <a:off x="261092" y="458302"/>
            <a:ext cx="19755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Design Thinking</a:t>
            </a:r>
            <a:endParaRPr/>
          </a:p>
        </p:txBody>
      </p:sp>
      <p:sp>
        <p:nvSpPr>
          <p:cNvPr id="480" name="Google Shape;480;g1350fa14483_0_199"/>
          <p:cNvSpPr/>
          <p:nvPr/>
        </p:nvSpPr>
        <p:spPr>
          <a:xfrm>
            <a:off x="294120" y="1218600"/>
            <a:ext cx="8555100" cy="5137200"/>
          </a:xfrm>
          <a:prstGeom prst="rect">
            <a:avLst/>
          </a:prstGeom>
          <a:noFill/>
          <a:ln>
            <a:noFill/>
          </a:ln>
        </p:spPr>
        <p:txBody>
          <a:bodyPr anchorCtr="0" anchor="t" bIns="45000" lIns="90000" spcFirstLastPara="1" rIns="90000" wrap="square" tIns="45000">
            <a:noAutofit/>
          </a:bodyPr>
          <a:lstStyle/>
          <a:p>
            <a:pPr indent="0" lvl="0" marL="0" marR="0" rtl="0" algn="just">
              <a:lnSpc>
                <a:spcPct val="9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just">
              <a:lnSpc>
                <a:spcPct val="90000"/>
              </a:lnSpc>
              <a:spcBef>
                <a:spcPts val="1001"/>
              </a:spcBef>
              <a:spcAft>
                <a:spcPts val="0"/>
              </a:spcAft>
              <a:buClr>
                <a:srgbClr val="000000"/>
              </a:buClr>
              <a:buSzPts val="1800"/>
              <a:buFont typeface="Arial"/>
              <a:buNone/>
            </a:pPr>
            <a:r>
              <a:rPr b="1" i="0" lang="es-ES" sz="1800" u="none" cap="none" strike="noStrike">
                <a:solidFill>
                  <a:srgbClr val="818990"/>
                </a:solidFill>
                <a:latin typeface="Calibri"/>
                <a:ea typeface="Calibri"/>
                <a:cs typeface="Calibri"/>
                <a:sym typeface="Calibri"/>
              </a:rPr>
              <a:t>En este clase aprenderemos acerca de:</a:t>
            </a:r>
            <a:endParaRPr b="0" i="0" sz="1800" u="none" cap="none" strike="noStrike">
              <a:solidFill>
                <a:srgbClr val="000000"/>
              </a:solidFill>
              <a:latin typeface="Arial"/>
              <a:ea typeface="Arial"/>
              <a:cs typeface="Arial"/>
              <a:sym typeface="Arial"/>
            </a:endParaRPr>
          </a:p>
          <a:p>
            <a:pPr indent="0" lvl="0" marL="0" marR="0" rtl="0" algn="just">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just">
              <a:lnSpc>
                <a:spcPct val="90000"/>
              </a:lnSpc>
              <a:spcBef>
                <a:spcPts val="1001"/>
              </a:spcBef>
              <a:spcAft>
                <a:spcPts val="0"/>
              </a:spcAft>
              <a:buNone/>
            </a:pPr>
            <a:r>
              <a:rPr b="0" i="0" lang="es-ES" sz="1800" u="none" cap="none" strike="noStrike">
                <a:solidFill>
                  <a:srgbClr val="818990"/>
                </a:solidFill>
                <a:latin typeface="Calibri"/>
                <a:ea typeface="Calibri"/>
                <a:cs typeface="Calibri"/>
                <a:sym typeface="Calibri"/>
              </a:rPr>
              <a:t>Preparar presentación de solución en PowerPoint junto con speech de defensa a través de métodos agiles (Design Thinking y Elevator Pitch)</a:t>
            </a:r>
            <a:endParaRPr b="0" i="0" sz="1800" u="none" cap="none" strike="noStrike">
              <a:solidFill>
                <a:srgbClr val="000000"/>
              </a:solidFill>
              <a:latin typeface="Arial"/>
              <a:ea typeface="Arial"/>
              <a:cs typeface="Arial"/>
              <a:sym typeface="Arial"/>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50760" marR="0" rtl="0" algn="l">
              <a:lnSpc>
                <a:spcPct val="90000"/>
              </a:lnSpc>
              <a:spcBef>
                <a:spcPts val="1001"/>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5076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descr="Qué es el Design Thinking" id="481" name="Google Shape;481;g1350fa14483_0_199"/>
          <p:cNvPicPr preferRelativeResize="0"/>
          <p:nvPr/>
        </p:nvPicPr>
        <p:blipFill rotWithShape="1">
          <a:blip r:embed="rId3">
            <a:alphaModFix/>
          </a:blip>
          <a:srcRect b="0" l="0" r="0" t="0"/>
          <a:stretch/>
        </p:blipFill>
        <p:spPr>
          <a:xfrm>
            <a:off x="475770" y="3400425"/>
            <a:ext cx="4074593" cy="2210400"/>
          </a:xfrm>
          <a:prstGeom prst="rect">
            <a:avLst/>
          </a:prstGeom>
          <a:noFill/>
          <a:ln>
            <a:noFill/>
          </a:ln>
        </p:spPr>
      </p:pic>
      <p:pic>
        <p:nvPicPr>
          <p:cNvPr descr="Cómo hacer un elevator pitch: ejemplos - Natalia Gómez del Pozuelo" id="482" name="Google Shape;482;g1350fa14483_0_199"/>
          <p:cNvPicPr preferRelativeResize="0"/>
          <p:nvPr/>
        </p:nvPicPr>
        <p:blipFill rotWithShape="1">
          <a:blip r:embed="rId4">
            <a:alphaModFix/>
          </a:blip>
          <a:srcRect b="0" l="0" r="0" t="0"/>
          <a:stretch/>
        </p:blipFill>
        <p:spPr>
          <a:xfrm>
            <a:off x="4627252" y="3400425"/>
            <a:ext cx="3910708" cy="22104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g1350fa144cd_0_736"/>
          <p:cNvSpPr txBox="1"/>
          <p:nvPr>
            <p:ph type="title"/>
          </p:nvPr>
        </p:nvSpPr>
        <p:spPr>
          <a:xfrm>
            <a:off x="601284" y="4994314"/>
            <a:ext cx="27510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E</a:t>
            </a:r>
            <a:r>
              <a:rPr lang="es-ES"/>
              <a:t>l pensamiento de diseño</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g1350fa144cd_0_747"/>
          <p:cNvSpPr txBox="1"/>
          <p:nvPr>
            <p:ph idx="1" type="body"/>
          </p:nvPr>
        </p:nvSpPr>
        <p:spPr>
          <a:xfrm>
            <a:off x="261092" y="458302"/>
            <a:ext cx="19755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Design Thinking</a:t>
            </a:r>
            <a:endParaRPr/>
          </a:p>
        </p:txBody>
      </p:sp>
      <p:sp>
        <p:nvSpPr>
          <p:cNvPr id="493" name="Google Shape;493;g1350fa144cd_0_747"/>
          <p:cNvSpPr txBox="1"/>
          <p:nvPr/>
        </p:nvSpPr>
        <p:spPr>
          <a:xfrm>
            <a:off x="457200" y="1268760"/>
            <a:ext cx="8229600" cy="13854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Hoy la tecnología nos ha permitido generar espacios de colaboración que no utilizábamos, permitiendo el intercambio de conocimiento y experiencia para generar soluciones innovadoras.</a:t>
            </a:r>
            <a:endParaRPr/>
          </a:p>
          <a:p>
            <a:pPr indent="0" lvl="0" marL="0" marR="0" rtl="0" algn="just">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De esta manera existen diferentes métodos que nos ayudan a organizar la información, entender profundamente una necesidad para desarrollar una solución que se ajuste a la problemática o necesidad.</a:t>
            </a:r>
            <a:endParaRPr/>
          </a:p>
        </p:txBody>
      </p:sp>
      <p:pic>
        <p:nvPicPr>
          <p:cNvPr descr="https://gremyo.com/wp-content/uploads/2014/09/Prototipa_y_aprende.jpg" id="494" name="Google Shape;494;g1350fa144cd_0_747"/>
          <p:cNvPicPr preferRelativeResize="0"/>
          <p:nvPr/>
        </p:nvPicPr>
        <p:blipFill rotWithShape="1">
          <a:blip r:embed="rId3">
            <a:alphaModFix/>
          </a:blip>
          <a:srcRect b="0" l="0" r="0" t="0"/>
          <a:stretch/>
        </p:blipFill>
        <p:spPr>
          <a:xfrm>
            <a:off x="518615" y="3448963"/>
            <a:ext cx="8168187" cy="255522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733814">
            <a:alpha val="0"/>
          </a:srgbClr>
        </a:solidFill>
      </p:bgPr>
    </p:bg>
    <p:spTree>
      <p:nvGrpSpPr>
        <p:cNvPr id="498" name="Shape 498"/>
        <p:cNvGrpSpPr/>
        <p:nvPr/>
      </p:nvGrpSpPr>
      <p:grpSpPr>
        <a:xfrm>
          <a:off x="0" y="0"/>
          <a:ext cx="0" cy="0"/>
          <a:chOff x="0" y="0"/>
          <a:chExt cx="0" cy="0"/>
        </a:xfrm>
      </p:grpSpPr>
      <p:sp>
        <p:nvSpPr>
          <p:cNvPr id="499" name="Google Shape;499;p16"/>
          <p:cNvSpPr txBox="1"/>
          <p:nvPr>
            <p:ph type="title"/>
          </p:nvPr>
        </p:nvSpPr>
        <p:spPr>
          <a:xfrm>
            <a:off x="457200" y="260991"/>
            <a:ext cx="8229600" cy="11430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1400"/>
              <a:buNone/>
            </a:pPr>
            <a:r>
              <a:rPr lang="es-ES"/>
              <a:t>DESIGN THINKING</a:t>
            </a:r>
            <a:endParaRPr/>
          </a:p>
        </p:txBody>
      </p:sp>
      <p:sp>
        <p:nvSpPr>
          <p:cNvPr id="500" name="Google Shape;500;p16"/>
          <p:cNvSpPr txBox="1"/>
          <p:nvPr/>
        </p:nvSpPr>
        <p:spPr>
          <a:xfrm>
            <a:off x="457200" y="1417638"/>
            <a:ext cx="8229600" cy="92333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Desing Thinking es un método para generar ideas innovadoras que centra su eficacia en entender y dar solución a las necesidades reales de los usuarios.  Los pasos de esta metodología son:</a:t>
            </a:r>
            <a:endParaRPr/>
          </a:p>
        </p:txBody>
      </p:sp>
      <p:pic>
        <p:nvPicPr>
          <p:cNvPr descr="Â¿En quÃ© consiste el proceso?" id="501" name="Google Shape;501;p16"/>
          <p:cNvPicPr preferRelativeResize="0"/>
          <p:nvPr/>
        </p:nvPicPr>
        <p:blipFill rotWithShape="1">
          <a:blip r:embed="rId3">
            <a:alphaModFix/>
          </a:blip>
          <a:srcRect b="0" l="0" r="0" t="0"/>
          <a:stretch/>
        </p:blipFill>
        <p:spPr>
          <a:xfrm>
            <a:off x="1583668" y="2617967"/>
            <a:ext cx="5976664" cy="280831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g1350fa144cd_0_740"/>
          <p:cNvSpPr txBox="1"/>
          <p:nvPr>
            <p:ph idx="1" type="body"/>
          </p:nvPr>
        </p:nvSpPr>
        <p:spPr>
          <a:xfrm>
            <a:off x="261092" y="458302"/>
            <a:ext cx="19755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Design Thinking</a:t>
            </a:r>
            <a:endParaRPr/>
          </a:p>
        </p:txBody>
      </p:sp>
      <p:sp>
        <p:nvSpPr>
          <p:cNvPr id="507" name="Google Shape;507;g1350fa144cd_0_740"/>
          <p:cNvSpPr txBox="1"/>
          <p:nvPr/>
        </p:nvSpPr>
        <p:spPr>
          <a:xfrm>
            <a:off x="457200" y="1417638"/>
            <a:ext cx="8229600" cy="16008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es-ES" sz="1400" u="none" cap="none" strike="noStrike">
                <a:solidFill>
                  <a:srgbClr val="000000"/>
                </a:solidFill>
                <a:latin typeface="Arial"/>
                <a:ea typeface="Arial"/>
                <a:cs typeface="Arial"/>
                <a:sym typeface="Arial"/>
              </a:rPr>
              <a:t>Empatía</a:t>
            </a:r>
            <a:endParaRPr/>
          </a:p>
          <a:p>
            <a:pPr indent="0" lvl="0" marL="0" marR="0" rtl="0" algn="just">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El proceso de Design Thinking comienza con una profunda comprensión de las necesidades de los usuarios implicados en la solución que estemos desarrollando, y también de su entorno. Debemos ser capaces de ponernos en la piel de dichas personas para ser capaces de generar soluciones consecuentes con sus realidades.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http://ministeriojuvenil.com/wp-content/uploads/2012/09/Love-Your-Neighbor-As-Yourself-620x4611.png" id="508" name="Google Shape;508;g1350fa144cd_0_740"/>
          <p:cNvPicPr preferRelativeResize="0"/>
          <p:nvPr/>
        </p:nvPicPr>
        <p:blipFill rotWithShape="1">
          <a:blip r:embed="rId3">
            <a:alphaModFix/>
          </a:blip>
          <a:srcRect b="0" l="0" r="0" t="0"/>
          <a:stretch/>
        </p:blipFill>
        <p:spPr>
          <a:xfrm>
            <a:off x="2891740" y="3343769"/>
            <a:ext cx="3360519" cy="249638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733814">
            <a:alpha val="0"/>
          </a:srgbClr>
        </a:solidFill>
      </p:bgPr>
    </p:bg>
    <p:spTree>
      <p:nvGrpSpPr>
        <p:cNvPr id="512" name="Shape 512"/>
        <p:cNvGrpSpPr/>
        <p:nvPr/>
      </p:nvGrpSpPr>
      <p:grpSpPr>
        <a:xfrm>
          <a:off x="0" y="0"/>
          <a:ext cx="0" cy="0"/>
          <a:chOff x="0" y="0"/>
          <a:chExt cx="0" cy="0"/>
        </a:xfrm>
      </p:grpSpPr>
      <p:sp>
        <p:nvSpPr>
          <p:cNvPr id="513" name="Google Shape;513;p27"/>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1400"/>
              <a:buNone/>
            </a:pPr>
            <a:r>
              <a:rPr lang="es-ES"/>
              <a:t>DESIGN THINKING</a:t>
            </a:r>
            <a:endParaRPr/>
          </a:p>
        </p:txBody>
      </p:sp>
      <p:sp>
        <p:nvSpPr>
          <p:cNvPr id="514" name="Google Shape;514;p27"/>
          <p:cNvSpPr txBox="1"/>
          <p:nvPr/>
        </p:nvSpPr>
        <p:spPr>
          <a:xfrm>
            <a:off x="457200" y="1417638"/>
            <a:ext cx="8229600" cy="160043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es-ES" sz="1400" u="none" cap="none" strike="noStrike">
                <a:solidFill>
                  <a:srgbClr val="000000"/>
                </a:solidFill>
                <a:latin typeface="Arial"/>
                <a:ea typeface="Arial"/>
                <a:cs typeface="Arial"/>
                <a:sym typeface="Arial"/>
              </a:rPr>
              <a:t>Definición</a:t>
            </a:r>
            <a:endParaRPr/>
          </a:p>
          <a:p>
            <a:pPr indent="0" lvl="0" marL="0" marR="0" rtl="0" algn="just">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Durante la etapa de Definición, debemos depurar la información recopilada durante la fase de empatía y quedarnos con lo que realmente aporta valor y nos lleva al alcance de nuevas perspectivas interesantes. Identificaremos problemas cuyas soluciones serán clave para la obtención de un resultado innovador.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https://cdn-images-1.medium.com/max/2000/1*hd5kaCMTFYgrd2a_rw5EPQ.jpeg" id="515" name="Google Shape;515;p27"/>
          <p:cNvPicPr preferRelativeResize="0"/>
          <p:nvPr/>
        </p:nvPicPr>
        <p:blipFill rotWithShape="1">
          <a:blip r:embed="rId3">
            <a:alphaModFix/>
          </a:blip>
          <a:srcRect b="0" l="0" r="0" t="0"/>
          <a:stretch/>
        </p:blipFill>
        <p:spPr>
          <a:xfrm>
            <a:off x="2227485" y="3464588"/>
            <a:ext cx="4689030" cy="25567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g1350fa144cd_0_754"/>
          <p:cNvSpPr txBox="1"/>
          <p:nvPr>
            <p:ph idx="1" type="body"/>
          </p:nvPr>
        </p:nvSpPr>
        <p:spPr>
          <a:xfrm>
            <a:off x="261092" y="458302"/>
            <a:ext cx="19755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Design Thinking</a:t>
            </a:r>
            <a:endParaRPr/>
          </a:p>
        </p:txBody>
      </p:sp>
      <p:sp>
        <p:nvSpPr>
          <p:cNvPr id="521" name="Google Shape;521;g1350fa144cd_0_754"/>
          <p:cNvSpPr txBox="1"/>
          <p:nvPr/>
        </p:nvSpPr>
        <p:spPr>
          <a:xfrm>
            <a:off x="457200" y="1417638"/>
            <a:ext cx="8229600" cy="13854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es-ES" sz="1400" u="none" cap="none" strike="noStrike">
                <a:solidFill>
                  <a:srgbClr val="000000"/>
                </a:solidFill>
                <a:latin typeface="Arial"/>
                <a:ea typeface="Arial"/>
                <a:cs typeface="Arial"/>
                <a:sym typeface="Arial"/>
              </a:rPr>
              <a:t>Idea</a:t>
            </a:r>
            <a:endParaRPr/>
          </a:p>
          <a:p>
            <a:pPr indent="0" lvl="0" marL="0" marR="0" rtl="0" algn="just">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La etapa de Idea tiene como objetivo la generación de un sinfín de opciones. No debemos quedarnos con la primera idea que se nos ocurra. En esta fase, las actividades favorecen el pensamiento expansivo y debemos eliminar los juicios de valor. A veces, las ideas más estrambóticas son las que generan soluciones visionarias.</a:t>
            </a:r>
            <a:endParaRPr b="0" i="0" sz="1400" u="none" cap="none" strike="noStrike">
              <a:solidFill>
                <a:srgbClr val="000000"/>
              </a:solidFill>
              <a:latin typeface="Arial"/>
              <a:ea typeface="Arial"/>
              <a:cs typeface="Arial"/>
              <a:sym typeface="Arial"/>
            </a:endParaRPr>
          </a:p>
        </p:txBody>
      </p:sp>
      <p:pic>
        <p:nvPicPr>
          <p:cNvPr descr="https://vivirdeingresospasivos.net/wp-content/uploads/2016/07/ideas-1.jpg" id="522" name="Google Shape;522;g1350fa144cd_0_754"/>
          <p:cNvPicPr preferRelativeResize="0"/>
          <p:nvPr/>
        </p:nvPicPr>
        <p:blipFill rotWithShape="1">
          <a:blip r:embed="rId3">
            <a:alphaModFix/>
          </a:blip>
          <a:srcRect b="0" l="0" r="0" t="0"/>
          <a:stretch/>
        </p:blipFill>
        <p:spPr>
          <a:xfrm>
            <a:off x="107504" y="3448962"/>
            <a:ext cx="7459515" cy="224278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733814">
            <a:alpha val="0"/>
          </a:srgbClr>
        </a:solidFill>
      </p:bgPr>
    </p:bg>
    <p:spTree>
      <p:nvGrpSpPr>
        <p:cNvPr id="526" name="Shape 526"/>
        <p:cNvGrpSpPr/>
        <p:nvPr/>
      </p:nvGrpSpPr>
      <p:grpSpPr>
        <a:xfrm>
          <a:off x="0" y="0"/>
          <a:ext cx="0" cy="0"/>
          <a:chOff x="0" y="0"/>
          <a:chExt cx="0" cy="0"/>
        </a:xfrm>
      </p:grpSpPr>
      <p:sp>
        <p:nvSpPr>
          <p:cNvPr id="527" name="Google Shape;527;p33"/>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1400"/>
              <a:buNone/>
            </a:pPr>
            <a:r>
              <a:rPr lang="es-ES"/>
              <a:t>DESIGN THINKING</a:t>
            </a:r>
            <a:endParaRPr/>
          </a:p>
        </p:txBody>
      </p:sp>
      <p:sp>
        <p:nvSpPr>
          <p:cNvPr id="528" name="Google Shape;528;p33"/>
          <p:cNvSpPr txBox="1"/>
          <p:nvPr/>
        </p:nvSpPr>
        <p:spPr>
          <a:xfrm>
            <a:off x="457200" y="1417638"/>
            <a:ext cx="8229600" cy="138499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es-ES" sz="1400" u="none" cap="none" strike="noStrike">
                <a:solidFill>
                  <a:srgbClr val="000000"/>
                </a:solidFill>
                <a:latin typeface="Arial"/>
                <a:ea typeface="Arial"/>
                <a:cs typeface="Arial"/>
                <a:sym typeface="Arial"/>
              </a:rPr>
              <a:t>Prototipo </a:t>
            </a:r>
            <a:endParaRPr/>
          </a:p>
          <a:p>
            <a:pPr indent="0" lvl="0" marL="0" marR="0" rtl="0" algn="just">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En la etapa de Prototipado volvemos las ideas realidad. Construir prototipos hace las ideas palpables y nos ayuda a visualizar las posibles soluciones, poniendo de manifiesto elementos que debemos mejorar o refinar antes de llegar al resultado final.</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http://www.reasonwhy.es/sites/default/files/Prototipo-iWatch-Todd-Hamilton-boceto-ReasonWhy.es_.jpg" id="529" name="Google Shape;529;p33"/>
          <p:cNvPicPr preferRelativeResize="0"/>
          <p:nvPr/>
        </p:nvPicPr>
        <p:blipFill rotWithShape="1">
          <a:blip r:embed="rId3">
            <a:alphaModFix/>
          </a:blip>
          <a:srcRect b="0" l="0" r="0" t="0"/>
          <a:stretch/>
        </p:blipFill>
        <p:spPr>
          <a:xfrm>
            <a:off x="2843808" y="3166926"/>
            <a:ext cx="3895109" cy="292133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g1350fa144cd_0_758"/>
          <p:cNvSpPr txBox="1"/>
          <p:nvPr>
            <p:ph idx="1" type="body"/>
          </p:nvPr>
        </p:nvSpPr>
        <p:spPr>
          <a:xfrm>
            <a:off x="261092" y="458302"/>
            <a:ext cx="19755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Design Thinking</a:t>
            </a:r>
            <a:endParaRPr/>
          </a:p>
        </p:txBody>
      </p:sp>
      <p:sp>
        <p:nvSpPr>
          <p:cNvPr id="535" name="Google Shape;535;g1350fa144cd_0_758"/>
          <p:cNvSpPr txBox="1"/>
          <p:nvPr/>
        </p:nvSpPr>
        <p:spPr>
          <a:xfrm>
            <a:off x="457200" y="1268760"/>
            <a:ext cx="8229600" cy="16008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1" i="0" lang="es-ES" sz="1400" u="none" cap="none" strike="noStrike">
                <a:solidFill>
                  <a:srgbClr val="000000"/>
                </a:solidFill>
                <a:latin typeface="Arial"/>
                <a:ea typeface="Arial"/>
                <a:cs typeface="Arial"/>
                <a:sym typeface="Arial"/>
              </a:rPr>
              <a:t>Test</a:t>
            </a:r>
            <a:endParaRPr/>
          </a:p>
          <a:p>
            <a:pPr indent="0" lvl="0" marL="0" marR="0" rtl="0" algn="just">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Durante la fase de Testeo, probaremos nuestros prototipos con los usuarios implicados en la solución que estemos desarrollando. Esta fase es crucial, y nos ayudará a identificar mejoras significativas, fallos a resolver, posibles carencias. Durante esta fase evolucionaremos nuestra idea hasta convertirla en la solución que estábamos buscando.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http://d3gtswiihfkcji.cloudfront.net/uploads/2016/03/22105427/psychometrictest.jpg" id="536" name="Google Shape;536;g1350fa144cd_0_758"/>
          <p:cNvPicPr preferRelativeResize="0"/>
          <p:nvPr/>
        </p:nvPicPr>
        <p:blipFill rotWithShape="1">
          <a:blip r:embed="rId3">
            <a:alphaModFix/>
          </a:blip>
          <a:srcRect b="0" l="0" r="0" t="0"/>
          <a:stretch/>
        </p:blipFill>
        <p:spPr>
          <a:xfrm>
            <a:off x="2699792" y="3284984"/>
            <a:ext cx="3744416" cy="279154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g1350fa144cd_0_118"/>
          <p:cNvSpPr txBox="1"/>
          <p:nvPr>
            <p:ph type="title"/>
          </p:nvPr>
        </p:nvSpPr>
        <p:spPr>
          <a:xfrm>
            <a:off x="601284" y="4994314"/>
            <a:ext cx="2751000" cy="1246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Herramientas del pensamiento de diseño</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pic>
        <p:nvPicPr>
          <p:cNvPr id="546" name="Google Shape;546;g1350fa144cd_0_818"/>
          <p:cNvPicPr preferRelativeResize="0"/>
          <p:nvPr/>
        </p:nvPicPr>
        <p:blipFill>
          <a:blip r:embed="rId3">
            <a:alphaModFix/>
          </a:blip>
          <a:stretch>
            <a:fillRect/>
          </a:stretch>
        </p:blipFill>
        <p:spPr>
          <a:xfrm>
            <a:off x="7096125" y="0"/>
            <a:ext cx="2047875" cy="628650"/>
          </a:xfrm>
          <a:prstGeom prst="rect">
            <a:avLst/>
          </a:prstGeom>
          <a:noFill/>
          <a:ln>
            <a:noFill/>
          </a:ln>
        </p:spPr>
      </p:pic>
      <p:sp>
        <p:nvSpPr>
          <p:cNvPr id="547" name="Google Shape;547;g1350fa144cd_0_818"/>
          <p:cNvSpPr txBox="1"/>
          <p:nvPr/>
        </p:nvSpPr>
        <p:spPr>
          <a:xfrm>
            <a:off x="-652525" y="228167"/>
            <a:ext cx="6285900" cy="538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ES" sz="2300">
                <a:latin typeface="Comfortaa"/>
                <a:ea typeface="Comfortaa"/>
                <a:cs typeface="Comfortaa"/>
                <a:sym typeface="Comfortaa"/>
              </a:rPr>
              <a:t>Definir el problema</a:t>
            </a:r>
            <a:endParaRPr sz="2300">
              <a:latin typeface="Comfortaa"/>
              <a:ea typeface="Comfortaa"/>
              <a:cs typeface="Comfortaa"/>
              <a:sym typeface="Comfortaa"/>
            </a:endParaRPr>
          </a:p>
        </p:txBody>
      </p:sp>
      <p:pic>
        <p:nvPicPr>
          <p:cNvPr id="548" name="Google Shape;548;g1350fa144cd_0_818"/>
          <p:cNvPicPr preferRelativeResize="0"/>
          <p:nvPr/>
        </p:nvPicPr>
        <p:blipFill>
          <a:blip r:embed="rId4">
            <a:alphaModFix/>
          </a:blip>
          <a:stretch>
            <a:fillRect/>
          </a:stretch>
        </p:blipFill>
        <p:spPr>
          <a:xfrm>
            <a:off x="2325700" y="1459633"/>
            <a:ext cx="5387176" cy="35824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pic>
        <p:nvPicPr>
          <p:cNvPr id="553" name="Google Shape;553;g1350fa144cd_0_824"/>
          <p:cNvPicPr preferRelativeResize="0"/>
          <p:nvPr/>
        </p:nvPicPr>
        <p:blipFill>
          <a:blip r:embed="rId3">
            <a:alphaModFix/>
          </a:blip>
          <a:stretch>
            <a:fillRect/>
          </a:stretch>
        </p:blipFill>
        <p:spPr>
          <a:xfrm>
            <a:off x="7096125" y="0"/>
            <a:ext cx="2047875" cy="628650"/>
          </a:xfrm>
          <a:prstGeom prst="rect">
            <a:avLst/>
          </a:prstGeom>
          <a:noFill/>
          <a:ln>
            <a:noFill/>
          </a:ln>
        </p:spPr>
      </p:pic>
      <p:sp>
        <p:nvSpPr>
          <p:cNvPr id="554" name="Google Shape;554;g1350fa144cd_0_824"/>
          <p:cNvSpPr txBox="1"/>
          <p:nvPr/>
        </p:nvSpPr>
        <p:spPr>
          <a:xfrm>
            <a:off x="-652525" y="228167"/>
            <a:ext cx="6285900" cy="538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ES" sz="2300">
                <a:latin typeface="Comfortaa"/>
                <a:ea typeface="Comfortaa"/>
                <a:cs typeface="Comfortaa"/>
                <a:sym typeface="Comfortaa"/>
              </a:rPr>
              <a:t>Definir el problema</a:t>
            </a:r>
            <a:endParaRPr sz="2300">
              <a:latin typeface="Comfortaa"/>
              <a:ea typeface="Comfortaa"/>
              <a:cs typeface="Comfortaa"/>
              <a:sym typeface="Comfortaa"/>
            </a:endParaRPr>
          </a:p>
        </p:txBody>
      </p:sp>
      <p:pic>
        <p:nvPicPr>
          <p:cNvPr id="555" name="Google Shape;555;g1350fa144cd_0_824"/>
          <p:cNvPicPr preferRelativeResize="0"/>
          <p:nvPr/>
        </p:nvPicPr>
        <p:blipFill>
          <a:blip r:embed="rId4">
            <a:alphaModFix/>
          </a:blip>
          <a:stretch>
            <a:fillRect/>
          </a:stretch>
        </p:blipFill>
        <p:spPr>
          <a:xfrm>
            <a:off x="6290250" y="4415333"/>
            <a:ext cx="2530600" cy="1682850"/>
          </a:xfrm>
          <a:prstGeom prst="rect">
            <a:avLst/>
          </a:prstGeom>
          <a:noFill/>
          <a:ln>
            <a:noFill/>
          </a:ln>
        </p:spPr>
      </p:pic>
      <p:sp>
        <p:nvSpPr>
          <p:cNvPr id="556" name="Google Shape;556;g1350fa144cd_0_824"/>
          <p:cNvSpPr txBox="1"/>
          <p:nvPr/>
        </p:nvSpPr>
        <p:spPr>
          <a:xfrm>
            <a:off x="469450" y="1169833"/>
            <a:ext cx="8427600" cy="2719200"/>
          </a:xfrm>
          <a:prstGeom prst="rect">
            <a:avLst/>
          </a:prstGeom>
          <a:noFill/>
          <a:ln>
            <a:noFill/>
          </a:ln>
        </p:spPr>
        <p:txBody>
          <a:bodyPr anchorCtr="0" anchor="t" bIns="91425" lIns="91425" spcFirstLastPara="1" rIns="91425" wrap="square" tIns="91425">
            <a:spAutoFit/>
          </a:bodyPr>
          <a:lstStyle/>
          <a:p>
            <a:pPr indent="-250825" lvl="0" marL="457200" rtl="0" algn="l">
              <a:lnSpc>
                <a:spcPct val="166666"/>
              </a:lnSpc>
              <a:spcBef>
                <a:spcPts val="300"/>
              </a:spcBef>
              <a:spcAft>
                <a:spcPts val="0"/>
              </a:spcAft>
              <a:buClr>
                <a:srgbClr val="333333"/>
              </a:buClr>
              <a:buSzPts val="350"/>
              <a:buChar char="●"/>
            </a:pPr>
            <a:r>
              <a:rPr lang="es-ES" sz="1300">
                <a:latin typeface="Comfortaa"/>
                <a:ea typeface="Comfortaa"/>
                <a:cs typeface="Comfortaa"/>
                <a:sym typeface="Comfortaa"/>
              </a:rPr>
              <a:t>Desde la perspectiva del usuario</a:t>
            </a:r>
            <a:endParaRPr sz="1300">
              <a:latin typeface="Comfortaa"/>
              <a:ea typeface="Comfortaa"/>
              <a:cs typeface="Comfortaa"/>
              <a:sym typeface="Comfortaa"/>
            </a:endParaRPr>
          </a:p>
          <a:p>
            <a:pPr indent="-250825" lvl="0" marL="457200" rtl="0" algn="l">
              <a:lnSpc>
                <a:spcPct val="166666"/>
              </a:lnSpc>
              <a:spcBef>
                <a:spcPts val="0"/>
              </a:spcBef>
              <a:spcAft>
                <a:spcPts val="0"/>
              </a:spcAft>
              <a:buClr>
                <a:srgbClr val="333333"/>
              </a:buClr>
              <a:buSzPts val="350"/>
              <a:buChar char="●"/>
            </a:pPr>
            <a:r>
              <a:rPr lang="es-ES" sz="1300">
                <a:latin typeface="Comfortaa"/>
                <a:ea typeface="Comfortaa"/>
                <a:cs typeface="Comfortaa"/>
                <a:sym typeface="Comfortaa"/>
              </a:rPr>
              <a:t>Desde la perspectiva del investigador</a:t>
            </a:r>
            <a:endParaRPr sz="1300">
              <a:latin typeface="Comfortaa"/>
              <a:ea typeface="Comfortaa"/>
              <a:cs typeface="Comfortaa"/>
              <a:sym typeface="Comfortaa"/>
            </a:endParaRPr>
          </a:p>
          <a:p>
            <a:pPr indent="-250825" lvl="0" marL="457200" rtl="0" algn="l">
              <a:lnSpc>
                <a:spcPct val="166666"/>
              </a:lnSpc>
              <a:spcBef>
                <a:spcPts val="0"/>
              </a:spcBef>
              <a:spcAft>
                <a:spcPts val="0"/>
              </a:spcAft>
              <a:buClr>
                <a:srgbClr val="333333"/>
              </a:buClr>
              <a:buSzPts val="350"/>
              <a:buChar char="●"/>
            </a:pPr>
            <a:r>
              <a:rPr lang="es-ES" sz="1300">
                <a:latin typeface="Comfortaa"/>
                <a:ea typeface="Comfortaa"/>
                <a:cs typeface="Comfortaa"/>
                <a:sym typeface="Comfortaa"/>
              </a:rPr>
              <a:t>Basado en las 4 Ws (Inglés)—who, what, where, and why: </a:t>
            </a:r>
            <a:endParaRPr sz="1300">
              <a:latin typeface="Comfortaa"/>
              <a:ea typeface="Comfortaa"/>
              <a:cs typeface="Comfortaa"/>
              <a:sym typeface="Comfortaa"/>
            </a:endParaRPr>
          </a:p>
          <a:p>
            <a:pPr indent="-250825" lvl="0" marL="457200" rtl="0" algn="l">
              <a:lnSpc>
                <a:spcPct val="166666"/>
              </a:lnSpc>
              <a:spcBef>
                <a:spcPts val="0"/>
              </a:spcBef>
              <a:spcAft>
                <a:spcPts val="0"/>
              </a:spcAft>
              <a:buClr>
                <a:srgbClr val="333333"/>
              </a:buClr>
              <a:buSzPts val="350"/>
              <a:buChar char="●"/>
            </a:pPr>
            <a:r>
              <a:t/>
            </a:r>
            <a:endParaRPr sz="1300">
              <a:latin typeface="Comfortaa"/>
              <a:ea typeface="Comfortaa"/>
              <a:cs typeface="Comfortaa"/>
              <a:sym typeface="Comfortaa"/>
            </a:endParaRPr>
          </a:p>
          <a:p>
            <a:pPr indent="-250825" lvl="0" marL="457200" rtl="0" algn="l">
              <a:lnSpc>
                <a:spcPct val="166666"/>
              </a:lnSpc>
              <a:spcBef>
                <a:spcPts val="0"/>
              </a:spcBef>
              <a:spcAft>
                <a:spcPts val="0"/>
              </a:spcAft>
              <a:buClr>
                <a:srgbClr val="333333"/>
              </a:buClr>
              <a:buSzPts val="350"/>
              <a:buChar char="●"/>
            </a:pPr>
            <a:r>
              <a:rPr lang="es-ES" sz="1300">
                <a:latin typeface="Comfortaa"/>
                <a:ea typeface="Comfortaa"/>
                <a:cs typeface="Comfortaa"/>
                <a:sym typeface="Comfortaa"/>
              </a:rPr>
              <a:t>“Our young working professional struggles to eat healthily during the week because she is working long hours. Our solution should deliver a quick and easy way for her to procure ingredients and prepare healthy meals that she can take to work.”</a:t>
            </a:r>
            <a:endParaRPr sz="1300">
              <a:latin typeface="Comfortaa"/>
              <a:ea typeface="Comfortaa"/>
              <a:cs typeface="Comfortaa"/>
              <a:sym typeface="Comfortaa"/>
            </a:endParaRPr>
          </a:p>
          <a:p>
            <a:pPr indent="-241300" lvl="0" marL="457200" rtl="0" algn="l">
              <a:lnSpc>
                <a:spcPct val="166666"/>
              </a:lnSpc>
              <a:spcBef>
                <a:spcPts val="0"/>
              </a:spcBef>
              <a:spcAft>
                <a:spcPts val="0"/>
              </a:spcAft>
              <a:buClr>
                <a:srgbClr val="333333"/>
              </a:buClr>
              <a:buSzPts val="200"/>
              <a:buChar char="●"/>
            </a:pPr>
            <a:r>
              <a:t/>
            </a:r>
            <a:endParaRPr sz="1300">
              <a:latin typeface="Comfortaa"/>
              <a:ea typeface="Comfortaa"/>
              <a:cs typeface="Comfortaa"/>
              <a:sym typeface="Comfortaa"/>
            </a:endParaRPr>
          </a:p>
        </p:txBody>
      </p:sp>
      <p:pic>
        <p:nvPicPr>
          <p:cNvPr id="557" name="Google Shape;557;g1350fa144cd_0_824"/>
          <p:cNvPicPr preferRelativeResize="0"/>
          <p:nvPr/>
        </p:nvPicPr>
        <p:blipFill>
          <a:blip r:embed="rId5">
            <a:alphaModFix/>
          </a:blip>
          <a:stretch>
            <a:fillRect/>
          </a:stretch>
        </p:blipFill>
        <p:spPr>
          <a:xfrm>
            <a:off x="219422" y="4615696"/>
            <a:ext cx="5906100" cy="13823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g1350fa144cd_0_762"/>
          <p:cNvSpPr txBox="1"/>
          <p:nvPr>
            <p:ph idx="1" type="body"/>
          </p:nvPr>
        </p:nvSpPr>
        <p:spPr>
          <a:xfrm>
            <a:off x="261092" y="458302"/>
            <a:ext cx="19755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Design Thinking</a:t>
            </a:r>
            <a:endParaRPr/>
          </a:p>
        </p:txBody>
      </p:sp>
      <p:sp>
        <p:nvSpPr>
          <p:cNvPr id="563" name="Google Shape;563;g1350fa144cd_0_762"/>
          <p:cNvSpPr txBox="1"/>
          <p:nvPr/>
        </p:nvSpPr>
        <p:spPr>
          <a:xfrm>
            <a:off x="282250" y="1436633"/>
            <a:ext cx="8718900" cy="538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ES" sz="2300">
                <a:latin typeface="Comfortaa"/>
                <a:ea typeface="Comfortaa"/>
                <a:cs typeface="Comfortaa"/>
                <a:sym typeface="Comfortaa"/>
              </a:rPr>
              <a:t>Construyamos un mapa de empatía</a:t>
            </a:r>
            <a:endParaRPr sz="2300">
              <a:latin typeface="Comfortaa"/>
              <a:ea typeface="Comfortaa"/>
              <a:cs typeface="Comfortaa"/>
              <a:sym typeface="Comfortaa"/>
            </a:endParaRPr>
          </a:p>
        </p:txBody>
      </p:sp>
      <p:pic>
        <p:nvPicPr>
          <p:cNvPr id="564" name="Google Shape;564;g1350fa144cd_0_762"/>
          <p:cNvPicPr preferRelativeResize="0"/>
          <p:nvPr/>
        </p:nvPicPr>
        <p:blipFill>
          <a:blip r:embed="rId3">
            <a:alphaModFix/>
          </a:blip>
          <a:stretch>
            <a:fillRect/>
          </a:stretch>
        </p:blipFill>
        <p:spPr>
          <a:xfrm>
            <a:off x="3444550" y="2562167"/>
            <a:ext cx="2476500" cy="24669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g1350fa144cd_0_788"/>
          <p:cNvSpPr txBox="1"/>
          <p:nvPr>
            <p:ph idx="1" type="body"/>
          </p:nvPr>
        </p:nvSpPr>
        <p:spPr>
          <a:xfrm>
            <a:off x="261092" y="458302"/>
            <a:ext cx="19755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Design Thinking</a:t>
            </a:r>
            <a:endParaRPr/>
          </a:p>
        </p:txBody>
      </p:sp>
      <p:sp>
        <p:nvSpPr>
          <p:cNvPr id="570" name="Google Shape;570;g1350fa144cd_0_788"/>
          <p:cNvSpPr txBox="1"/>
          <p:nvPr/>
        </p:nvSpPr>
        <p:spPr>
          <a:xfrm>
            <a:off x="185675" y="1447367"/>
            <a:ext cx="6285900" cy="538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ES" sz="2300">
                <a:latin typeface="Comfortaa"/>
                <a:ea typeface="Comfortaa"/>
                <a:cs typeface="Comfortaa"/>
                <a:sym typeface="Comfortaa"/>
              </a:rPr>
              <a:t>Construyamos un mapa de empatía</a:t>
            </a:r>
            <a:endParaRPr sz="2300">
              <a:latin typeface="Comfortaa"/>
              <a:ea typeface="Comfortaa"/>
              <a:cs typeface="Comfortaa"/>
              <a:sym typeface="Comfortaa"/>
            </a:endParaRPr>
          </a:p>
        </p:txBody>
      </p:sp>
      <p:pic>
        <p:nvPicPr>
          <p:cNvPr id="571" name="Google Shape;571;g1350fa144cd_0_788"/>
          <p:cNvPicPr preferRelativeResize="0"/>
          <p:nvPr/>
        </p:nvPicPr>
        <p:blipFill>
          <a:blip r:embed="rId3">
            <a:alphaModFix/>
          </a:blip>
          <a:stretch>
            <a:fillRect/>
          </a:stretch>
        </p:blipFill>
        <p:spPr>
          <a:xfrm>
            <a:off x="1722025" y="2229433"/>
            <a:ext cx="5809816" cy="41287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g1350fa144cd_0_766"/>
          <p:cNvSpPr txBox="1"/>
          <p:nvPr>
            <p:ph idx="1" type="body"/>
          </p:nvPr>
        </p:nvSpPr>
        <p:spPr>
          <a:xfrm>
            <a:off x="261092" y="458302"/>
            <a:ext cx="19755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Design Thinking</a:t>
            </a:r>
            <a:endParaRPr/>
          </a:p>
        </p:txBody>
      </p:sp>
      <p:sp>
        <p:nvSpPr>
          <p:cNvPr id="577" name="Google Shape;577;g1350fa144cd_0_766"/>
          <p:cNvSpPr txBox="1"/>
          <p:nvPr/>
        </p:nvSpPr>
        <p:spPr>
          <a:xfrm>
            <a:off x="871475" y="1294967"/>
            <a:ext cx="6285900" cy="538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ES" sz="2300">
                <a:latin typeface="Comfortaa"/>
                <a:ea typeface="Comfortaa"/>
                <a:cs typeface="Comfortaa"/>
                <a:sym typeface="Comfortaa"/>
              </a:rPr>
              <a:t>Construyamos un mapa de empatía</a:t>
            </a:r>
            <a:endParaRPr sz="2300">
              <a:latin typeface="Comfortaa"/>
              <a:ea typeface="Comfortaa"/>
              <a:cs typeface="Comfortaa"/>
              <a:sym typeface="Comfortaa"/>
            </a:endParaRPr>
          </a:p>
        </p:txBody>
      </p:sp>
      <p:pic>
        <p:nvPicPr>
          <p:cNvPr id="578" name="Google Shape;578;g1350fa144cd_0_766"/>
          <p:cNvPicPr preferRelativeResize="0"/>
          <p:nvPr/>
        </p:nvPicPr>
        <p:blipFill>
          <a:blip r:embed="rId3">
            <a:alphaModFix/>
          </a:blip>
          <a:stretch>
            <a:fillRect/>
          </a:stretch>
        </p:blipFill>
        <p:spPr>
          <a:xfrm>
            <a:off x="1807250" y="2034233"/>
            <a:ext cx="5838672" cy="41287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g1350fa144cd_0_796"/>
          <p:cNvSpPr txBox="1"/>
          <p:nvPr>
            <p:ph idx="1" type="body"/>
          </p:nvPr>
        </p:nvSpPr>
        <p:spPr>
          <a:xfrm>
            <a:off x="261092" y="458302"/>
            <a:ext cx="19755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Design Thinking</a:t>
            </a:r>
            <a:endParaRPr/>
          </a:p>
        </p:txBody>
      </p:sp>
      <p:sp>
        <p:nvSpPr>
          <p:cNvPr id="584" name="Google Shape;584;g1350fa144cd_0_796"/>
          <p:cNvSpPr txBox="1"/>
          <p:nvPr/>
        </p:nvSpPr>
        <p:spPr>
          <a:xfrm>
            <a:off x="1023875" y="1294967"/>
            <a:ext cx="6285900" cy="538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ES" sz="2300">
                <a:latin typeface="Comfortaa"/>
                <a:ea typeface="Comfortaa"/>
                <a:cs typeface="Comfortaa"/>
                <a:sym typeface="Comfortaa"/>
              </a:rPr>
              <a:t>Construyamos un mapa de empatía</a:t>
            </a:r>
            <a:endParaRPr sz="2300">
              <a:latin typeface="Comfortaa"/>
              <a:ea typeface="Comfortaa"/>
              <a:cs typeface="Comfortaa"/>
              <a:sym typeface="Comfortaa"/>
            </a:endParaRPr>
          </a:p>
        </p:txBody>
      </p:sp>
      <p:pic>
        <p:nvPicPr>
          <p:cNvPr id="585" name="Google Shape;585;g1350fa144cd_0_796"/>
          <p:cNvPicPr preferRelativeResize="0"/>
          <p:nvPr/>
        </p:nvPicPr>
        <p:blipFill>
          <a:blip r:embed="rId3">
            <a:alphaModFix/>
          </a:blip>
          <a:stretch>
            <a:fillRect/>
          </a:stretch>
        </p:blipFill>
        <p:spPr>
          <a:xfrm>
            <a:off x="1951675" y="2020300"/>
            <a:ext cx="5820966" cy="412697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g1350fa144cd_0_770"/>
          <p:cNvSpPr txBox="1"/>
          <p:nvPr>
            <p:ph idx="1" type="body"/>
          </p:nvPr>
        </p:nvSpPr>
        <p:spPr>
          <a:xfrm>
            <a:off x="261092" y="458302"/>
            <a:ext cx="19755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Design Thinking</a:t>
            </a:r>
            <a:endParaRPr/>
          </a:p>
        </p:txBody>
      </p:sp>
      <p:sp>
        <p:nvSpPr>
          <p:cNvPr id="591" name="Google Shape;591;g1350fa144cd_0_770"/>
          <p:cNvSpPr txBox="1"/>
          <p:nvPr/>
        </p:nvSpPr>
        <p:spPr>
          <a:xfrm>
            <a:off x="1557275" y="1391604"/>
            <a:ext cx="62859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ES" sz="2300">
                <a:latin typeface="Comfortaa"/>
                <a:ea typeface="Comfortaa"/>
                <a:cs typeface="Comfortaa"/>
                <a:sym typeface="Comfortaa"/>
              </a:rPr>
              <a:t>El viaje del usuario: Identifiquemos puntos de mejora</a:t>
            </a:r>
            <a:endParaRPr sz="2300">
              <a:latin typeface="Comfortaa"/>
              <a:ea typeface="Comfortaa"/>
              <a:cs typeface="Comfortaa"/>
              <a:sym typeface="Comfortaa"/>
            </a:endParaRPr>
          </a:p>
        </p:txBody>
      </p:sp>
      <p:pic>
        <p:nvPicPr>
          <p:cNvPr id="592" name="Google Shape;592;g1350fa144cd_0_770"/>
          <p:cNvPicPr preferRelativeResize="0"/>
          <p:nvPr/>
        </p:nvPicPr>
        <p:blipFill>
          <a:blip r:embed="rId3">
            <a:alphaModFix/>
          </a:blip>
          <a:stretch>
            <a:fillRect/>
          </a:stretch>
        </p:blipFill>
        <p:spPr>
          <a:xfrm>
            <a:off x="152400" y="2124833"/>
            <a:ext cx="8839202" cy="39500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pic>
        <p:nvPicPr>
          <p:cNvPr id="597" name="Google Shape;597;g1350fa144cd_0_380"/>
          <p:cNvPicPr preferRelativeResize="0"/>
          <p:nvPr/>
        </p:nvPicPr>
        <p:blipFill>
          <a:blip r:embed="rId3">
            <a:alphaModFix/>
          </a:blip>
          <a:stretch>
            <a:fillRect/>
          </a:stretch>
        </p:blipFill>
        <p:spPr>
          <a:xfrm>
            <a:off x="7096125" y="0"/>
            <a:ext cx="2047875" cy="628650"/>
          </a:xfrm>
          <a:prstGeom prst="rect">
            <a:avLst/>
          </a:prstGeom>
          <a:noFill/>
          <a:ln>
            <a:noFill/>
          </a:ln>
        </p:spPr>
      </p:pic>
      <p:sp>
        <p:nvSpPr>
          <p:cNvPr id="598" name="Google Shape;598;g1350fa144cd_0_380"/>
          <p:cNvSpPr txBox="1"/>
          <p:nvPr/>
        </p:nvSpPr>
        <p:spPr>
          <a:xfrm>
            <a:off x="185675" y="228167"/>
            <a:ext cx="6285900" cy="538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ES" sz="2300">
                <a:latin typeface="Comfortaa"/>
                <a:ea typeface="Comfortaa"/>
                <a:cs typeface="Comfortaa"/>
                <a:sym typeface="Comfortaa"/>
              </a:rPr>
              <a:t>Construyamos un mapa de empatía</a:t>
            </a:r>
            <a:endParaRPr sz="2300">
              <a:latin typeface="Comfortaa"/>
              <a:ea typeface="Comfortaa"/>
              <a:cs typeface="Comfortaa"/>
              <a:sym typeface="Comfortaa"/>
            </a:endParaRPr>
          </a:p>
        </p:txBody>
      </p:sp>
      <p:pic>
        <p:nvPicPr>
          <p:cNvPr id="599" name="Google Shape;599;g1350fa144cd_0_380"/>
          <p:cNvPicPr preferRelativeResize="0"/>
          <p:nvPr/>
        </p:nvPicPr>
        <p:blipFill>
          <a:blip r:embed="rId4">
            <a:alphaModFix/>
          </a:blip>
          <a:stretch>
            <a:fillRect/>
          </a:stretch>
        </p:blipFill>
        <p:spPr>
          <a:xfrm>
            <a:off x="2123075" y="1008150"/>
            <a:ext cx="4783375" cy="571119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g1350fa144cd_0_774"/>
          <p:cNvSpPr txBox="1"/>
          <p:nvPr>
            <p:ph idx="1" type="body"/>
          </p:nvPr>
        </p:nvSpPr>
        <p:spPr>
          <a:xfrm>
            <a:off x="261092" y="458302"/>
            <a:ext cx="19755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Design Thinking</a:t>
            </a:r>
            <a:endParaRPr/>
          </a:p>
        </p:txBody>
      </p:sp>
      <p:sp>
        <p:nvSpPr>
          <p:cNvPr id="605" name="Google Shape;605;g1350fa144cd_0_774"/>
          <p:cNvSpPr txBox="1"/>
          <p:nvPr/>
        </p:nvSpPr>
        <p:spPr>
          <a:xfrm>
            <a:off x="-881125" y="1603996"/>
            <a:ext cx="41058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sz="2300">
              <a:latin typeface="Comfortaa"/>
              <a:ea typeface="Comfortaa"/>
              <a:cs typeface="Comfortaa"/>
              <a:sym typeface="Comfortaa"/>
            </a:endParaRPr>
          </a:p>
          <a:p>
            <a:pPr indent="0" lvl="0" marL="0" rtl="0" algn="ctr">
              <a:spcBef>
                <a:spcPts val="0"/>
              </a:spcBef>
              <a:spcAft>
                <a:spcPts val="0"/>
              </a:spcAft>
              <a:buNone/>
            </a:pPr>
            <a:r>
              <a:rPr lang="es-ES" sz="2300">
                <a:latin typeface="Comfortaa"/>
                <a:ea typeface="Comfortaa"/>
                <a:cs typeface="Comfortaa"/>
                <a:sym typeface="Comfortaa"/>
              </a:rPr>
              <a:t>Ideas mil!!!</a:t>
            </a:r>
            <a:endParaRPr sz="2300">
              <a:latin typeface="Comfortaa"/>
              <a:ea typeface="Comfortaa"/>
              <a:cs typeface="Comfortaa"/>
              <a:sym typeface="Comfortaa"/>
            </a:endParaRPr>
          </a:p>
        </p:txBody>
      </p:sp>
      <p:pic>
        <p:nvPicPr>
          <p:cNvPr id="606" name="Google Shape;606;g1350fa144cd_0_774"/>
          <p:cNvPicPr preferRelativeResize="0"/>
          <p:nvPr/>
        </p:nvPicPr>
        <p:blipFill>
          <a:blip r:embed="rId3">
            <a:alphaModFix/>
          </a:blip>
          <a:stretch>
            <a:fillRect/>
          </a:stretch>
        </p:blipFill>
        <p:spPr>
          <a:xfrm>
            <a:off x="6674273" y="4020784"/>
            <a:ext cx="2251060" cy="2049899"/>
          </a:xfrm>
          <a:prstGeom prst="rect">
            <a:avLst/>
          </a:prstGeom>
          <a:noFill/>
          <a:ln>
            <a:noFill/>
          </a:ln>
        </p:spPr>
      </p:pic>
      <p:pic>
        <p:nvPicPr>
          <p:cNvPr id="607" name="Google Shape;607;g1350fa144cd_0_774"/>
          <p:cNvPicPr preferRelativeResize="0"/>
          <p:nvPr/>
        </p:nvPicPr>
        <p:blipFill>
          <a:blip r:embed="rId4">
            <a:alphaModFix/>
          </a:blip>
          <a:stretch>
            <a:fillRect/>
          </a:stretch>
        </p:blipFill>
        <p:spPr>
          <a:xfrm>
            <a:off x="3977400" y="3931251"/>
            <a:ext cx="1720555" cy="2049899"/>
          </a:xfrm>
          <a:prstGeom prst="rect">
            <a:avLst/>
          </a:prstGeom>
          <a:noFill/>
          <a:ln>
            <a:noFill/>
          </a:ln>
        </p:spPr>
      </p:pic>
      <p:pic>
        <p:nvPicPr>
          <p:cNvPr id="608" name="Google Shape;608;g1350fa144cd_0_774"/>
          <p:cNvPicPr preferRelativeResize="0"/>
          <p:nvPr/>
        </p:nvPicPr>
        <p:blipFill>
          <a:blip r:embed="rId5">
            <a:alphaModFix/>
          </a:blip>
          <a:stretch>
            <a:fillRect/>
          </a:stretch>
        </p:blipFill>
        <p:spPr>
          <a:xfrm>
            <a:off x="632731" y="3931251"/>
            <a:ext cx="2292395" cy="2049900"/>
          </a:xfrm>
          <a:prstGeom prst="rect">
            <a:avLst/>
          </a:prstGeom>
          <a:noFill/>
          <a:ln>
            <a:noFill/>
          </a:ln>
        </p:spPr>
      </p:pic>
      <p:sp>
        <p:nvSpPr>
          <p:cNvPr id="609" name="Google Shape;609;g1350fa144cd_0_774"/>
          <p:cNvSpPr txBox="1"/>
          <p:nvPr/>
        </p:nvSpPr>
        <p:spPr>
          <a:xfrm>
            <a:off x="2659525" y="1438800"/>
            <a:ext cx="6086700" cy="1600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ES" sz="2300">
                <a:solidFill>
                  <a:schemeClr val="dk1"/>
                </a:solidFill>
                <a:latin typeface="Comfortaa"/>
                <a:ea typeface="Comfortaa"/>
                <a:cs typeface="Comfortaa"/>
                <a:sym typeface="Comfortaa"/>
              </a:rPr>
              <a:t>Ahora que ya contamos con opciones de mejora luego del </a:t>
            </a:r>
            <a:r>
              <a:rPr lang="es-ES" sz="2300">
                <a:solidFill>
                  <a:schemeClr val="dk1"/>
                </a:solidFill>
                <a:latin typeface="Comfortaa"/>
                <a:ea typeface="Comfortaa"/>
                <a:cs typeface="Comfortaa"/>
                <a:sym typeface="Comfortaa"/>
              </a:rPr>
              <a:t>descubrimiento</a:t>
            </a:r>
            <a:r>
              <a:rPr lang="es-ES" sz="2300">
                <a:solidFill>
                  <a:schemeClr val="dk1"/>
                </a:solidFill>
                <a:latin typeface="Comfortaa"/>
                <a:ea typeface="Comfortaa"/>
                <a:cs typeface="Comfortaa"/>
                <a:sym typeface="Comfortaa"/>
              </a:rPr>
              <a:t> del usuario, </a:t>
            </a:r>
            <a:endParaRPr sz="2300">
              <a:solidFill>
                <a:schemeClr val="dk1"/>
              </a:solidFill>
              <a:latin typeface="Comfortaa"/>
              <a:ea typeface="Comfortaa"/>
              <a:cs typeface="Comfortaa"/>
              <a:sym typeface="Comfortaa"/>
            </a:endParaRPr>
          </a:p>
          <a:p>
            <a:pPr indent="0" lvl="0" marL="0" rtl="0" algn="ctr">
              <a:spcBef>
                <a:spcPts val="0"/>
              </a:spcBef>
              <a:spcAft>
                <a:spcPts val="0"/>
              </a:spcAft>
              <a:buNone/>
            </a:pPr>
            <a:r>
              <a:rPr lang="es-ES" sz="2300">
                <a:solidFill>
                  <a:schemeClr val="dk1"/>
                </a:solidFill>
                <a:latin typeface="Comfortaa"/>
                <a:ea typeface="Comfortaa"/>
                <a:cs typeface="Comfortaa"/>
                <a:sym typeface="Comfortaa"/>
              </a:rPr>
              <a:t>Organicemos: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g1350fa144cd_0_806"/>
          <p:cNvSpPr txBox="1"/>
          <p:nvPr>
            <p:ph idx="1" type="body"/>
          </p:nvPr>
        </p:nvSpPr>
        <p:spPr>
          <a:xfrm>
            <a:off x="261092" y="458302"/>
            <a:ext cx="19755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Design Thinking</a:t>
            </a:r>
            <a:endParaRPr/>
          </a:p>
        </p:txBody>
      </p:sp>
      <p:sp>
        <p:nvSpPr>
          <p:cNvPr id="615" name="Google Shape;615;g1350fa144cd_0_806"/>
          <p:cNvSpPr txBox="1"/>
          <p:nvPr/>
        </p:nvSpPr>
        <p:spPr>
          <a:xfrm>
            <a:off x="642875" y="1294967"/>
            <a:ext cx="4105800" cy="1246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ES" sz="2300">
                <a:latin typeface="Comfortaa"/>
                <a:ea typeface="Comfortaa"/>
                <a:cs typeface="Comfortaa"/>
                <a:sym typeface="Comfortaa"/>
              </a:rPr>
              <a:t>Ideate!!!</a:t>
            </a:r>
            <a:endParaRPr sz="2300">
              <a:latin typeface="Comfortaa"/>
              <a:ea typeface="Comfortaa"/>
              <a:cs typeface="Comfortaa"/>
              <a:sym typeface="Comfortaa"/>
            </a:endParaRPr>
          </a:p>
          <a:p>
            <a:pPr indent="0" lvl="0" marL="0" rtl="0" algn="ctr">
              <a:spcBef>
                <a:spcPts val="0"/>
              </a:spcBef>
              <a:spcAft>
                <a:spcPts val="0"/>
              </a:spcAft>
              <a:buNone/>
            </a:pPr>
            <a:r>
              <a:t/>
            </a:r>
            <a:endParaRPr sz="2300">
              <a:latin typeface="Comfortaa"/>
              <a:ea typeface="Comfortaa"/>
              <a:cs typeface="Comfortaa"/>
              <a:sym typeface="Comfortaa"/>
            </a:endParaRPr>
          </a:p>
          <a:p>
            <a:pPr indent="0" lvl="0" marL="0" rtl="0" algn="ctr">
              <a:spcBef>
                <a:spcPts val="0"/>
              </a:spcBef>
              <a:spcAft>
                <a:spcPts val="0"/>
              </a:spcAft>
              <a:buNone/>
            </a:pPr>
            <a:r>
              <a:rPr lang="es-ES" sz="2300">
                <a:latin typeface="Comfortaa"/>
                <a:ea typeface="Comfortaa"/>
                <a:cs typeface="Comfortaa"/>
                <a:sym typeface="Comfortaa"/>
              </a:rPr>
              <a:t>Ideas mil!!!</a:t>
            </a:r>
            <a:endParaRPr sz="2300">
              <a:latin typeface="Comfortaa"/>
              <a:ea typeface="Comfortaa"/>
              <a:cs typeface="Comfortaa"/>
              <a:sym typeface="Comfortaa"/>
            </a:endParaRPr>
          </a:p>
        </p:txBody>
      </p:sp>
      <p:sp>
        <p:nvSpPr>
          <p:cNvPr id="616" name="Google Shape;616;g1350fa144cd_0_806"/>
          <p:cNvSpPr txBox="1"/>
          <p:nvPr/>
        </p:nvSpPr>
        <p:spPr>
          <a:xfrm>
            <a:off x="3595700" y="1645633"/>
            <a:ext cx="3000000" cy="538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ES" sz="2300">
                <a:solidFill>
                  <a:schemeClr val="dk1"/>
                </a:solidFill>
                <a:latin typeface="Comfortaa"/>
                <a:ea typeface="Comfortaa"/>
                <a:cs typeface="Comfortaa"/>
                <a:sym typeface="Comfortaa"/>
              </a:rPr>
              <a:t>Prioricemos:</a:t>
            </a:r>
            <a:endParaRPr/>
          </a:p>
        </p:txBody>
      </p:sp>
      <p:pic>
        <p:nvPicPr>
          <p:cNvPr id="617" name="Google Shape;617;g1350fa144cd_0_806"/>
          <p:cNvPicPr preferRelativeResize="0"/>
          <p:nvPr/>
        </p:nvPicPr>
        <p:blipFill>
          <a:blip r:embed="rId3">
            <a:alphaModFix/>
          </a:blip>
          <a:stretch>
            <a:fillRect/>
          </a:stretch>
        </p:blipFill>
        <p:spPr>
          <a:xfrm>
            <a:off x="3720375" y="2417667"/>
            <a:ext cx="4671145" cy="38657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pic>
        <p:nvPicPr>
          <p:cNvPr id="622" name="Google Shape;622;g1350fa144cd_0_425"/>
          <p:cNvPicPr preferRelativeResize="0"/>
          <p:nvPr/>
        </p:nvPicPr>
        <p:blipFill>
          <a:blip r:embed="rId3">
            <a:alphaModFix/>
          </a:blip>
          <a:stretch>
            <a:fillRect/>
          </a:stretch>
        </p:blipFill>
        <p:spPr>
          <a:xfrm>
            <a:off x="7096125" y="0"/>
            <a:ext cx="2047875" cy="628650"/>
          </a:xfrm>
          <a:prstGeom prst="rect">
            <a:avLst/>
          </a:prstGeom>
          <a:noFill/>
          <a:ln>
            <a:noFill/>
          </a:ln>
        </p:spPr>
      </p:pic>
      <p:sp>
        <p:nvSpPr>
          <p:cNvPr id="623" name="Google Shape;623;g1350fa144cd_0_425"/>
          <p:cNvSpPr txBox="1"/>
          <p:nvPr/>
        </p:nvSpPr>
        <p:spPr>
          <a:xfrm>
            <a:off x="-652525" y="228167"/>
            <a:ext cx="4105800" cy="1246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ES" sz="2300">
                <a:latin typeface="Comfortaa"/>
                <a:ea typeface="Comfortaa"/>
                <a:cs typeface="Comfortaa"/>
                <a:sym typeface="Comfortaa"/>
              </a:rPr>
              <a:t>Ideate!!!</a:t>
            </a:r>
            <a:endParaRPr sz="2300">
              <a:latin typeface="Comfortaa"/>
              <a:ea typeface="Comfortaa"/>
              <a:cs typeface="Comfortaa"/>
              <a:sym typeface="Comfortaa"/>
            </a:endParaRPr>
          </a:p>
          <a:p>
            <a:pPr indent="0" lvl="0" marL="0" rtl="0" algn="ctr">
              <a:spcBef>
                <a:spcPts val="0"/>
              </a:spcBef>
              <a:spcAft>
                <a:spcPts val="0"/>
              </a:spcAft>
              <a:buNone/>
            </a:pPr>
            <a:r>
              <a:t/>
            </a:r>
            <a:endParaRPr sz="2300">
              <a:latin typeface="Comfortaa"/>
              <a:ea typeface="Comfortaa"/>
              <a:cs typeface="Comfortaa"/>
              <a:sym typeface="Comfortaa"/>
            </a:endParaRPr>
          </a:p>
          <a:p>
            <a:pPr indent="0" lvl="0" marL="0" rtl="0" algn="ctr">
              <a:spcBef>
                <a:spcPts val="0"/>
              </a:spcBef>
              <a:spcAft>
                <a:spcPts val="0"/>
              </a:spcAft>
              <a:buNone/>
            </a:pPr>
            <a:r>
              <a:rPr lang="es-ES" sz="2300">
                <a:latin typeface="Comfortaa"/>
                <a:ea typeface="Comfortaa"/>
                <a:cs typeface="Comfortaa"/>
                <a:sym typeface="Comfortaa"/>
              </a:rPr>
              <a:t>Ideas mil!!!</a:t>
            </a:r>
            <a:endParaRPr sz="2300">
              <a:latin typeface="Comfortaa"/>
              <a:ea typeface="Comfortaa"/>
              <a:cs typeface="Comfortaa"/>
              <a:sym typeface="Comfortaa"/>
            </a:endParaRPr>
          </a:p>
        </p:txBody>
      </p:sp>
      <p:sp>
        <p:nvSpPr>
          <p:cNvPr id="624" name="Google Shape;624;g1350fa144cd_0_425"/>
          <p:cNvSpPr txBox="1"/>
          <p:nvPr/>
        </p:nvSpPr>
        <p:spPr>
          <a:xfrm>
            <a:off x="2300300" y="578833"/>
            <a:ext cx="3000000" cy="538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ES" sz="2300">
                <a:solidFill>
                  <a:schemeClr val="dk1"/>
                </a:solidFill>
                <a:latin typeface="Comfortaa"/>
                <a:ea typeface="Comfortaa"/>
                <a:cs typeface="Comfortaa"/>
                <a:sym typeface="Comfortaa"/>
              </a:rPr>
              <a:t>Seleccionemos:</a:t>
            </a:r>
            <a:endParaRPr/>
          </a:p>
        </p:txBody>
      </p:sp>
      <p:pic>
        <p:nvPicPr>
          <p:cNvPr id="625" name="Google Shape;625;g1350fa144cd_0_425"/>
          <p:cNvPicPr preferRelativeResize="0"/>
          <p:nvPr/>
        </p:nvPicPr>
        <p:blipFill>
          <a:blip r:embed="rId4">
            <a:alphaModFix/>
          </a:blip>
          <a:stretch>
            <a:fillRect/>
          </a:stretch>
        </p:blipFill>
        <p:spPr>
          <a:xfrm>
            <a:off x="973425" y="2104500"/>
            <a:ext cx="4231399" cy="2816525"/>
          </a:xfrm>
          <a:prstGeom prst="rect">
            <a:avLst/>
          </a:prstGeom>
          <a:noFill/>
          <a:ln>
            <a:noFill/>
          </a:ln>
        </p:spPr>
      </p:pic>
      <p:pic>
        <p:nvPicPr>
          <p:cNvPr id="626" name="Google Shape;626;g1350fa144cd_0_425"/>
          <p:cNvPicPr preferRelativeResize="0"/>
          <p:nvPr/>
        </p:nvPicPr>
        <p:blipFill>
          <a:blip r:embed="rId5">
            <a:alphaModFix/>
          </a:blip>
          <a:stretch>
            <a:fillRect/>
          </a:stretch>
        </p:blipFill>
        <p:spPr>
          <a:xfrm>
            <a:off x="5646999" y="2662000"/>
            <a:ext cx="2644326" cy="176068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g1350fa144cd_0_778"/>
          <p:cNvSpPr txBox="1"/>
          <p:nvPr>
            <p:ph type="title"/>
          </p:nvPr>
        </p:nvSpPr>
        <p:spPr>
          <a:xfrm>
            <a:off x="601284" y="4994314"/>
            <a:ext cx="2751000" cy="415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Elevator Pitch</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12"/>
          <p:cNvSpPr/>
          <p:nvPr/>
        </p:nvSpPr>
        <p:spPr>
          <a:xfrm>
            <a:off x="1763640" y="212760"/>
            <a:ext cx="4287600" cy="812160"/>
          </a:xfrm>
          <a:prstGeom prst="rect">
            <a:avLst/>
          </a:prstGeom>
          <a:noFill/>
          <a:ln>
            <a:noFill/>
          </a:ln>
        </p:spPr>
        <p:txBody>
          <a:bodyPr anchorCtr="0" anchor="ctr" bIns="45000" lIns="90000" spcFirstLastPara="1" rIns="90000" wrap="square" tIns="45000">
            <a:noAutofit/>
          </a:bodyPr>
          <a:lstStyle/>
          <a:p>
            <a:pPr indent="0" lvl="0" marL="0" marR="0" rtl="0" algn="ctr">
              <a:lnSpc>
                <a:spcPct val="90000"/>
              </a:lnSpc>
              <a:spcBef>
                <a:spcPts val="0"/>
              </a:spcBef>
              <a:spcAft>
                <a:spcPts val="0"/>
              </a:spcAft>
              <a:buNone/>
            </a:pPr>
            <a:r>
              <a:rPr b="0" i="0" lang="es-ES" sz="3200" u="none" cap="none" strike="noStrike">
                <a:solidFill>
                  <a:srgbClr val="FFFFFF"/>
                </a:solidFill>
                <a:latin typeface="Calibri"/>
                <a:ea typeface="Calibri"/>
                <a:cs typeface="Calibri"/>
                <a:sym typeface="Calibri"/>
              </a:rPr>
              <a:t>Elevator Pitch</a:t>
            </a:r>
            <a:endParaRPr b="0" i="0" sz="3200" u="none" cap="none" strike="noStrike">
              <a:solidFill>
                <a:srgbClr val="000000"/>
              </a:solidFill>
              <a:latin typeface="Arial"/>
              <a:ea typeface="Arial"/>
              <a:cs typeface="Arial"/>
              <a:sym typeface="Arial"/>
            </a:endParaRPr>
          </a:p>
        </p:txBody>
      </p:sp>
      <p:sp>
        <p:nvSpPr>
          <p:cNvPr id="637" name="Google Shape;637;p12"/>
          <p:cNvSpPr/>
          <p:nvPr/>
        </p:nvSpPr>
        <p:spPr>
          <a:xfrm>
            <a:off x="406908" y="1592384"/>
            <a:ext cx="8330184" cy="1600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Si tienes una idea de negocio, estás convencido de que quieres emprender pero, te falta uno de los elementos más importantes en la ecuación que es la inversión, debes saber que en cualquier lugar y en cualquier momento puedes cruzarte con ese “alguien” que tenga las posibilidades e interés para invertir en tu idea.</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Pero, si no estás preparado para contar tu proyecto y captar la atención del posible inversor en 30 segundos (lo que se conoce como elevator pitch), habrás perdido una gran oportunidad de negocio.</a:t>
            </a:r>
            <a:endParaRPr/>
          </a:p>
        </p:txBody>
      </p:sp>
      <p:pic>
        <p:nvPicPr>
          <p:cNvPr descr="🔥Cuenta Atrás o REGRESIVA de 30 segundos [30 Seconds TIMER. BOMB Timer]  Explosión FINAL 💥! - YouTube" id="638" name="Google Shape;638;p12"/>
          <p:cNvPicPr preferRelativeResize="0"/>
          <p:nvPr/>
        </p:nvPicPr>
        <p:blipFill rotWithShape="1">
          <a:blip r:embed="rId3">
            <a:alphaModFix/>
          </a:blip>
          <a:srcRect b="0" l="0" r="0" t="0"/>
          <a:stretch/>
        </p:blipFill>
        <p:spPr>
          <a:xfrm>
            <a:off x="1979488" y="3858578"/>
            <a:ext cx="4320728" cy="243401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37"/>
          <p:cNvSpPr/>
          <p:nvPr/>
        </p:nvSpPr>
        <p:spPr>
          <a:xfrm>
            <a:off x="1763640" y="212760"/>
            <a:ext cx="4287600" cy="812160"/>
          </a:xfrm>
          <a:prstGeom prst="rect">
            <a:avLst/>
          </a:prstGeom>
          <a:noFill/>
          <a:ln>
            <a:noFill/>
          </a:ln>
        </p:spPr>
        <p:txBody>
          <a:bodyPr anchorCtr="0" anchor="ctr" bIns="45000" lIns="90000" spcFirstLastPara="1" rIns="90000" wrap="square" tIns="45000">
            <a:noAutofit/>
          </a:bodyPr>
          <a:lstStyle/>
          <a:p>
            <a:pPr indent="0" lvl="0" marL="0" marR="0" rtl="0" algn="ctr">
              <a:lnSpc>
                <a:spcPct val="90000"/>
              </a:lnSpc>
              <a:spcBef>
                <a:spcPts val="0"/>
              </a:spcBef>
              <a:spcAft>
                <a:spcPts val="0"/>
              </a:spcAft>
              <a:buNone/>
            </a:pPr>
            <a:r>
              <a:rPr b="0" i="0" lang="es-ES" sz="3200" u="none" cap="none" strike="noStrike">
                <a:solidFill>
                  <a:srgbClr val="FFFFFF"/>
                </a:solidFill>
                <a:latin typeface="Calibri"/>
                <a:ea typeface="Calibri"/>
                <a:cs typeface="Calibri"/>
                <a:sym typeface="Calibri"/>
              </a:rPr>
              <a:t>Elevator Pitch</a:t>
            </a:r>
            <a:endParaRPr b="0" i="0" sz="3200" u="none" cap="none" strike="noStrike">
              <a:solidFill>
                <a:srgbClr val="000000"/>
              </a:solidFill>
              <a:latin typeface="Arial"/>
              <a:ea typeface="Arial"/>
              <a:cs typeface="Arial"/>
              <a:sym typeface="Arial"/>
            </a:endParaRPr>
          </a:p>
        </p:txBody>
      </p:sp>
      <p:sp>
        <p:nvSpPr>
          <p:cNvPr id="644" name="Google Shape;644;p37"/>
          <p:cNvSpPr/>
          <p:nvPr/>
        </p:nvSpPr>
        <p:spPr>
          <a:xfrm>
            <a:off x="429768" y="1213020"/>
            <a:ext cx="247856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1400" u="none" cap="none" strike="noStrike">
                <a:solidFill>
                  <a:srgbClr val="000000"/>
                </a:solidFill>
                <a:latin typeface="Arial"/>
                <a:ea typeface="Arial"/>
                <a:cs typeface="Arial"/>
                <a:sym typeface="Arial"/>
              </a:rPr>
              <a:t>¿Qué es un elevator pitch?</a:t>
            </a:r>
            <a:endParaRPr/>
          </a:p>
        </p:txBody>
      </p:sp>
      <p:sp>
        <p:nvSpPr>
          <p:cNvPr id="645" name="Google Shape;645;p37"/>
          <p:cNvSpPr/>
          <p:nvPr/>
        </p:nvSpPr>
        <p:spPr>
          <a:xfrm>
            <a:off x="429768" y="1708897"/>
            <a:ext cx="8430768" cy="35394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Elevator pitch o elevator speech es un anglicismo que se utiliza en el discurso de presentación sobre un proyecto o emprendimiento, ante potenciales clientes o accionistas cobrando especial relevancia para este segundo colectivo que se supone que busca proyectos y emprendedores con ideas claras, concisas y sintéticas para tomar decisiones sobre si invertir o no.</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Como sabemos, los inversores son personas muy ocupadas por lo que debes ser capaz de condensar los puntos clave de tu idea de una manera que capte su atención, convencerlo de que es viable y dejarle claro la propuesta de valor. El objetivo es poder obtener una entrevista o reunión posterior con esa persona, en la que sí podrás explicarle con más detalle tu proyecto.</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Su nombre de elevator pitch se debe a que asemeja el viaje en un ascensor que no dura más de 30 segundos. Entonces, imagina que entras en un ascensor y allí, cuando menos lo esperas, te topas con ese posible inversor.</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El ascensor cierra sus puertas, es tu oportunidad, comienza la cuenta atrás…30 segundos… ¿qué le dirías?</a:t>
            </a:r>
            <a:endParaRPr/>
          </a:p>
        </p:txBody>
      </p:sp>
      <p:pic>
        <p:nvPicPr>
          <p:cNvPr descr="Elevator pitch: un mensaje para el éxito | ESADE Alumni" id="646" name="Google Shape;646;p37"/>
          <p:cNvPicPr preferRelativeResize="0"/>
          <p:nvPr/>
        </p:nvPicPr>
        <p:blipFill rotWithShape="1">
          <a:blip r:embed="rId3">
            <a:alphaModFix/>
          </a:blip>
          <a:srcRect b="0" l="0" r="0" t="0"/>
          <a:stretch/>
        </p:blipFill>
        <p:spPr>
          <a:xfrm>
            <a:off x="3226499" y="5075054"/>
            <a:ext cx="2124075" cy="17145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40"/>
          <p:cNvSpPr/>
          <p:nvPr/>
        </p:nvSpPr>
        <p:spPr>
          <a:xfrm>
            <a:off x="1763640" y="212760"/>
            <a:ext cx="4287600" cy="812160"/>
          </a:xfrm>
          <a:prstGeom prst="rect">
            <a:avLst/>
          </a:prstGeom>
          <a:noFill/>
          <a:ln>
            <a:noFill/>
          </a:ln>
        </p:spPr>
        <p:txBody>
          <a:bodyPr anchorCtr="0" anchor="ctr" bIns="45000" lIns="90000" spcFirstLastPara="1" rIns="90000" wrap="square" tIns="45000">
            <a:noAutofit/>
          </a:bodyPr>
          <a:lstStyle/>
          <a:p>
            <a:pPr indent="0" lvl="0" marL="0" marR="0" rtl="0" algn="ctr">
              <a:lnSpc>
                <a:spcPct val="90000"/>
              </a:lnSpc>
              <a:spcBef>
                <a:spcPts val="0"/>
              </a:spcBef>
              <a:spcAft>
                <a:spcPts val="0"/>
              </a:spcAft>
              <a:buNone/>
            </a:pPr>
            <a:r>
              <a:rPr b="0" i="0" lang="es-ES" sz="3200" u="none" cap="none" strike="noStrike">
                <a:solidFill>
                  <a:srgbClr val="FFFFFF"/>
                </a:solidFill>
                <a:latin typeface="Calibri"/>
                <a:ea typeface="Calibri"/>
                <a:cs typeface="Calibri"/>
                <a:sym typeface="Calibri"/>
              </a:rPr>
              <a:t>Elevator Pitch</a:t>
            </a:r>
            <a:endParaRPr b="0" i="0" sz="3200" u="none" cap="none" strike="noStrike">
              <a:solidFill>
                <a:srgbClr val="000000"/>
              </a:solidFill>
              <a:latin typeface="Arial"/>
              <a:ea typeface="Arial"/>
              <a:cs typeface="Arial"/>
              <a:sym typeface="Arial"/>
            </a:endParaRPr>
          </a:p>
        </p:txBody>
      </p:sp>
      <p:sp>
        <p:nvSpPr>
          <p:cNvPr id="652" name="Google Shape;652;p40"/>
          <p:cNvSpPr/>
          <p:nvPr/>
        </p:nvSpPr>
        <p:spPr>
          <a:xfrm>
            <a:off x="393192" y="1659285"/>
            <a:ext cx="8375904" cy="289310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1400"/>
              <a:buFont typeface="Arial"/>
              <a:buAutoNum type="arabicPeriod"/>
            </a:pPr>
            <a:r>
              <a:rPr b="1" i="0" lang="es-ES" sz="1400" u="none" cap="none" strike="noStrike">
                <a:solidFill>
                  <a:srgbClr val="000000"/>
                </a:solidFill>
                <a:latin typeface="Arial"/>
                <a:ea typeface="Arial"/>
                <a:cs typeface="Arial"/>
                <a:sym typeface="Arial"/>
              </a:rPr>
              <a:t>Define bien tu público objetivo</a:t>
            </a:r>
            <a:endParaRPr/>
          </a:p>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Si quieres tener una verdadera propuesta de valor, deberás delimitar tu público objetivo.</a:t>
            </a:r>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Muchos emprendedores cometen el error de querer llegar a todo el mundo y, aunque es el sueño de todas las empresas, es muy difícil desarrollar un producto o servicio que complazca a todos.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En este sentido, definir tu público es clave, y no sólo para el elevator pitch sino para el éxito del negocio. </a:t>
            </a:r>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Debes definir tu cliente ideal, detallando sus características, intereses, datos demográficos…descríbelo con el mayor detalle posible.</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Te recomendamos que imagines una persona, le coloques un nombre y, a partir de allí, describe cómo es y lo que hace. Esa persona será tu cliente ideal y para él desarrollarás tu propuesta.</a:t>
            </a:r>
            <a:endParaRPr b="0" i="0" sz="1400" u="none" cap="none" strike="noStrike">
              <a:solidFill>
                <a:srgbClr val="000000"/>
              </a:solidFill>
              <a:latin typeface="Arial"/>
              <a:ea typeface="Arial"/>
              <a:cs typeface="Arial"/>
              <a:sym typeface="Arial"/>
            </a:endParaRPr>
          </a:p>
        </p:txBody>
      </p:sp>
      <p:pic>
        <p:nvPicPr>
          <p:cNvPr descr="La Importancia del Público Objetivo para las Marcas" id="653" name="Google Shape;653;p40"/>
          <p:cNvPicPr preferRelativeResize="0"/>
          <p:nvPr/>
        </p:nvPicPr>
        <p:blipFill rotWithShape="1">
          <a:blip r:embed="rId3">
            <a:alphaModFix/>
          </a:blip>
          <a:srcRect b="0" l="0" r="0" t="0"/>
          <a:stretch/>
        </p:blipFill>
        <p:spPr>
          <a:xfrm>
            <a:off x="3076194" y="4706112"/>
            <a:ext cx="3009900" cy="15240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41"/>
          <p:cNvSpPr/>
          <p:nvPr/>
        </p:nvSpPr>
        <p:spPr>
          <a:xfrm>
            <a:off x="1763640" y="212760"/>
            <a:ext cx="4287600" cy="812160"/>
          </a:xfrm>
          <a:prstGeom prst="rect">
            <a:avLst/>
          </a:prstGeom>
          <a:noFill/>
          <a:ln>
            <a:noFill/>
          </a:ln>
        </p:spPr>
        <p:txBody>
          <a:bodyPr anchorCtr="0" anchor="ctr" bIns="45000" lIns="90000" spcFirstLastPara="1" rIns="90000" wrap="square" tIns="45000">
            <a:noAutofit/>
          </a:bodyPr>
          <a:lstStyle/>
          <a:p>
            <a:pPr indent="0" lvl="0" marL="0" marR="0" rtl="0" algn="ctr">
              <a:lnSpc>
                <a:spcPct val="90000"/>
              </a:lnSpc>
              <a:spcBef>
                <a:spcPts val="0"/>
              </a:spcBef>
              <a:spcAft>
                <a:spcPts val="0"/>
              </a:spcAft>
              <a:buNone/>
            </a:pPr>
            <a:r>
              <a:rPr b="0" i="0" lang="es-ES" sz="3200" u="none" cap="none" strike="noStrike">
                <a:solidFill>
                  <a:srgbClr val="FFFFFF"/>
                </a:solidFill>
                <a:latin typeface="Calibri"/>
                <a:ea typeface="Calibri"/>
                <a:cs typeface="Calibri"/>
                <a:sym typeface="Calibri"/>
              </a:rPr>
              <a:t>Elevator Pitch</a:t>
            </a:r>
            <a:endParaRPr b="0" i="0" sz="3200" u="none" cap="none" strike="noStrike">
              <a:solidFill>
                <a:srgbClr val="000000"/>
              </a:solidFill>
              <a:latin typeface="Arial"/>
              <a:ea typeface="Arial"/>
              <a:cs typeface="Arial"/>
              <a:sym typeface="Arial"/>
            </a:endParaRPr>
          </a:p>
        </p:txBody>
      </p:sp>
      <p:sp>
        <p:nvSpPr>
          <p:cNvPr id="659" name="Google Shape;659;p41"/>
          <p:cNvSpPr/>
          <p:nvPr/>
        </p:nvSpPr>
        <p:spPr>
          <a:xfrm>
            <a:off x="466344" y="1767007"/>
            <a:ext cx="8348472" cy="26776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1400" u="none" cap="none" strike="noStrike">
                <a:solidFill>
                  <a:srgbClr val="000000"/>
                </a:solidFill>
                <a:latin typeface="Arial"/>
                <a:ea typeface="Arial"/>
                <a:cs typeface="Arial"/>
                <a:sym typeface="Arial"/>
              </a:rPr>
              <a:t>2. Identifica el problema</a:t>
            </a:r>
            <a:endParaRPr/>
          </a:p>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Las ideas exitosas son las que resuelven un problema o satisfacen una necesidad ¿de quién? pues de tu cliente ideal. Piensa que no se hacen propuestas para convencer a un público de algo, sino que se ofrecen soluciones a necesidades.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En este punto es importante que investigues en los medios de qué habla tu público objetivo (redes sociales, periódicos, foros). </a:t>
            </a:r>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Luego, contrasta esta información con entrevistas. </a:t>
            </a:r>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Al ponerte en contacto directo con tu público enfocarás mejor tu idea y, además, en tu elevator pitch podrás respaldar lo que dices con las fuentes consultadas y entrevistas realizadas. </a:t>
            </a:r>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Esto le dará un valor adicional a tu mensaje.</a:t>
            </a:r>
            <a:endParaRPr b="0" i="0" sz="1400" u="none" cap="none" strike="noStrike">
              <a:solidFill>
                <a:srgbClr val="000000"/>
              </a:solidFill>
              <a:latin typeface="Arial"/>
              <a:ea typeface="Arial"/>
              <a:cs typeface="Arial"/>
              <a:sym typeface="Arial"/>
            </a:endParaRPr>
          </a:p>
        </p:txBody>
      </p:sp>
      <p:pic>
        <p:nvPicPr>
          <p:cNvPr descr="1ª fase: Definición y análisis del problema." id="660" name="Google Shape;660;p41"/>
          <p:cNvPicPr preferRelativeResize="0"/>
          <p:nvPr/>
        </p:nvPicPr>
        <p:blipFill rotWithShape="1">
          <a:blip r:embed="rId3">
            <a:alphaModFix/>
          </a:blip>
          <a:srcRect b="0" l="0" r="0" t="0"/>
          <a:stretch/>
        </p:blipFill>
        <p:spPr>
          <a:xfrm>
            <a:off x="3254692" y="4566285"/>
            <a:ext cx="2771775" cy="16573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70"/>
          <p:cNvSpPr/>
          <p:nvPr/>
        </p:nvSpPr>
        <p:spPr>
          <a:xfrm>
            <a:off x="1763640" y="212760"/>
            <a:ext cx="4287600" cy="812160"/>
          </a:xfrm>
          <a:prstGeom prst="rect">
            <a:avLst/>
          </a:prstGeom>
          <a:noFill/>
          <a:ln>
            <a:noFill/>
          </a:ln>
        </p:spPr>
        <p:txBody>
          <a:bodyPr anchorCtr="0" anchor="ctr" bIns="45000" lIns="90000" spcFirstLastPara="1" rIns="90000" wrap="square" tIns="45000">
            <a:noAutofit/>
          </a:bodyPr>
          <a:lstStyle/>
          <a:p>
            <a:pPr indent="0" lvl="0" marL="0" marR="0" rtl="0" algn="ctr">
              <a:lnSpc>
                <a:spcPct val="90000"/>
              </a:lnSpc>
              <a:spcBef>
                <a:spcPts val="0"/>
              </a:spcBef>
              <a:spcAft>
                <a:spcPts val="0"/>
              </a:spcAft>
              <a:buNone/>
            </a:pPr>
            <a:r>
              <a:rPr b="0" i="0" lang="es-ES" sz="3200" u="none" cap="none" strike="noStrike">
                <a:solidFill>
                  <a:srgbClr val="FFFFFF"/>
                </a:solidFill>
                <a:latin typeface="Calibri"/>
                <a:ea typeface="Calibri"/>
                <a:cs typeface="Calibri"/>
                <a:sym typeface="Calibri"/>
              </a:rPr>
              <a:t>Elevator Pitch</a:t>
            </a:r>
            <a:endParaRPr b="0" i="0" sz="3200" u="none" cap="none" strike="noStrike">
              <a:solidFill>
                <a:srgbClr val="000000"/>
              </a:solidFill>
              <a:latin typeface="Arial"/>
              <a:ea typeface="Arial"/>
              <a:cs typeface="Arial"/>
              <a:sym typeface="Arial"/>
            </a:endParaRPr>
          </a:p>
        </p:txBody>
      </p:sp>
      <p:sp>
        <p:nvSpPr>
          <p:cNvPr id="666" name="Google Shape;666;p70"/>
          <p:cNvSpPr/>
          <p:nvPr/>
        </p:nvSpPr>
        <p:spPr>
          <a:xfrm>
            <a:off x="384048" y="1483775"/>
            <a:ext cx="8375904"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1400" u="none" cap="none" strike="noStrike">
                <a:solidFill>
                  <a:srgbClr val="000000"/>
                </a:solidFill>
                <a:latin typeface="Arial"/>
                <a:ea typeface="Arial"/>
                <a:cs typeface="Arial"/>
                <a:sym typeface="Arial"/>
              </a:rPr>
              <a:t>3. Desarrolla tu solución</a:t>
            </a:r>
            <a:endParaRPr/>
          </a:p>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Luego de los 2 pasos anteriores seguro ya tendrás la solución en tus manos. </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Lo importante en este paso es saber transmitirla en un lenguaje cercano y sencillo, de manera que tanto al público objetivo como al inversor le quede claro el valor que aportará.</a:t>
            </a:r>
            <a:endParaRPr b="0" i="0" sz="1400" u="none" cap="none" strike="noStrike">
              <a:solidFill>
                <a:srgbClr val="000000"/>
              </a:solidFill>
              <a:latin typeface="Arial"/>
              <a:ea typeface="Arial"/>
              <a:cs typeface="Arial"/>
              <a:sym typeface="Arial"/>
            </a:endParaRPr>
          </a:p>
        </p:txBody>
      </p:sp>
      <p:pic>
        <p:nvPicPr>
          <p:cNvPr id="667" name="Google Shape;667;p70"/>
          <p:cNvPicPr preferRelativeResize="0"/>
          <p:nvPr/>
        </p:nvPicPr>
        <p:blipFill rotWithShape="1">
          <a:blip r:embed="rId3">
            <a:alphaModFix/>
          </a:blip>
          <a:srcRect b="0" l="0" r="0" t="0"/>
          <a:stretch/>
        </p:blipFill>
        <p:spPr>
          <a:xfrm>
            <a:off x="1791796" y="3170842"/>
            <a:ext cx="5560408" cy="3113828"/>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71"/>
          <p:cNvSpPr/>
          <p:nvPr/>
        </p:nvSpPr>
        <p:spPr>
          <a:xfrm>
            <a:off x="1763640" y="212760"/>
            <a:ext cx="4287600" cy="812160"/>
          </a:xfrm>
          <a:prstGeom prst="rect">
            <a:avLst/>
          </a:prstGeom>
          <a:noFill/>
          <a:ln>
            <a:noFill/>
          </a:ln>
        </p:spPr>
        <p:txBody>
          <a:bodyPr anchorCtr="0" anchor="ctr" bIns="45000" lIns="90000" spcFirstLastPara="1" rIns="90000" wrap="square" tIns="45000">
            <a:noAutofit/>
          </a:bodyPr>
          <a:lstStyle/>
          <a:p>
            <a:pPr indent="0" lvl="0" marL="0" marR="0" rtl="0" algn="ctr">
              <a:lnSpc>
                <a:spcPct val="90000"/>
              </a:lnSpc>
              <a:spcBef>
                <a:spcPts val="0"/>
              </a:spcBef>
              <a:spcAft>
                <a:spcPts val="0"/>
              </a:spcAft>
              <a:buNone/>
            </a:pPr>
            <a:r>
              <a:rPr b="0" i="0" lang="es-ES" sz="3200" u="none" cap="none" strike="noStrike">
                <a:solidFill>
                  <a:srgbClr val="FFFFFF"/>
                </a:solidFill>
                <a:latin typeface="Calibri"/>
                <a:ea typeface="Calibri"/>
                <a:cs typeface="Calibri"/>
                <a:sym typeface="Calibri"/>
              </a:rPr>
              <a:t>Elevator Pitch</a:t>
            </a:r>
            <a:endParaRPr b="0" i="0" sz="3200" u="none" cap="none" strike="noStrike">
              <a:solidFill>
                <a:srgbClr val="000000"/>
              </a:solidFill>
              <a:latin typeface="Arial"/>
              <a:ea typeface="Arial"/>
              <a:cs typeface="Arial"/>
              <a:sym typeface="Arial"/>
            </a:endParaRPr>
          </a:p>
        </p:txBody>
      </p:sp>
      <p:sp>
        <p:nvSpPr>
          <p:cNvPr id="673" name="Google Shape;673;p71"/>
          <p:cNvSpPr/>
          <p:nvPr/>
        </p:nvSpPr>
        <p:spPr>
          <a:xfrm>
            <a:off x="429768" y="1228398"/>
            <a:ext cx="8275320" cy="35394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1400" u="none" cap="none" strike="noStrike">
                <a:solidFill>
                  <a:srgbClr val="000000"/>
                </a:solidFill>
                <a:latin typeface="Arial"/>
                <a:ea typeface="Arial"/>
                <a:cs typeface="Arial"/>
                <a:sym typeface="Arial"/>
              </a:rPr>
              <a:t>4. Crea tu mensaje</a:t>
            </a:r>
            <a:endParaRPr/>
          </a:p>
          <a:p>
            <a:pPr indent="0" lvl="0" marL="0" marR="0" rtl="0" algn="l">
              <a:lnSpc>
                <a:spcPct val="100000"/>
              </a:lnSpc>
              <a:spcBef>
                <a:spcPts val="0"/>
              </a:spcBef>
              <a:spcAft>
                <a:spcPts val="0"/>
              </a:spcAft>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Por último, dale forma a tu elevator pitch, recordando que no debe exceder de un minuto cuando lo dices en voz alta, así que coge lápiz y papel:</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 Rompe el hielo con una pregunta que capte la atención (funciona muy bien un dato clave de una cifra a partir del cual puedas desarrollar tu idea). Si logras captar la atención, ya tienes más de la mitad del trabajo conseguido.</a:t>
            </a:r>
            <a:br>
              <a:rPr b="0" i="0" lang="es-ES" sz="1400" u="none" cap="none" strike="noStrike">
                <a:solidFill>
                  <a:srgbClr val="000000"/>
                </a:solidFill>
                <a:latin typeface="Arial"/>
                <a:ea typeface="Arial"/>
                <a:cs typeface="Arial"/>
                <a:sym typeface="Arial"/>
              </a:rPr>
            </a:br>
            <a:r>
              <a:rPr b="0" i="0" lang="es-ES" sz="1400" u="none" cap="none" strike="noStrike">
                <a:solidFill>
                  <a:srgbClr val="000000"/>
                </a:solidFill>
                <a:latin typeface="Arial"/>
                <a:ea typeface="Arial"/>
                <a:cs typeface="Arial"/>
                <a:sym typeface="Arial"/>
              </a:rPr>
              <a:t>– Preséntate con tu nombre, de una manera cercana</a:t>
            </a:r>
            <a:br>
              <a:rPr b="0" i="0" lang="es-ES" sz="1400" u="none" cap="none" strike="noStrike">
                <a:solidFill>
                  <a:srgbClr val="000000"/>
                </a:solidFill>
                <a:latin typeface="Arial"/>
                <a:ea typeface="Arial"/>
                <a:cs typeface="Arial"/>
                <a:sym typeface="Arial"/>
              </a:rPr>
            </a:br>
            <a:r>
              <a:rPr b="0" i="0" lang="es-ES" sz="1400" u="none" cap="none" strike="noStrike">
                <a:solidFill>
                  <a:srgbClr val="000000"/>
                </a:solidFill>
                <a:latin typeface="Arial"/>
                <a:ea typeface="Arial"/>
                <a:cs typeface="Arial"/>
                <a:sym typeface="Arial"/>
              </a:rPr>
              <a:t>– Cuenta lo que hace tu empresa en tres palabras clave</a:t>
            </a:r>
            <a:br>
              <a:rPr b="0" i="0" lang="es-ES" sz="1400" u="none" cap="none" strike="noStrike">
                <a:solidFill>
                  <a:srgbClr val="000000"/>
                </a:solidFill>
                <a:latin typeface="Arial"/>
                <a:ea typeface="Arial"/>
                <a:cs typeface="Arial"/>
                <a:sym typeface="Arial"/>
              </a:rPr>
            </a:br>
            <a:r>
              <a:rPr b="0" i="0" lang="es-ES" sz="1400" u="none" cap="none" strike="noStrike">
                <a:solidFill>
                  <a:srgbClr val="000000"/>
                </a:solidFill>
                <a:latin typeface="Arial"/>
                <a:ea typeface="Arial"/>
                <a:cs typeface="Arial"/>
                <a:sym typeface="Arial"/>
              </a:rPr>
              <a:t>– Describe el problema y por qué es relevante para tu público objetivo</a:t>
            </a:r>
            <a:br>
              <a:rPr b="0" i="0" lang="es-ES" sz="1400" u="none" cap="none" strike="noStrike">
                <a:solidFill>
                  <a:srgbClr val="000000"/>
                </a:solidFill>
                <a:latin typeface="Arial"/>
                <a:ea typeface="Arial"/>
                <a:cs typeface="Arial"/>
                <a:sym typeface="Arial"/>
              </a:rPr>
            </a:br>
            <a:r>
              <a:rPr b="0" i="0" lang="es-ES" sz="1400" u="none" cap="none" strike="noStrike">
                <a:solidFill>
                  <a:srgbClr val="000000"/>
                </a:solidFill>
                <a:latin typeface="Arial"/>
                <a:ea typeface="Arial"/>
                <a:cs typeface="Arial"/>
                <a:sym typeface="Arial"/>
              </a:rPr>
              <a:t>– Explica la solución</a:t>
            </a:r>
            <a:br>
              <a:rPr b="0" i="0" lang="es-ES" sz="1400" u="none" cap="none" strike="noStrike">
                <a:solidFill>
                  <a:srgbClr val="000000"/>
                </a:solidFill>
                <a:latin typeface="Arial"/>
                <a:ea typeface="Arial"/>
                <a:cs typeface="Arial"/>
                <a:sym typeface="Arial"/>
              </a:rPr>
            </a:br>
            <a:r>
              <a:rPr b="0" i="0" lang="es-ES" sz="1400" u="none" cap="none" strike="noStrike">
                <a:solidFill>
                  <a:srgbClr val="000000"/>
                </a:solidFill>
                <a:latin typeface="Arial"/>
                <a:ea typeface="Arial"/>
                <a:cs typeface="Arial"/>
                <a:sym typeface="Arial"/>
              </a:rPr>
              <a:t>– Deja claro la viabilidad y beneficio del negocio</a:t>
            </a:r>
            <a:br>
              <a:rPr b="0" i="0" lang="es-ES" sz="1400" u="none" cap="none" strike="noStrike">
                <a:solidFill>
                  <a:srgbClr val="000000"/>
                </a:solidFill>
                <a:latin typeface="Arial"/>
                <a:ea typeface="Arial"/>
                <a:cs typeface="Arial"/>
                <a:sym typeface="Arial"/>
              </a:rPr>
            </a:br>
            <a:r>
              <a:rPr b="0" i="0" lang="es-ES" sz="1400" u="none" cap="none" strike="noStrike">
                <a:solidFill>
                  <a:srgbClr val="000000"/>
                </a:solidFill>
                <a:latin typeface="Arial"/>
                <a:ea typeface="Arial"/>
                <a:cs typeface="Arial"/>
                <a:sym typeface="Arial"/>
              </a:rPr>
              <a:t>– Incluye una frase que deje abierta la posibilidad de concertar una próxima reunión para hablar en detalle y, recuerda llevar siempre contigo tu tarjeta de presentación que será el broche de oro de tu discurso.</a:t>
            </a:r>
            <a:endParaRPr b="0" i="0" sz="1400" u="none" cap="none" strike="noStrike">
              <a:solidFill>
                <a:srgbClr val="000000"/>
              </a:solidFill>
              <a:latin typeface="Arial"/>
              <a:ea typeface="Arial"/>
              <a:cs typeface="Arial"/>
              <a:sym typeface="Arial"/>
            </a:endParaRPr>
          </a:p>
        </p:txBody>
      </p:sp>
      <p:pic>
        <p:nvPicPr>
          <p:cNvPr descr="Los 5 elementos clave para crear un mensaje efectivo - Locutora Profesional" id="674" name="Google Shape;674;p71"/>
          <p:cNvPicPr preferRelativeResize="0"/>
          <p:nvPr/>
        </p:nvPicPr>
        <p:blipFill rotWithShape="1">
          <a:blip r:embed="rId3">
            <a:alphaModFix/>
          </a:blip>
          <a:srcRect b="0" l="0" r="0" t="0"/>
          <a:stretch/>
        </p:blipFill>
        <p:spPr>
          <a:xfrm>
            <a:off x="3710178" y="4693158"/>
            <a:ext cx="1714500" cy="17145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72"/>
          <p:cNvSpPr/>
          <p:nvPr/>
        </p:nvSpPr>
        <p:spPr>
          <a:xfrm>
            <a:off x="1763640" y="212760"/>
            <a:ext cx="4287600" cy="812160"/>
          </a:xfrm>
          <a:prstGeom prst="rect">
            <a:avLst/>
          </a:prstGeom>
          <a:noFill/>
          <a:ln>
            <a:noFill/>
          </a:ln>
        </p:spPr>
        <p:txBody>
          <a:bodyPr anchorCtr="0" anchor="ctr" bIns="45000" lIns="90000" spcFirstLastPara="1" rIns="90000" wrap="square" tIns="45000">
            <a:noAutofit/>
          </a:bodyPr>
          <a:lstStyle/>
          <a:p>
            <a:pPr indent="0" lvl="0" marL="0" marR="0" rtl="0" algn="ctr">
              <a:lnSpc>
                <a:spcPct val="90000"/>
              </a:lnSpc>
              <a:spcBef>
                <a:spcPts val="0"/>
              </a:spcBef>
              <a:spcAft>
                <a:spcPts val="0"/>
              </a:spcAft>
              <a:buNone/>
            </a:pPr>
            <a:r>
              <a:rPr b="0" i="0" lang="es-ES" sz="3200" u="none" cap="none" strike="noStrike">
                <a:solidFill>
                  <a:srgbClr val="FFFFFF"/>
                </a:solidFill>
                <a:latin typeface="Calibri"/>
                <a:ea typeface="Calibri"/>
                <a:cs typeface="Calibri"/>
                <a:sym typeface="Calibri"/>
              </a:rPr>
              <a:t>Elevator Pitch</a:t>
            </a:r>
            <a:endParaRPr b="0" i="0" sz="3200" u="none" cap="none" strike="noStrike">
              <a:solidFill>
                <a:srgbClr val="000000"/>
              </a:solidFill>
              <a:latin typeface="Arial"/>
              <a:ea typeface="Arial"/>
              <a:cs typeface="Arial"/>
              <a:sym typeface="Arial"/>
            </a:endParaRPr>
          </a:p>
        </p:txBody>
      </p:sp>
      <p:sp>
        <p:nvSpPr>
          <p:cNvPr id="680" name="Google Shape;680;p72"/>
          <p:cNvSpPr/>
          <p:nvPr/>
        </p:nvSpPr>
        <p:spPr>
          <a:xfrm>
            <a:off x="406908" y="1154127"/>
            <a:ext cx="8330184" cy="418576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1400" u="none" cap="none" strike="noStrike">
                <a:solidFill>
                  <a:srgbClr val="000000"/>
                </a:solidFill>
                <a:latin typeface="Arial"/>
                <a:ea typeface="Arial"/>
                <a:cs typeface="Arial"/>
                <a:sym typeface="Arial"/>
              </a:rPr>
              <a:t>Un ejemplo de elevator pitch</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un ejemplo de un elevator pitch para que puedas guiarte mientras elaboras el tuyo:</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¿Sabías que las plazas de residencias y colegios mayores actuales en España solo cubrirían el 56% de la demanda potencial de los próximos años?</a:t>
            </a:r>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¿Y que los estudiantes de posgrados demandan lugares con una ambiente más sofisticado y profesional?</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Mi nombre es Ana y formo parte de un equipo de emprendedores, vamos a crear una residencia estudiantil para jóvenes profesionales y estudiantes de posgrado donde se sientan como en casa pero sin las preocupaciones de la vida diaria, con todos los servicios que necesitan en un solo espacio para que solo se concentren en sus estudios o trabajo.</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Necesitamos dinero para hacerlo; sabemos que en el 2020 las principales transacciones de inversión se hicieron en activos inmobiliarios de este tipo y que la rentabilidad de este tipo de negocios está entre el 5,8% y el 6% en España.</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Aquí está mi tarjeta, podemos reunirnos cuando gustes y conversamos en detalle.</a:t>
            </a:r>
            <a:endParaRPr/>
          </a:p>
        </p:txBody>
      </p:sp>
      <p:pic>
        <p:nvPicPr>
          <p:cNvPr descr="Que Es Una Tarjeta De Presentacion De Una Empresa - Compartir Tarjeta" id="681" name="Google Shape;681;p72"/>
          <p:cNvPicPr preferRelativeResize="0"/>
          <p:nvPr/>
        </p:nvPicPr>
        <p:blipFill rotWithShape="1">
          <a:blip r:embed="rId3">
            <a:alphaModFix/>
          </a:blip>
          <a:srcRect b="0" l="0" r="0" t="0"/>
          <a:stretch/>
        </p:blipFill>
        <p:spPr>
          <a:xfrm>
            <a:off x="3547586" y="5339888"/>
            <a:ext cx="2048827" cy="138890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73"/>
          <p:cNvSpPr/>
          <p:nvPr/>
        </p:nvSpPr>
        <p:spPr>
          <a:xfrm>
            <a:off x="1763640" y="212760"/>
            <a:ext cx="4287600" cy="812160"/>
          </a:xfrm>
          <a:prstGeom prst="rect">
            <a:avLst/>
          </a:prstGeom>
          <a:noFill/>
          <a:ln>
            <a:noFill/>
          </a:ln>
        </p:spPr>
        <p:txBody>
          <a:bodyPr anchorCtr="0" anchor="ctr" bIns="45000" lIns="90000" spcFirstLastPara="1" rIns="90000" wrap="square" tIns="45000">
            <a:noAutofit/>
          </a:bodyPr>
          <a:lstStyle/>
          <a:p>
            <a:pPr indent="0" lvl="0" marL="0" marR="0" rtl="0" algn="ctr">
              <a:lnSpc>
                <a:spcPct val="90000"/>
              </a:lnSpc>
              <a:spcBef>
                <a:spcPts val="0"/>
              </a:spcBef>
              <a:spcAft>
                <a:spcPts val="0"/>
              </a:spcAft>
              <a:buNone/>
            </a:pPr>
            <a:r>
              <a:rPr b="0" i="0" lang="es-ES" sz="3200" u="none" cap="none" strike="noStrike">
                <a:solidFill>
                  <a:srgbClr val="FFFFFF"/>
                </a:solidFill>
                <a:latin typeface="Calibri"/>
                <a:ea typeface="Calibri"/>
                <a:cs typeface="Calibri"/>
                <a:sym typeface="Calibri"/>
              </a:rPr>
              <a:t>Elevator Pitch</a:t>
            </a:r>
            <a:endParaRPr b="0" i="0" sz="3200" u="none" cap="none" strike="noStrike">
              <a:solidFill>
                <a:srgbClr val="000000"/>
              </a:solidFill>
              <a:latin typeface="Arial"/>
              <a:ea typeface="Arial"/>
              <a:cs typeface="Arial"/>
              <a:sym typeface="Arial"/>
            </a:endParaRPr>
          </a:p>
        </p:txBody>
      </p:sp>
      <p:sp>
        <p:nvSpPr>
          <p:cNvPr id="687" name="Google Shape;687;p73"/>
          <p:cNvSpPr/>
          <p:nvPr/>
        </p:nvSpPr>
        <p:spPr>
          <a:xfrm>
            <a:off x="384048" y="2090172"/>
            <a:ext cx="8357616" cy="26776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ES" sz="1400" u="none" cap="none" strike="noStrike">
                <a:solidFill>
                  <a:srgbClr val="000000"/>
                </a:solidFill>
                <a:latin typeface="Arial"/>
                <a:ea typeface="Arial"/>
                <a:cs typeface="Arial"/>
                <a:sym typeface="Arial"/>
              </a:rPr>
              <a:t>Recomendaciones: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Una vez tengas listo tu elevator pitch léelo varias veces, asegúrate que tiene toda la información necesaria para conseguir esa inversión. </a:t>
            </a:r>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Escribe varias versiones y quédate con la mejor.</a:t>
            </a:r>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Luego, debes memorizarlo y practicar muchas veces, siempre que tengas unos minutos practícalo (además, son sólo 30 segundos) hasta lograr controlar el tiempo y que te salga con la mayor naturalidad posible. </a:t>
            </a:r>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La puesta en escena es tan importante como el mensaje.</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ES" sz="1400" u="none" cap="none" strike="noStrike">
                <a:solidFill>
                  <a:srgbClr val="000000"/>
                </a:solidFill>
                <a:latin typeface="Arial"/>
                <a:ea typeface="Arial"/>
                <a:cs typeface="Arial"/>
                <a:sym typeface="Arial"/>
              </a:rPr>
              <a:t>Con estos pasos ya no dejarás pasar ninguna oportunidad, estarás preparado en todo momento para contarle al mundo lo que quieres hacer ¡éxitos!.</a:t>
            </a:r>
            <a:endParaRPr/>
          </a:p>
        </p:txBody>
      </p:sp>
      <p:pic>
        <p:nvPicPr>
          <p:cNvPr descr="Nueva teoría en la consecución del éxito | En Positivo" id="688" name="Google Shape;688;p73"/>
          <p:cNvPicPr preferRelativeResize="0"/>
          <p:nvPr/>
        </p:nvPicPr>
        <p:blipFill rotWithShape="1">
          <a:blip r:embed="rId3">
            <a:alphaModFix/>
          </a:blip>
          <a:srcRect b="0" l="0" r="0" t="0"/>
          <a:stretch/>
        </p:blipFill>
        <p:spPr>
          <a:xfrm>
            <a:off x="3295650" y="4767828"/>
            <a:ext cx="2552700" cy="17145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g1350fa144cd_0_618"/>
          <p:cNvSpPr txBox="1"/>
          <p:nvPr>
            <p:ph type="title"/>
          </p:nvPr>
        </p:nvSpPr>
        <p:spPr>
          <a:xfrm>
            <a:off x="601284" y="4994314"/>
            <a:ext cx="2751000" cy="8313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700"/>
              <a:buNone/>
            </a:pPr>
            <a:r>
              <a:rPr lang="es-ES"/>
              <a:t>Que hemos aprendido hoy?</a:t>
            </a:r>
            <a:endParaRPr/>
          </a:p>
        </p:txBody>
      </p:sp>
      <p:sp>
        <p:nvSpPr>
          <p:cNvPr id="694" name="Google Shape;694;g1350fa144cd_0_618"/>
          <p:cNvSpPr txBox="1"/>
          <p:nvPr>
            <p:ph idx="1" type="body"/>
          </p:nvPr>
        </p:nvSpPr>
        <p:spPr>
          <a:xfrm>
            <a:off x="3781601" y="4954565"/>
            <a:ext cx="5091300" cy="738900"/>
          </a:xfrm>
          <a:prstGeom prst="rect">
            <a:avLst/>
          </a:prstGeom>
          <a:noFill/>
          <a:ln>
            <a:noFill/>
          </a:ln>
        </p:spPr>
        <p:txBody>
          <a:bodyPr anchorCtr="0" anchor="t" bIns="0" lIns="0" spcFirstLastPara="1" rIns="0" wrap="square" tIns="0">
            <a:spAutoFit/>
          </a:bodyPr>
          <a:lstStyle/>
          <a:p>
            <a:pPr indent="-190500" lvl="0" marL="228600" rtl="0" algn="l">
              <a:lnSpc>
                <a:spcPct val="100000"/>
              </a:lnSpc>
              <a:spcBef>
                <a:spcPts val="0"/>
              </a:spcBef>
              <a:spcAft>
                <a:spcPts val="0"/>
              </a:spcAft>
              <a:buSzPts val="1200"/>
              <a:buChar char="●"/>
            </a:pPr>
            <a:r>
              <a:rPr lang="es-ES" sz="1200"/>
              <a:t>Descubriendo al usuario mediante el pensamiento de diseño</a:t>
            </a:r>
            <a:endParaRPr sz="1200"/>
          </a:p>
          <a:p>
            <a:pPr indent="-190500" lvl="0" marL="228600" rtl="0" algn="l">
              <a:lnSpc>
                <a:spcPct val="100000"/>
              </a:lnSpc>
              <a:spcBef>
                <a:spcPts val="0"/>
              </a:spcBef>
              <a:spcAft>
                <a:spcPts val="0"/>
              </a:spcAft>
              <a:buSzPts val="1200"/>
              <a:buChar char="●"/>
            </a:pPr>
            <a:r>
              <a:rPr lang="es-ES" sz="1200"/>
              <a:t>Etapas del Design Thinking</a:t>
            </a:r>
            <a:endParaRPr sz="1200"/>
          </a:p>
          <a:p>
            <a:pPr indent="-190500" lvl="0" marL="228600" rtl="0" algn="l">
              <a:lnSpc>
                <a:spcPct val="100000"/>
              </a:lnSpc>
              <a:spcBef>
                <a:spcPts val="0"/>
              </a:spcBef>
              <a:spcAft>
                <a:spcPts val="0"/>
              </a:spcAft>
              <a:buSzPts val="1200"/>
              <a:buChar char="●"/>
            </a:pPr>
            <a:r>
              <a:rPr lang="es-ES" sz="1200"/>
              <a:t>Como armar un mapa de priorización</a:t>
            </a:r>
            <a:endParaRPr sz="1200"/>
          </a:p>
          <a:p>
            <a:pPr indent="-190500" lvl="0" marL="228600" rtl="0" algn="l">
              <a:lnSpc>
                <a:spcPct val="100000"/>
              </a:lnSpc>
              <a:spcBef>
                <a:spcPts val="0"/>
              </a:spcBef>
              <a:spcAft>
                <a:spcPts val="0"/>
              </a:spcAft>
              <a:buSzPts val="1200"/>
              <a:buChar char="●"/>
            </a:pPr>
            <a:r>
              <a:rPr lang="es-ES" sz="1200"/>
              <a:t>Que es el elevator pitch</a:t>
            </a:r>
            <a:endParaRPr sz="12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g1350fa144cd_0_623"/>
          <p:cNvSpPr txBox="1"/>
          <p:nvPr>
            <p:ph idx="1" type="body"/>
          </p:nvPr>
        </p:nvSpPr>
        <p:spPr>
          <a:xfrm>
            <a:off x="261092" y="763102"/>
            <a:ext cx="1975500" cy="3693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700"/>
              <a:buNone/>
            </a:pPr>
            <a:r>
              <a:rPr lang="es-ES"/>
              <a:t>Preguntas</a:t>
            </a:r>
            <a:endParaRPr/>
          </a:p>
        </p:txBody>
      </p:sp>
      <p:sp>
        <p:nvSpPr>
          <p:cNvPr id="700" name="Google Shape;700;g1350fa144cd_0_623"/>
          <p:cNvSpPr/>
          <p:nvPr/>
        </p:nvSpPr>
        <p:spPr>
          <a:xfrm>
            <a:off x="3163895" y="2177055"/>
            <a:ext cx="366935" cy="478346"/>
          </a:xfrm>
          <a:custGeom>
            <a:rect b="b" l="l" r="r" t="t"/>
            <a:pathLst>
              <a:path extrusionOk="0" h="787400" w="806450">
                <a:moveTo>
                  <a:pt x="402856" y="0"/>
                </a:moveTo>
                <a:lnTo>
                  <a:pt x="355902" y="2540"/>
                </a:lnTo>
                <a:lnTo>
                  <a:pt x="310527" y="10160"/>
                </a:lnTo>
                <a:lnTo>
                  <a:pt x="267035" y="22860"/>
                </a:lnTo>
                <a:lnTo>
                  <a:pt x="225730" y="40640"/>
                </a:lnTo>
                <a:lnTo>
                  <a:pt x="186918" y="62230"/>
                </a:lnTo>
                <a:lnTo>
                  <a:pt x="150902" y="87630"/>
                </a:lnTo>
                <a:lnTo>
                  <a:pt x="117988" y="115570"/>
                </a:lnTo>
                <a:lnTo>
                  <a:pt x="88479" y="148590"/>
                </a:lnTo>
                <a:lnTo>
                  <a:pt x="62681" y="182880"/>
                </a:lnTo>
                <a:lnTo>
                  <a:pt x="40897" y="220980"/>
                </a:lnTo>
                <a:lnTo>
                  <a:pt x="23433" y="261620"/>
                </a:lnTo>
                <a:lnTo>
                  <a:pt x="10592" y="304800"/>
                </a:lnTo>
                <a:lnTo>
                  <a:pt x="2679" y="347980"/>
                </a:lnTo>
                <a:lnTo>
                  <a:pt x="0" y="394970"/>
                </a:lnTo>
                <a:lnTo>
                  <a:pt x="2752" y="440690"/>
                </a:lnTo>
                <a:lnTo>
                  <a:pt x="10736" y="485140"/>
                </a:lnTo>
                <a:lnTo>
                  <a:pt x="23645" y="527050"/>
                </a:lnTo>
                <a:lnTo>
                  <a:pt x="41174" y="567690"/>
                </a:lnTo>
                <a:lnTo>
                  <a:pt x="63019" y="605790"/>
                </a:lnTo>
                <a:lnTo>
                  <a:pt x="88874" y="640080"/>
                </a:lnTo>
                <a:lnTo>
                  <a:pt x="118434" y="673100"/>
                </a:lnTo>
                <a:lnTo>
                  <a:pt x="151395" y="701040"/>
                </a:lnTo>
                <a:lnTo>
                  <a:pt x="187450" y="726440"/>
                </a:lnTo>
                <a:lnTo>
                  <a:pt x="226295" y="748030"/>
                </a:lnTo>
                <a:lnTo>
                  <a:pt x="267625" y="764540"/>
                </a:lnTo>
                <a:lnTo>
                  <a:pt x="311135" y="777240"/>
                </a:lnTo>
                <a:lnTo>
                  <a:pt x="356520" y="784860"/>
                </a:lnTo>
                <a:lnTo>
                  <a:pt x="403474" y="787400"/>
                </a:lnTo>
                <a:lnTo>
                  <a:pt x="450426" y="784860"/>
                </a:lnTo>
                <a:lnTo>
                  <a:pt x="495800" y="777240"/>
                </a:lnTo>
                <a:lnTo>
                  <a:pt x="539290" y="764540"/>
                </a:lnTo>
                <a:lnTo>
                  <a:pt x="545645" y="762000"/>
                </a:lnTo>
                <a:lnTo>
                  <a:pt x="390867" y="762000"/>
                </a:lnTo>
                <a:lnTo>
                  <a:pt x="368767" y="754380"/>
                </a:lnTo>
                <a:lnTo>
                  <a:pt x="318231" y="754380"/>
                </a:lnTo>
                <a:lnTo>
                  <a:pt x="270563" y="740410"/>
                </a:lnTo>
                <a:lnTo>
                  <a:pt x="225761" y="720090"/>
                </a:lnTo>
                <a:lnTo>
                  <a:pt x="184279" y="694690"/>
                </a:lnTo>
                <a:lnTo>
                  <a:pt x="146571" y="665480"/>
                </a:lnTo>
                <a:lnTo>
                  <a:pt x="165709" y="648970"/>
                </a:lnTo>
                <a:lnTo>
                  <a:pt x="167394" y="647700"/>
                </a:lnTo>
                <a:lnTo>
                  <a:pt x="128708" y="647700"/>
                </a:lnTo>
                <a:lnTo>
                  <a:pt x="94729" y="607060"/>
                </a:lnTo>
                <a:lnTo>
                  <a:pt x="66808" y="562610"/>
                </a:lnTo>
                <a:lnTo>
                  <a:pt x="45554" y="513080"/>
                </a:lnTo>
                <a:lnTo>
                  <a:pt x="31580" y="461010"/>
                </a:lnTo>
                <a:lnTo>
                  <a:pt x="25496" y="406400"/>
                </a:lnTo>
                <a:lnTo>
                  <a:pt x="805576" y="406400"/>
                </a:lnTo>
                <a:lnTo>
                  <a:pt x="806320" y="393700"/>
                </a:lnTo>
                <a:lnTo>
                  <a:pt x="805632" y="382270"/>
                </a:lnTo>
                <a:lnTo>
                  <a:pt x="25486" y="382270"/>
                </a:lnTo>
                <a:lnTo>
                  <a:pt x="31478" y="327660"/>
                </a:lnTo>
                <a:lnTo>
                  <a:pt x="45366" y="275590"/>
                </a:lnTo>
                <a:lnTo>
                  <a:pt x="66539" y="226060"/>
                </a:lnTo>
                <a:lnTo>
                  <a:pt x="94387" y="181610"/>
                </a:lnTo>
                <a:lnTo>
                  <a:pt x="128299" y="140970"/>
                </a:lnTo>
                <a:lnTo>
                  <a:pt x="166992" y="140970"/>
                </a:lnTo>
                <a:lnTo>
                  <a:pt x="165305" y="139700"/>
                </a:lnTo>
                <a:lnTo>
                  <a:pt x="183794" y="93980"/>
                </a:lnTo>
                <a:lnTo>
                  <a:pt x="225233" y="68580"/>
                </a:lnTo>
                <a:lnTo>
                  <a:pt x="270003" y="48260"/>
                </a:lnTo>
                <a:lnTo>
                  <a:pt x="317644" y="34290"/>
                </a:lnTo>
                <a:lnTo>
                  <a:pt x="367076" y="34290"/>
                </a:lnTo>
                <a:lnTo>
                  <a:pt x="390260" y="25400"/>
                </a:lnTo>
                <a:lnTo>
                  <a:pt x="544608" y="25400"/>
                </a:lnTo>
                <a:lnTo>
                  <a:pt x="538704" y="22860"/>
                </a:lnTo>
                <a:lnTo>
                  <a:pt x="495195" y="10160"/>
                </a:lnTo>
                <a:lnTo>
                  <a:pt x="449810" y="2540"/>
                </a:lnTo>
                <a:lnTo>
                  <a:pt x="402856" y="0"/>
                </a:lnTo>
                <a:close/>
              </a:path>
              <a:path extrusionOk="0" h="787400" w="806450">
                <a:moveTo>
                  <a:pt x="415882" y="566420"/>
                </a:moveTo>
                <a:lnTo>
                  <a:pt x="390710" y="566420"/>
                </a:lnTo>
                <a:lnTo>
                  <a:pt x="390867" y="762000"/>
                </a:lnTo>
                <a:lnTo>
                  <a:pt x="416039" y="762000"/>
                </a:lnTo>
                <a:lnTo>
                  <a:pt x="415882" y="566420"/>
                </a:lnTo>
                <a:close/>
              </a:path>
              <a:path extrusionOk="0" h="787400" w="806450">
                <a:moveTo>
                  <a:pt x="543501" y="566420"/>
                </a:moveTo>
                <a:lnTo>
                  <a:pt x="415882" y="566420"/>
                </a:lnTo>
                <a:lnTo>
                  <a:pt x="451986" y="568960"/>
                </a:lnTo>
                <a:lnTo>
                  <a:pt x="487065" y="575310"/>
                </a:lnTo>
                <a:lnTo>
                  <a:pt x="520959" y="584200"/>
                </a:lnTo>
                <a:lnTo>
                  <a:pt x="553511" y="596900"/>
                </a:lnTo>
                <a:lnTo>
                  <a:pt x="532961" y="648970"/>
                </a:lnTo>
                <a:lnTo>
                  <a:pt x="508285" y="692150"/>
                </a:lnTo>
                <a:lnTo>
                  <a:pt x="480136" y="726440"/>
                </a:lnTo>
                <a:lnTo>
                  <a:pt x="449170" y="750570"/>
                </a:lnTo>
                <a:lnTo>
                  <a:pt x="416039" y="762000"/>
                </a:lnTo>
                <a:lnTo>
                  <a:pt x="545645" y="762000"/>
                </a:lnTo>
                <a:lnTo>
                  <a:pt x="564708" y="754380"/>
                </a:lnTo>
                <a:lnTo>
                  <a:pt x="488697" y="754380"/>
                </a:lnTo>
                <a:lnTo>
                  <a:pt x="515038" y="726440"/>
                </a:lnTo>
                <a:lnTo>
                  <a:pt x="538796" y="693420"/>
                </a:lnTo>
                <a:lnTo>
                  <a:pt x="559650" y="652780"/>
                </a:lnTo>
                <a:lnTo>
                  <a:pt x="577280" y="607060"/>
                </a:lnTo>
                <a:lnTo>
                  <a:pt x="625750" y="607060"/>
                </a:lnTo>
                <a:lnTo>
                  <a:pt x="609764" y="596900"/>
                </a:lnTo>
                <a:lnTo>
                  <a:pt x="584652" y="582930"/>
                </a:lnTo>
                <a:lnTo>
                  <a:pt x="587124" y="572770"/>
                </a:lnTo>
                <a:lnTo>
                  <a:pt x="560642" y="572770"/>
                </a:lnTo>
                <a:lnTo>
                  <a:pt x="543501" y="566420"/>
                </a:lnTo>
                <a:close/>
              </a:path>
              <a:path extrusionOk="0" h="787400" w="806450">
                <a:moveTo>
                  <a:pt x="257683" y="608330"/>
                </a:moveTo>
                <a:lnTo>
                  <a:pt x="229406" y="608330"/>
                </a:lnTo>
                <a:lnTo>
                  <a:pt x="247096" y="652780"/>
                </a:lnTo>
                <a:lnTo>
                  <a:pt x="268015" y="693420"/>
                </a:lnTo>
                <a:lnTo>
                  <a:pt x="291836" y="726440"/>
                </a:lnTo>
                <a:lnTo>
                  <a:pt x="318231" y="754380"/>
                </a:lnTo>
                <a:lnTo>
                  <a:pt x="368767" y="754380"/>
                </a:lnTo>
                <a:lnTo>
                  <a:pt x="357718" y="750570"/>
                </a:lnTo>
                <a:lnTo>
                  <a:pt x="326719" y="727710"/>
                </a:lnTo>
                <a:lnTo>
                  <a:pt x="298523" y="692150"/>
                </a:lnTo>
                <a:lnTo>
                  <a:pt x="273784" y="648970"/>
                </a:lnTo>
                <a:lnTo>
                  <a:pt x="257683" y="608330"/>
                </a:lnTo>
                <a:close/>
              </a:path>
              <a:path extrusionOk="0" h="787400" w="806450">
                <a:moveTo>
                  <a:pt x="625750" y="607060"/>
                </a:moveTo>
                <a:lnTo>
                  <a:pt x="577280" y="607060"/>
                </a:lnTo>
                <a:lnTo>
                  <a:pt x="599508" y="619760"/>
                </a:lnTo>
                <a:lnTo>
                  <a:pt x="620775" y="633730"/>
                </a:lnTo>
                <a:lnTo>
                  <a:pt x="641019" y="648970"/>
                </a:lnTo>
                <a:lnTo>
                  <a:pt x="660178" y="664210"/>
                </a:lnTo>
                <a:lnTo>
                  <a:pt x="622522" y="694690"/>
                </a:lnTo>
                <a:lnTo>
                  <a:pt x="581085" y="720090"/>
                </a:lnTo>
                <a:lnTo>
                  <a:pt x="536325" y="739140"/>
                </a:lnTo>
                <a:lnTo>
                  <a:pt x="488697" y="754380"/>
                </a:lnTo>
                <a:lnTo>
                  <a:pt x="564708" y="754380"/>
                </a:lnTo>
                <a:lnTo>
                  <a:pt x="619405" y="726440"/>
                </a:lnTo>
                <a:lnTo>
                  <a:pt x="655419" y="701040"/>
                </a:lnTo>
                <a:lnTo>
                  <a:pt x="688333" y="671830"/>
                </a:lnTo>
                <a:lnTo>
                  <a:pt x="710760" y="647700"/>
                </a:lnTo>
                <a:lnTo>
                  <a:pt x="678021" y="647700"/>
                </a:lnTo>
                <a:lnTo>
                  <a:pt x="656519" y="628650"/>
                </a:lnTo>
                <a:lnTo>
                  <a:pt x="633743" y="612140"/>
                </a:lnTo>
                <a:lnTo>
                  <a:pt x="625750" y="607060"/>
                </a:lnTo>
                <a:close/>
              </a:path>
              <a:path extrusionOk="0" h="787400" w="806450">
                <a:moveTo>
                  <a:pt x="222579" y="406400"/>
                </a:moveTo>
                <a:lnTo>
                  <a:pt x="197397" y="406400"/>
                </a:lnTo>
                <a:lnTo>
                  <a:pt x="199598" y="454660"/>
                </a:lnTo>
                <a:lnTo>
                  <a:pt x="204522" y="499110"/>
                </a:lnTo>
                <a:lnTo>
                  <a:pt x="212030" y="543560"/>
                </a:lnTo>
                <a:lnTo>
                  <a:pt x="221982" y="584200"/>
                </a:lnTo>
                <a:lnTo>
                  <a:pt x="196883" y="596900"/>
                </a:lnTo>
                <a:lnTo>
                  <a:pt x="172926" y="612140"/>
                </a:lnTo>
                <a:lnTo>
                  <a:pt x="150179" y="629920"/>
                </a:lnTo>
                <a:lnTo>
                  <a:pt x="128708" y="647700"/>
                </a:lnTo>
                <a:lnTo>
                  <a:pt x="167394" y="647700"/>
                </a:lnTo>
                <a:lnTo>
                  <a:pt x="185935" y="633730"/>
                </a:lnTo>
                <a:lnTo>
                  <a:pt x="207188" y="619760"/>
                </a:lnTo>
                <a:lnTo>
                  <a:pt x="229406" y="608330"/>
                </a:lnTo>
                <a:lnTo>
                  <a:pt x="257683" y="608330"/>
                </a:lnTo>
                <a:lnTo>
                  <a:pt x="253154" y="596900"/>
                </a:lnTo>
                <a:lnTo>
                  <a:pt x="285673" y="584200"/>
                </a:lnTo>
                <a:lnTo>
                  <a:pt x="319545" y="575310"/>
                </a:lnTo>
                <a:lnTo>
                  <a:pt x="333571" y="572770"/>
                </a:lnTo>
                <a:lnTo>
                  <a:pt x="245971" y="572770"/>
                </a:lnTo>
                <a:lnTo>
                  <a:pt x="236590" y="534670"/>
                </a:lnTo>
                <a:lnTo>
                  <a:pt x="229449" y="494030"/>
                </a:lnTo>
                <a:lnTo>
                  <a:pt x="224722" y="450850"/>
                </a:lnTo>
                <a:lnTo>
                  <a:pt x="222579" y="406400"/>
                </a:lnTo>
                <a:close/>
              </a:path>
              <a:path extrusionOk="0" h="787400" w="806450">
                <a:moveTo>
                  <a:pt x="805576" y="406400"/>
                </a:moveTo>
                <a:lnTo>
                  <a:pt x="780845" y="406400"/>
                </a:lnTo>
                <a:lnTo>
                  <a:pt x="774852" y="461010"/>
                </a:lnTo>
                <a:lnTo>
                  <a:pt x="760964" y="513080"/>
                </a:lnTo>
                <a:lnTo>
                  <a:pt x="739789" y="561340"/>
                </a:lnTo>
                <a:lnTo>
                  <a:pt x="711938" y="607060"/>
                </a:lnTo>
                <a:lnTo>
                  <a:pt x="678021" y="647700"/>
                </a:lnTo>
                <a:lnTo>
                  <a:pt x="710760" y="647700"/>
                </a:lnTo>
                <a:lnTo>
                  <a:pt x="743640" y="604520"/>
                </a:lnTo>
                <a:lnTo>
                  <a:pt x="765423" y="566420"/>
                </a:lnTo>
                <a:lnTo>
                  <a:pt x="782888" y="527050"/>
                </a:lnTo>
                <a:lnTo>
                  <a:pt x="795728" y="483870"/>
                </a:lnTo>
                <a:lnTo>
                  <a:pt x="803641" y="439420"/>
                </a:lnTo>
                <a:lnTo>
                  <a:pt x="805576" y="406400"/>
                </a:lnTo>
                <a:close/>
              </a:path>
              <a:path extrusionOk="0" h="787400" w="806450">
                <a:moveTo>
                  <a:pt x="415746" y="406400"/>
                </a:moveTo>
                <a:lnTo>
                  <a:pt x="390574" y="406400"/>
                </a:lnTo>
                <a:lnTo>
                  <a:pt x="390689" y="542290"/>
                </a:lnTo>
                <a:lnTo>
                  <a:pt x="352754" y="544830"/>
                </a:lnTo>
                <a:lnTo>
                  <a:pt x="315880" y="551180"/>
                </a:lnTo>
                <a:lnTo>
                  <a:pt x="280230" y="560070"/>
                </a:lnTo>
                <a:lnTo>
                  <a:pt x="245971" y="572770"/>
                </a:lnTo>
                <a:lnTo>
                  <a:pt x="333571" y="572770"/>
                </a:lnTo>
                <a:lnTo>
                  <a:pt x="354610" y="568960"/>
                </a:lnTo>
                <a:lnTo>
                  <a:pt x="390710" y="566420"/>
                </a:lnTo>
                <a:lnTo>
                  <a:pt x="543501" y="566420"/>
                </a:lnTo>
                <a:lnTo>
                  <a:pt x="526360" y="560070"/>
                </a:lnTo>
                <a:lnTo>
                  <a:pt x="490699" y="551180"/>
                </a:lnTo>
                <a:lnTo>
                  <a:pt x="453817" y="544830"/>
                </a:lnTo>
                <a:lnTo>
                  <a:pt x="415872" y="542290"/>
                </a:lnTo>
                <a:lnTo>
                  <a:pt x="415746" y="406400"/>
                </a:lnTo>
                <a:close/>
              </a:path>
              <a:path extrusionOk="0" h="787400" w="806450">
                <a:moveTo>
                  <a:pt x="608934" y="406400"/>
                </a:moveTo>
                <a:lnTo>
                  <a:pt x="583762" y="406400"/>
                </a:lnTo>
                <a:lnTo>
                  <a:pt x="581694" y="450850"/>
                </a:lnTo>
                <a:lnTo>
                  <a:pt x="577036" y="492760"/>
                </a:lnTo>
                <a:lnTo>
                  <a:pt x="569960" y="534670"/>
                </a:lnTo>
                <a:lnTo>
                  <a:pt x="560642" y="572770"/>
                </a:lnTo>
                <a:lnTo>
                  <a:pt x="587124" y="572770"/>
                </a:lnTo>
                <a:lnTo>
                  <a:pt x="594540" y="542290"/>
                </a:lnTo>
                <a:lnTo>
                  <a:pt x="601980" y="499110"/>
                </a:lnTo>
                <a:lnTo>
                  <a:pt x="606826" y="453390"/>
                </a:lnTo>
                <a:lnTo>
                  <a:pt x="608934" y="406400"/>
                </a:lnTo>
                <a:close/>
              </a:path>
              <a:path extrusionOk="0" h="787400" w="806450">
                <a:moveTo>
                  <a:pt x="166992" y="140970"/>
                </a:moveTo>
                <a:lnTo>
                  <a:pt x="128299" y="140970"/>
                </a:lnTo>
                <a:lnTo>
                  <a:pt x="149797" y="158750"/>
                </a:lnTo>
                <a:lnTo>
                  <a:pt x="172573" y="176530"/>
                </a:lnTo>
                <a:lnTo>
                  <a:pt x="196554" y="191770"/>
                </a:lnTo>
                <a:lnTo>
                  <a:pt x="221668" y="204470"/>
                </a:lnTo>
                <a:lnTo>
                  <a:pt x="211784" y="245110"/>
                </a:lnTo>
                <a:lnTo>
                  <a:pt x="204344" y="288290"/>
                </a:lnTo>
                <a:lnTo>
                  <a:pt x="199496" y="334010"/>
                </a:lnTo>
                <a:lnTo>
                  <a:pt x="197386" y="382270"/>
                </a:lnTo>
                <a:lnTo>
                  <a:pt x="222558" y="382270"/>
                </a:lnTo>
                <a:lnTo>
                  <a:pt x="224630" y="337820"/>
                </a:lnTo>
                <a:lnTo>
                  <a:pt x="229288" y="294640"/>
                </a:lnTo>
                <a:lnTo>
                  <a:pt x="236361" y="254000"/>
                </a:lnTo>
                <a:lnTo>
                  <a:pt x="245678" y="215900"/>
                </a:lnTo>
                <a:lnTo>
                  <a:pt x="333286" y="215900"/>
                </a:lnTo>
                <a:lnTo>
                  <a:pt x="319254" y="213360"/>
                </a:lnTo>
                <a:lnTo>
                  <a:pt x="285365" y="204470"/>
                </a:lnTo>
                <a:lnTo>
                  <a:pt x="252829" y="191770"/>
                </a:lnTo>
                <a:lnTo>
                  <a:pt x="257339" y="180340"/>
                </a:lnTo>
                <a:lnTo>
                  <a:pt x="229040" y="180340"/>
                </a:lnTo>
                <a:lnTo>
                  <a:pt x="206813" y="168910"/>
                </a:lnTo>
                <a:lnTo>
                  <a:pt x="185549" y="154940"/>
                </a:lnTo>
                <a:lnTo>
                  <a:pt x="166992" y="140970"/>
                </a:lnTo>
                <a:close/>
              </a:path>
              <a:path extrusionOk="0" h="787400" w="806450">
                <a:moveTo>
                  <a:pt x="333286" y="215900"/>
                </a:moveTo>
                <a:lnTo>
                  <a:pt x="245678" y="215900"/>
                </a:lnTo>
                <a:lnTo>
                  <a:pt x="279963" y="228600"/>
                </a:lnTo>
                <a:lnTo>
                  <a:pt x="315629" y="237490"/>
                </a:lnTo>
                <a:lnTo>
                  <a:pt x="352511" y="243840"/>
                </a:lnTo>
                <a:lnTo>
                  <a:pt x="390448" y="246380"/>
                </a:lnTo>
                <a:lnTo>
                  <a:pt x="390553" y="382270"/>
                </a:lnTo>
                <a:lnTo>
                  <a:pt x="415746" y="382270"/>
                </a:lnTo>
                <a:lnTo>
                  <a:pt x="415631" y="246380"/>
                </a:lnTo>
                <a:lnTo>
                  <a:pt x="453566" y="243840"/>
                </a:lnTo>
                <a:lnTo>
                  <a:pt x="490441" y="237490"/>
                </a:lnTo>
                <a:lnTo>
                  <a:pt x="526094" y="227330"/>
                </a:lnTo>
                <a:lnTo>
                  <a:pt x="541323" y="222250"/>
                </a:lnTo>
                <a:lnTo>
                  <a:pt x="390438" y="222250"/>
                </a:lnTo>
                <a:lnTo>
                  <a:pt x="354333" y="219710"/>
                </a:lnTo>
                <a:lnTo>
                  <a:pt x="333286" y="215900"/>
                </a:lnTo>
                <a:close/>
              </a:path>
              <a:path extrusionOk="0" h="787400" w="806450">
                <a:moveTo>
                  <a:pt x="587148" y="215900"/>
                </a:moveTo>
                <a:lnTo>
                  <a:pt x="560359" y="215900"/>
                </a:lnTo>
                <a:lnTo>
                  <a:pt x="569739" y="254000"/>
                </a:lnTo>
                <a:lnTo>
                  <a:pt x="576876" y="294640"/>
                </a:lnTo>
                <a:lnTo>
                  <a:pt x="581600" y="337820"/>
                </a:lnTo>
                <a:lnTo>
                  <a:pt x="583741" y="382270"/>
                </a:lnTo>
                <a:lnTo>
                  <a:pt x="608923" y="382270"/>
                </a:lnTo>
                <a:lnTo>
                  <a:pt x="606733" y="334010"/>
                </a:lnTo>
                <a:lnTo>
                  <a:pt x="601811" y="288290"/>
                </a:lnTo>
                <a:lnTo>
                  <a:pt x="594302" y="245110"/>
                </a:lnTo>
                <a:lnTo>
                  <a:pt x="587148" y="215900"/>
                </a:lnTo>
                <a:close/>
              </a:path>
              <a:path extrusionOk="0" h="787400" w="806450">
                <a:moveTo>
                  <a:pt x="711538" y="140970"/>
                </a:moveTo>
                <a:lnTo>
                  <a:pt x="677612" y="140970"/>
                </a:lnTo>
                <a:lnTo>
                  <a:pt x="711592" y="181610"/>
                </a:lnTo>
                <a:lnTo>
                  <a:pt x="739515" y="226060"/>
                </a:lnTo>
                <a:lnTo>
                  <a:pt x="760770" y="274320"/>
                </a:lnTo>
                <a:lnTo>
                  <a:pt x="774744" y="326390"/>
                </a:lnTo>
                <a:lnTo>
                  <a:pt x="780824" y="381000"/>
                </a:lnTo>
                <a:lnTo>
                  <a:pt x="608923" y="382270"/>
                </a:lnTo>
                <a:lnTo>
                  <a:pt x="805632" y="382270"/>
                </a:lnTo>
                <a:lnTo>
                  <a:pt x="795585" y="303530"/>
                </a:lnTo>
                <a:lnTo>
                  <a:pt x="782676" y="261620"/>
                </a:lnTo>
                <a:lnTo>
                  <a:pt x="765148" y="220980"/>
                </a:lnTo>
                <a:lnTo>
                  <a:pt x="743304" y="182880"/>
                </a:lnTo>
                <a:lnTo>
                  <a:pt x="717450" y="147320"/>
                </a:lnTo>
                <a:lnTo>
                  <a:pt x="711538" y="140970"/>
                </a:lnTo>
                <a:close/>
              </a:path>
              <a:path extrusionOk="0" h="787400" w="806450">
                <a:moveTo>
                  <a:pt x="415453" y="25400"/>
                </a:moveTo>
                <a:lnTo>
                  <a:pt x="390260" y="25400"/>
                </a:lnTo>
                <a:lnTo>
                  <a:pt x="390438" y="222250"/>
                </a:lnTo>
                <a:lnTo>
                  <a:pt x="415610" y="222250"/>
                </a:lnTo>
                <a:lnTo>
                  <a:pt x="415453" y="25400"/>
                </a:lnTo>
                <a:close/>
              </a:path>
              <a:path extrusionOk="0" h="787400" w="806450">
                <a:moveTo>
                  <a:pt x="544608" y="25400"/>
                </a:moveTo>
                <a:lnTo>
                  <a:pt x="415453" y="25400"/>
                </a:lnTo>
                <a:lnTo>
                  <a:pt x="448606" y="36830"/>
                </a:lnTo>
                <a:lnTo>
                  <a:pt x="479611" y="60960"/>
                </a:lnTo>
                <a:lnTo>
                  <a:pt x="507813" y="95250"/>
                </a:lnTo>
                <a:lnTo>
                  <a:pt x="532554" y="139700"/>
                </a:lnTo>
                <a:lnTo>
                  <a:pt x="553176" y="191770"/>
                </a:lnTo>
                <a:lnTo>
                  <a:pt x="520651" y="203200"/>
                </a:lnTo>
                <a:lnTo>
                  <a:pt x="486777" y="213360"/>
                </a:lnTo>
                <a:lnTo>
                  <a:pt x="451710" y="219710"/>
                </a:lnTo>
                <a:lnTo>
                  <a:pt x="415610" y="222250"/>
                </a:lnTo>
                <a:lnTo>
                  <a:pt x="541323" y="222250"/>
                </a:lnTo>
                <a:lnTo>
                  <a:pt x="560359" y="215900"/>
                </a:lnTo>
                <a:lnTo>
                  <a:pt x="587148" y="215900"/>
                </a:lnTo>
                <a:lnTo>
                  <a:pt x="584348" y="204470"/>
                </a:lnTo>
                <a:lnTo>
                  <a:pt x="609437" y="190500"/>
                </a:lnTo>
                <a:lnTo>
                  <a:pt x="625407" y="180340"/>
                </a:lnTo>
                <a:lnTo>
                  <a:pt x="576924" y="180340"/>
                </a:lnTo>
                <a:lnTo>
                  <a:pt x="559230" y="134620"/>
                </a:lnTo>
                <a:lnTo>
                  <a:pt x="538312" y="95250"/>
                </a:lnTo>
                <a:lnTo>
                  <a:pt x="514493" y="60960"/>
                </a:lnTo>
                <a:lnTo>
                  <a:pt x="488100" y="34290"/>
                </a:lnTo>
                <a:lnTo>
                  <a:pt x="565273" y="34290"/>
                </a:lnTo>
                <a:lnTo>
                  <a:pt x="544608" y="25400"/>
                </a:lnTo>
                <a:close/>
              </a:path>
              <a:path extrusionOk="0" h="787400" w="806450">
                <a:moveTo>
                  <a:pt x="367076" y="34290"/>
                </a:moveTo>
                <a:lnTo>
                  <a:pt x="317644" y="34290"/>
                </a:lnTo>
                <a:lnTo>
                  <a:pt x="291296" y="60960"/>
                </a:lnTo>
                <a:lnTo>
                  <a:pt x="267531" y="95250"/>
                </a:lnTo>
                <a:lnTo>
                  <a:pt x="246671" y="134620"/>
                </a:lnTo>
                <a:lnTo>
                  <a:pt x="229040" y="180340"/>
                </a:lnTo>
                <a:lnTo>
                  <a:pt x="257339" y="180340"/>
                </a:lnTo>
                <a:lnTo>
                  <a:pt x="273374" y="139700"/>
                </a:lnTo>
                <a:lnTo>
                  <a:pt x="298043" y="95250"/>
                </a:lnTo>
                <a:lnTo>
                  <a:pt x="326184" y="60960"/>
                </a:lnTo>
                <a:lnTo>
                  <a:pt x="357141" y="38100"/>
                </a:lnTo>
                <a:lnTo>
                  <a:pt x="367076" y="34290"/>
                </a:lnTo>
                <a:close/>
              </a:path>
              <a:path extrusionOk="0" h="787400" w="806450">
                <a:moveTo>
                  <a:pt x="565273" y="34290"/>
                </a:moveTo>
                <a:lnTo>
                  <a:pt x="488100" y="34290"/>
                </a:lnTo>
                <a:lnTo>
                  <a:pt x="535766" y="48260"/>
                </a:lnTo>
                <a:lnTo>
                  <a:pt x="580564" y="68580"/>
                </a:lnTo>
                <a:lnTo>
                  <a:pt x="622043" y="93980"/>
                </a:lnTo>
                <a:lnTo>
                  <a:pt x="659749" y="123190"/>
                </a:lnTo>
                <a:lnTo>
                  <a:pt x="640603" y="139700"/>
                </a:lnTo>
                <a:lnTo>
                  <a:pt x="620379" y="154940"/>
                </a:lnTo>
                <a:lnTo>
                  <a:pt x="599133" y="167640"/>
                </a:lnTo>
                <a:lnTo>
                  <a:pt x="576924" y="180340"/>
                </a:lnTo>
                <a:lnTo>
                  <a:pt x="625407" y="180340"/>
                </a:lnTo>
                <a:lnTo>
                  <a:pt x="633391" y="175260"/>
                </a:lnTo>
                <a:lnTo>
                  <a:pt x="656140" y="158750"/>
                </a:lnTo>
                <a:lnTo>
                  <a:pt x="677612" y="140970"/>
                </a:lnTo>
                <a:lnTo>
                  <a:pt x="711538" y="140970"/>
                </a:lnTo>
                <a:lnTo>
                  <a:pt x="687891" y="115570"/>
                </a:lnTo>
                <a:lnTo>
                  <a:pt x="654932" y="86360"/>
                </a:lnTo>
                <a:lnTo>
                  <a:pt x="618877" y="60960"/>
                </a:lnTo>
                <a:lnTo>
                  <a:pt x="580033" y="40640"/>
                </a:lnTo>
                <a:lnTo>
                  <a:pt x="565273" y="34290"/>
                </a:lnTo>
                <a:close/>
              </a:path>
            </a:pathLst>
          </a:custGeom>
          <a:solidFill>
            <a:srgbClr val="2E2D2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pic>
        <p:nvPicPr>
          <p:cNvPr id="701" name="Google Shape;701;g1350fa144cd_0_623"/>
          <p:cNvPicPr preferRelativeResize="0"/>
          <p:nvPr/>
        </p:nvPicPr>
        <p:blipFill rotWithShape="1">
          <a:blip r:embed="rId3">
            <a:alphaModFix/>
          </a:blip>
          <a:srcRect b="0" l="0" r="0" t="0"/>
          <a:stretch/>
        </p:blipFill>
        <p:spPr>
          <a:xfrm>
            <a:off x="3163893" y="869992"/>
            <a:ext cx="469268" cy="255893"/>
          </a:xfrm>
          <a:prstGeom prst="rect">
            <a:avLst/>
          </a:prstGeom>
          <a:noFill/>
          <a:ln>
            <a:noFill/>
          </a:ln>
        </p:spPr>
      </p:pic>
      <p:sp>
        <p:nvSpPr>
          <p:cNvPr id="702" name="Google Shape;702;g1350fa144cd_0_623"/>
          <p:cNvSpPr txBox="1"/>
          <p:nvPr/>
        </p:nvSpPr>
        <p:spPr>
          <a:xfrm>
            <a:off x="3782587" y="757025"/>
            <a:ext cx="4196100" cy="847500"/>
          </a:xfrm>
          <a:prstGeom prst="rect">
            <a:avLst/>
          </a:prstGeom>
          <a:noFill/>
          <a:ln>
            <a:noFill/>
          </a:ln>
        </p:spPr>
        <p:txBody>
          <a:bodyPr anchorCtr="0" anchor="t" bIns="0" lIns="0" spcFirstLastPara="1" rIns="0" wrap="square" tIns="46200">
            <a:spAutoFit/>
          </a:bodyPr>
          <a:lstStyle/>
          <a:p>
            <a:pPr indent="0" lvl="0" marL="0" marR="0" rtl="0" algn="l">
              <a:lnSpc>
                <a:spcPct val="115000"/>
              </a:lnSpc>
              <a:spcBef>
                <a:spcPts val="700"/>
              </a:spcBef>
              <a:spcAft>
                <a:spcPts val="0"/>
              </a:spcAft>
              <a:buClr>
                <a:srgbClr val="000000"/>
              </a:buClr>
              <a:buSzPts val="600"/>
              <a:buFont typeface="Arial"/>
              <a:buNone/>
            </a:pPr>
            <a:r>
              <a:rPr b="1" lang="es-ES" sz="1800">
                <a:solidFill>
                  <a:srgbClr val="9EA4A8"/>
                </a:solidFill>
              </a:rPr>
              <a:t>Como nos ayuda el Design Thinking?</a:t>
            </a:r>
            <a:endParaRPr b="1" i="0" sz="700" u="none" cap="none" strike="noStrike">
              <a:solidFill>
                <a:schemeClr val="dk1"/>
              </a:solidFill>
              <a:latin typeface="Arial"/>
              <a:ea typeface="Arial"/>
              <a:cs typeface="Arial"/>
              <a:sym typeface="Arial"/>
            </a:endParaRPr>
          </a:p>
          <a:p>
            <a:pPr indent="0" lvl="0" marL="12700" marR="0" rtl="0" algn="just">
              <a:lnSpc>
                <a:spcPct val="100000"/>
              </a:lnSpc>
              <a:spcBef>
                <a:spcPts val="200"/>
              </a:spcBef>
              <a:spcAft>
                <a:spcPts val="0"/>
              </a:spcAft>
              <a:buClr>
                <a:srgbClr val="000000"/>
              </a:buClr>
              <a:buSzPts val="1800"/>
              <a:buFont typeface="Arial"/>
              <a:buNone/>
            </a:pPr>
            <a:r>
              <a:t/>
            </a:r>
            <a:endParaRPr b="1" i="0" sz="1800" u="none" cap="none" strike="noStrike">
              <a:solidFill>
                <a:srgbClr val="9EA4A8"/>
              </a:solidFill>
              <a:latin typeface="Arial"/>
              <a:ea typeface="Arial"/>
              <a:cs typeface="Arial"/>
              <a:sym typeface="Arial"/>
            </a:endParaRPr>
          </a:p>
          <a:p>
            <a:pPr indent="0" lvl="0" marL="25400" marR="0" rtl="0" algn="ctr">
              <a:lnSpc>
                <a:spcPct val="101499"/>
              </a:lnSpc>
              <a:spcBef>
                <a:spcPts val="200"/>
              </a:spcBef>
              <a:spcAft>
                <a:spcPts val="0"/>
              </a:spcAft>
              <a:buClr>
                <a:srgbClr val="000000"/>
              </a:buClr>
              <a:buSzPts val="1000"/>
              <a:buFont typeface="Arial"/>
              <a:buNone/>
            </a:pPr>
            <a:r>
              <a:t/>
            </a:r>
            <a:endParaRPr b="1" i="0" sz="1000" u="none" cap="none" strike="noStrike">
              <a:solidFill>
                <a:schemeClr val="dk1"/>
              </a:solidFill>
              <a:latin typeface="Arial"/>
              <a:ea typeface="Arial"/>
              <a:cs typeface="Arial"/>
              <a:sym typeface="Arial"/>
            </a:endParaRPr>
          </a:p>
        </p:txBody>
      </p:sp>
      <p:sp>
        <p:nvSpPr>
          <p:cNvPr id="703" name="Google Shape;703;g1350fa144cd_0_623"/>
          <p:cNvSpPr txBox="1"/>
          <p:nvPr/>
        </p:nvSpPr>
        <p:spPr>
          <a:xfrm>
            <a:off x="3782587" y="2135963"/>
            <a:ext cx="4196100" cy="1182000"/>
          </a:xfrm>
          <a:prstGeom prst="rect">
            <a:avLst/>
          </a:prstGeom>
          <a:noFill/>
          <a:ln>
            <a:noFill/>
          </a:ln>
        </p:spPr>
        <p:txBody>
          <a:bodyPr anchorCtr="0" anchor="t" bIns="0" lIns="0" spcFirstLastPara="1" rIns="0" wrap="square" tIns="46200">
            <a:spAutoFit/>
          </a:bodyPr>
          <a:lstStyle/>
          <a:p>
            <a:pPr indent="0" lvl="0" marL="0" marR="0" rtl="0" algn="l">
              <a:lnSpc>
                <a:spcPct val="115000"/>
              </a:lnSpc>
              <a:spcBef>
                <a:spcPts val="700"/>
              </a:spcBef>
              <a:spcAft>
                <a:spcPts val="0"/>
              </a:spcAft>
              <a:buClr>
                <a:srgbClr val="000000"/>
              </a:buClr>
              <a:buSzPts val="600"/>
              <a:buFont typeface="Arial"/>
              <a:buNone/>
            </a:pPr>
            <a:r>
              <a:rPr b="1" lang="es-ES" sz="1800">
                <a:solidFill>
                  <a:srgbClr val="9EA4A8"/>
                </a:solidFill>
              </a:rPr>
              <a:t>Que herramientas existen para el desarrollo de una dinámica de pensamiento de diseño?</a:t>
            </a:r>
            <a:endParaRPr b="1" i="0" sz="700" u="none" cap="none" strike="noStrike">
              <a:solidFill>
                <a:schemeClr val="dk1"/>
              </a:solidFill>
              <a:latin typeface="Arial"/>
              <a:ea typeface="Arial"/>
              <a:cs typeface="Arial"/>
              <a:sym typeface="Arial"/>
            </a:endParaRPr>
          </a:p>
          <a:p>
            <a:pPr indent="0" lvl="0" marL="25400" marR="0" rtl="0" algn="ctr">
              <a:lnSpc>
                <a:spcPct val="101499"/>
              </a:lnSpc>
              <a:spcBef>
                <a:spcPts val="20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p:txBody>
      </p:sp>
      <p:sp>
        <p:nvSpPr>
          <p:cNvPr id="704" name="Google Shape;704;g1350fa144cd_0_623"/>
          <p:cNvSpPr txBox="1"/>
          <p:nvPr/>
        </p:nvSpPr>
        <p:spPr>
          <a:xfrm>
            <a:off x="3721981" y="3818059"/>
            <a:ext cx="4196100" cy="863400"/>
          </a:xfrm>
          <a:prstGeom prst="rect">
            <a:avLst/>
          </a:prstGeom>
          <a:noFill/>
          <a:ln>
            <a:noFill/>
          </a:ln>
        </p:spPr>
        <p:txBody>
          <a:bodyPr anchorCtr="0" anchor="t" bIns="0" lIns="0" spcFirstLastPara="1" rIns="0" wrap="square" tIns="46200">
            <a:spAutoFit/>
          </a:bodyPr>
          <a:lstStyle/>
          <a:p>
            <a:pPr indent="0" lvl="0" marL="0" marR="0" rtl="0" algn="l">
              <a:lnSpc>
                <a:spcPct val="115000"/>
              </a:lnSpc>
              <a:spcBef>
                <a:spcPts val="700"/>
              </a:spcBef>
              <a:spcAft>
                <a:spcPts val="0"/>
              </a:spcAft>
              <a:buClr>
                <a:srgbClr val="000000"/>
              </a:buClr>
              <a:buSzPts val="600"/>
              <a:buFont typeface="Arial"/>
              <a:buNone/>
            </a:pPr>
            <a:r>
              <a:rPr b="1" lang="es-ES" sz="1800">
                <a:solidFill>
                  <a:srgbClr val="9EA4A8"/>
                </a:solidFill>
              </a:rPr>
              <a:t>Cuando puede ser buena idea utilizar Elevator Pitch</a:t>
            </a:r>
            <a:r>
              <a:rPr b="1" i="0" lang="es-ES" sz="1800" u="none" cap="none" strike="noStrike">
                <a:solidFill>
                  <a:srgbClr val="9EA4A8"/>
                </a:solidFill>
                <a:latin typeface="Arial"/>
                <a:ea typeface="Arial"/>
                <a:cs typeface="Arial"/>
                <a:sym typeface="Arial"/>
              </a:rPr>
              <a:t>?</a:t>
            </a:r>
            <a:endParaRPr b="1" i="0" sz="700" u="none" cap="none" strike="noStrike">
              <a:solidFill>
                <a:schemeClr val="dk1"/>
              </a:solidFill>
              <a:latin typeface="Arial"/>
              <a:ea typeface="Arial"/>
              <a:cs typeface="Arial"/>
              <a:sym typeface="Arial"/>
            </a:endParaRPr>
          </a:p>
          <a:p>
            <a:pPr indent="0" lvl="0" marL="25400" marR="0" rtl="0" algn="ctr">
              <a:lnSpc>
                <a:spcPct val="101499"/>
              </a:lnSpc>
              <a:spcBef>
                <a:spcPts val="20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p:txBody>
      </p:sp>
      <p:pic>
        <p:nvPicPr>
          <p:cNvPr id="705" name="Google Shape;705;g1350fa144cd_0_623"/>
          <p:cNvPicPr preferRelativeResize="0"/>
          <p:nvPr/>
        </p:nvPicPr>
        <p:blipFill rotWithShape="1">
          <a:blip r:embed="rId3">
            <a:alphaModFix/>
          </a:blip>
          <a:srcRect b="0" l="0" r="0" t="0"/>
          <a:stretch/>
        </p:blipFill>
        <p:spPr>
          <a:xfrm>
            <a:off x="3061430" y="3988894"/>
            <a:ext cx="469268" cy="255893"/>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g1350fa144cd_0_633"/>
          <p:cNvSpPr txBox="1"/>
          <p:nvPr>
            <p:ph idx="1" type="body"/>
          </p:nvPr>
        </p:nvSpPr>
        <p:spPr>
          <a:xfrm>
            <a:off x="261092" y="763102"/>
            <a:ext cx="1975500" cy="3693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700"/>
              <a:buNone/>
            </a:pPr>
            <a:r>
              <a:rPr lang="es-ES"/>
              <a:t>Bibliografía</a:t>
            </a:r>
            <a:endParaRPr/>
          </a:p>
        </p:txBody>
      </p:sp>
      <p:pic>
        <p:nvPicPr>
          <p:cNvPr id="711" name="Google Shape;711;g1350fa144cd_0_633"/>
          <p:cNvPicPr preferRelativeResize="0"/>
          <p:nvPr/>
        </p:nvPicPr>
        <p:blipFill rotWithShape="1">
          <a:blip r:embed="rId3">
            <a:alphaModFix/>
          </a:blip>
          <a:srcRect b="0" l="0" r="0" t="0"/>
          <a:stretch/>
        </p:blipFill>
        <p:spPr>
          <a:xfrm>
            <a:off x="649283" y="2938607"/>
            <a:ext cx="469268" cy="255893"/>
          </a:xfrm>
          <a:prstGeom prst="rect">
            <a:avLst/>
          </a:prstGeom>
          <a:noFill/>
          <a:ln>
            <a:noFill/>
          </a:ln>
        </p:spPr>
      </p:pic>
      <p:sp>
        <p:nvSpPr>
          <p:cNvPr id="712" name="Google Shape;712;g1350fa144cd_0_633"/>
          <p:cNvSpPr txBox="1"/>
          <p:nvPr/>
        </p:nvSpPr>
        <p:spPr>
          <a:xfrm>
            <a:off x="1357653" y="2058024"/>
            <a:ext cx="7394400" cy="3427800"/>
          </a:xfrm>
          <a:prstGeom prst="rect">
            <a:avLst/>
          </a:prstGeom>
          <a:noFill/>
          <a:ln>
            <a:noFill/>
          </a:ln>
        </p:spPr>
        <p:txBody>
          <a:bodyPr anchorCtr="0" anchor="t" bIns="0" lIns="0" spcFirstLastPara="1" rIns="0" wrap="square" tIns="46200">
            <a:spAutoFit/>
          </a:bodyPr>
          <a:lstStyle/>
          <a:p>
            <a:pPr indent="0" lvl="0" marL="12700" marR="0" rtl="0" algn="l">
              <a:lnSpc>
                <a:spcPct val="100000"/>
              </a:lnSpc>
              <a:spcBef>
                <a:spcPts val="0"/>
              </a:spcBef>
              <a:spcAft>
                <a:spcPts val="0"/>
              </a:spcAft>
              <a:buClr>
                <a:schemeClr val="dk1"/>
              </a:buClr>
              <a:buSzPts val="1100"/>
              <a:buFont typeface="Arial"/>
              <a:buNone/>
            </a:pPr>
            <a:r>
              <a:rPr b="1" lang="es-ES">
                <a:solidFill>
                  <a:schemeClr val="dk1"/>
                </a:solidFill>
              </a:rPr>
              <a:t>3.1.1 Brown, T., Katz, B., &amp; Garcia, M. M. (2020). Diseñar el cambio: Como el design thinking puede transformar las organizaciones e inspirar la innovación.</a:t>
            </a:r>
            <a:endParaRPr sz="1150">
              <a:solidFill>
                <a:schemeClr val="dk1"/>
              </a:solidFill>
            </a:endParaRPr>
          </a:p>
          <a:p>
            <a:pPr indent="0" lvl="0" marL="12700" marR="0" rtl="0" algn="l">
              <a:lnSpc>
                <a:spcPct val="100000"/>
              </a:lnSpc>
              <a:spcBef>
                <a:spcPts val="0"/>
              </a:spcBef>
              <a:spcAft>
                <a:spcPts val="0"/>
              </a:spcAft>
              <a:buClr>
                <a:srgbClr val="000000"/>
              </a:buClr>
              <a:buSzPts val="600"/>
              <a:buFont typeface="Arial"/>
              <a:buNone/>
            </a:pPr>
            <a:r>
              <a:t/>
            </a:r>
            <a:endParaRPr b="1">
              <a:solidFill>
                <a:schemeClr val="dk1"/>
              </a:solidFill>
            </a:endParaRPr>
          </a:p>
          <a:p>
            <a:pPr indent="0" lvl="0" marL="0" rtl="0" algn="l">
              <a:spcBef>
                <a:spcPts val="0"/>
              </a:spcBef>
              <a:spcAft>
                <a:spcPts val="0"/>
              </a:spcAft>
              <a:buClr>
                <a:schemeClr val="dk1"/>
              </a:buClr>
              <a:buFont typeface="Arial"/>
              <a:buNone/>
            </a:pPr>
            <a:r>
              <a:rPr b="1" lang="es-ES">
                <a:solidFill>
                  <a:schemeClr val="dk1"/>
                </a:solidFill>
              </a:rPr>
              <a:t>3.1.1 Power pitch method : el arte de construir un pitch para encantar a tus clientes y generar nuevos negocios</a:t>
            </a:r>
            <a:endParaRPr b="1">
              <a:solidFill>
                <a:schemeClr val="dk1"/>
              </a:solidFill>
            </a:endParaRPr>
          </a:p>
          <a:p>
            <a:pPr indent="0" lvl="0" marL="0" rtl="0" algn="l">
              <a:spcBef>
                <a:spcPts val="0"/>
              </a:spcBef>
              <a:spcAft>
                <a:spcPts val="0"/>
              </a:spcAft>
              <a:buClr>
                <a:schemeClr val="dk1"/>
              </a:buClr>
              <a:buFont typeface="Arial"/>
              <a:buNone/>
            </a:pPr>
            <a:r>
              <a:rPr b="1" lang="es-ES">
                <a:solidFill>
                  <a:schemeClr val="dk1"/>
                </a:solidFill>
              </a:rPr>
              <a:t>Por Sepúlveda Velásquez, Héctor</a:t>
            </a:r>
            <a:endParaRPr b="1">
              <a:solidFill>
                <a:schemeClr val="dk1"/>
              </a:solidFill>
            </a:endParaRPr>
          </a:p>
          <a:p>
            <a:pPr indent="0" lvl="0" marL="0" rtl="0" algn="l">
              <a:spcBef>
                <a:spcPts val="0"/>
              </a:spcBef>
              <a:spcAft>
                <a:spcPts val="0"/>
              </a:spcAft>
              <a:buClr>
                <a:schemeClr val="dk1"/>
              </a:buClr>
              <a:buFont typeface="Arial"/>
              <a:buNone/>
            </a:pPr>
            <a:r>
              <a:rPr b="1" lang="es-ES">
                <a:solidFill>
                  <a:schemeClr val="dk1"/>
                </a:solidFill>
              </a:rPr>
              <a:t>Información de la publicación: Santiago- Asoc. Emprendedores de Chile</a:t>
            </a:r>
            <a:endParaRPr b="1">
              <a:solidFill>
                <a:schemeClr val="dk1"/>
              </a:solidFill>
            </a:endParaRPr>
          </a:p>
          <a:p>
            <a:pPr indent="0" lvl="0" marL="0" rtl="0" algn="l">
              <a:spcBef>
                <a:spcPts val="0"/>
              </a:spcBef>
              <a:spcAft>
                <a:spcPts val="0"/>
              </a:spcAft>
              <a:buClr>
                <a:schemeClr val="dk1"/>
              </a:buClr>
              <a:buFont typeface="Arial"/>
              <a:buNone/>
            </a:pPr>
            <a:r>
              <a:t/>
            </a:r>
            <a:endParaRPr b="1">
              <a:solidFill>
                <a:schemeClr val="dk1"/>
              </a:solidFill>
            </a:endParaRPr>
          </a:p>
          <a:p>
            <a:pPr indent="0" lvl="0" marL="0" rtl="0" algn="l">
              <a:spcBef>
                <a:spcPts val="0"/>
              </a:spcBef>
              <a:spcAft>
                <a:spcPts val="0"/>
              </a:spcAft>
              <a:buClr>
                <a:schemeClr val="dk1"/>
              </a:buClr>
              <a:buFont typeface="Arial"/>
              <a:buNone/>
            </a:pPr>
            <a:r>
              <a:t/>
            </a:r>
            <a:endParaRPr b="1">
              <a:solidFill>
                <a:schemeClr val="dk1"/>
              </a:solidFill>
            </a:endParaRPr>
          </a:p>
          <a:p>
            <a:pPr indent="0" lvl="0" marL="0" rtl="0" algn="l">
              <a:spcBef>
                <a:spcPts val="0"/>
              </a:spcBef>
              <a:spcAft>
                <a:spcPts val="0"/>
              </a:spcAft>
              <a:buClr>
                <a:schemeClr val="dk1"/>
              </a:buClr>
              <a:buFont typeface="Arial"/>
              <a:buNone/>
            </a:pPr>
            <a:r>
              <a:rPr b="1" lang="es-ES">
                <a:solidFill>
                  <a:schemeClr val="dk1"/>
                </a:solidFill>
              </a:rPr>
              <a:t>3.1.1 ¿Design thinking? : una discusión a nueve voces</a:t>
            </a:r>
            <a:endParaRPr b="1">
              <a:solidFill>
                <a:schemeClr val="dk1"/>
              </a:solidFill>
            </a:endParaRPr>
          </a:p>
          <a:p>
            <a:pPr indent="0" lvl="0" marL="0" rtl="0" algn="l">
              <a:spcBef>
                <a:spcPts val="0"/>
              </a:spcBef>
              <a:spcAft>
                <a:spcPts val="0"/>
              </a:spcAft>
              <a:buClr>
                <a:schemeClr val="dk1"/>
              </a:buClr>
              <a:buFont typeface="Arial"/>
              <a:buNone/>
            </a:pPr>
            <a:r>
              <a:rPr b="1" lang="es-ES">
                <a:solidFill>
                  <a:schemeClr val="dk1"/>
                </a:solidFill>
              </a:rPr>
              <a:t>Por Esqueda Atayde, Román, México:bArs Optika</a:t>
            </a:r>
            <a:endParaRPr b="1" u="sng">
              <a:solidFill>
                <a:schemeClr val="dk1"/>
              </a:solidFill>
            </a:endParaRPr>
          </a:p>
          <a:p>
            <a:pPr indent="0" lvl="0" marL="12700" marR="0" rtl="0" algn="l">
              <a:lnSpc>
                <a:spcPct val="100000"/>
              </a:lnSpc>
              <a:spcBef>
                <a:spcPts val="0"/>
              </a:spcBef>
              <a:spcAft>
                <a:spcPts val="0"/>
              </a:spcAft>
              <a:buClr>
                <a:srgbClr val="000000"/>
              </a:buClr>
              <a:buSzPts val="600"/>
              <a:buFont typeface="Arial"/>
              <a:buNone/>
            </a:pPr>
            <a:r>
              <a:t/>
            </a:r>
            <a:endParaRPr b="0" i="0" sz="1100" u="none" cap="none" strike="noStrike">
              <a:solidFill>
                <a:schemeClr val="dk1"/>
              </a:solidFill>
              <a:latin typeface="Arial"/>
              <a:ea typeface="Arial"/>
              <a:cs typeface="Arial"/>
              <a:sym typeface="Arial"/>
            </a:endParaRPr>
          </a:p>
          <a:p>
            <a:pPr indent="0" lvl="0" marL="12700" marR="0" rtl="0" algn="l">
              <a:lnSpc>
                <a:spcPct val="100000"/>
              </a:lnSpc>
              <a:spcBef>
                <a:spcPts val="0"/>
              </a:spcBef>
              <a:spcAft>
                <a:spcPts val="0"/>
              </a:spcAft>
              <a:buClr>
                <a:schemeClr val="dk1"/>
              </a:buClr>
              <a:buSzPts val="600"/>
              <a:buFont typeface="Arial"/>
              <a:buNone/>
            </a:pPr>
            <a:r>
              <a:t/>
            </a:r>
            <a:endParaRPr b="0" i="0" sz="1100" u="sng" cap="none" strike="noStrike">
              <a:solidFill>
                <a:srgbClr val="1155CC"/>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2500"/>
              <a:buFont typeface="Arial"/>
              <a:buNone/>
            </a:pPr>
            <a:r>
              <a:t/>
            </a:r>
            <a:endParaRPr b="1" i="0" sz="2500" u="none" cap="none" strike="noStrike">
              <a:solidFill>
                <a:srgbClr val="9EA4A8"/>
              </a:solidFill>
              <a:latin typeface="Arial"/>
              <a:ea typeface="Arial"/>
              <a:cs typeface="Arial"/>
              <a:sym typeface="Arial"/>
            </a:endParaRPr>
          </a:p>
          <a:p>
            <a:pPr indent="0" lvl="0" marL="25400" marR="0" rtl="0" algn="l">
              <a:lnSpc>
                <a:spcPct val="101499"/>
              </a:lnSpc>
              <a:spcBef>
                <a:spcPts val="200"/>
              </a:spcBef>
              <a:spcAft>
                <a:spcPts val="0"/>
              </a:spcAft>
              <a:buClr>
                <a:srgbClr val="000000"/>
              </a:buClr>
              <a:buSzPts val="1700"/>
              <a:buFont typeface="Arial"/>
              <a:buNone/>
            </a:pPr>
            <a:r>
              <a:t/>
            </a:r>
            <a:endParaRPr b="1" i="0" sz="170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81888F"/>
      </a:dk2>
      <a:lt2>
        <a:srgbClr val="FBC842"/>
      </a:lt2>
      <a:accent1>
        <a:srgbClr val="DE3075"/>
      </a:accent1>
      <a:accent2>
        <a:srgbClr val="702785"/>
      </a:accent2>
      <a:accent3>
        <a:srgbClr val="BDD503"/>
      </a:accent3>
      <a:accent4>
        <a:srgbClr val="00A0DE"/>
      </a:accent4>
      <a:accent5>
        <a:srgbClr val="FA742C"/>
      </a:accent5>
      <a:accent6>
        <a:srgbClr val="AE0F0F"/>
      </a:accent6>
      <a:hlink>
        <a:srgbClr val="723714"/>
      </a:hlink>
      <a:folHlink>
        <a:srgbClr val="6B79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81888F"/>
      </a:dk2>
      <a:lt2>
        <a:srgbClr val="FBC842"/>
      </a:lt2>
      <a:accent1>
        <a:srgbClr val="DE3075"/>
      </a:accent1>
      <a:accent2>
        <a:srgbClr val="702785"/>
      </a:accent2>
      <a:accent3>
        <a:srgbClr val="BDD503"/>
      </a:accent3>
      <a:accent4>
        <a:srgbClr val="00A0DE"/>
      </a:accent4>
      <a:accent5>
        <a:srgbClr val="FA742C"/>
      </a:accent5>
      <a:accent6>
        <a:srgbClr val="AE0F0F"/>
      </a:accent6>
      <a:hlink>
        <a:srgbClr val="723714"/>
      </a:hlink>
      <a:folHlink>
        <a:srgbClr val="6B79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81888F"/>
      </a:dk2>
      <a:lt2>
        <a:srgbClr val="FBC842"/>
      </a:lt2>
      <a:accent1>
        <a:srgbClr val="DE3075"/>
      </a:accent1>
      <a:accent2>
        <a:srgbClr val="702785"/>
      </a:accent2>
      <a:accent3>
        <a:srgbClr val="BDD503"/>
      </a:accent3>
      <a:accent4>
        <a:srgbClr val="00A0DE"/>
      </a:accent4>
      <a:accent5>
        <a:srgbClr val="FA742C"/>
      </a:accent5>
      <a:accent6>
        <a:srgbClr val="AE0F0F"/>
      </a:accent6>
      <a:hlink>
        <a:srgbClr val="723714"/>
      </a:hlink>
      <a:folHlink>
        <a:srgbClr val="6B79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81888F"/>
      </a:dk2>
      <a:lt2>
        <a:srgbClr val="FBC842"/>
      </a:lt2>
      <a:accent1>
        <a:srgbClr val="DE3075"/>
      </a:accent1>
      <a:accent2>
        <a:srgbClr val="702785"/>
      </a:accent2>
      <a:accent3>
        <a:srgbClr val="BDD503"/>
      </a:accent3>
      <a:accent4>
        <a:srgbClr val="00A0DE"/>
      </a:accent4>
      <a:accent5>
        <a:srgbClr val="FA742C"/>
      </a:accent5>
      <a:accent6>
        <a:srgbClr val="AE0F0F"/>
      </a:accent6>
      <a:hlink>
        <a:srgbClr val="723714"/>
      </a:hlink>
      <a:folHlink>
        <a:srgbClr val="6B79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Maricel Escobar Mella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5</vt:i4>
  </property>
  <property fmtid="{D5CDD505-2E9C-101B-9397-08002B2CF9AE}" pid="3" name="PresentationFormat">
    <vt:lpwstr>Presentación en pantalla (4:3)</vt:lpwstr>
  </property>
  <property fmtid="{D5CDD505-2E9C-101B-9397-08002B2CF9AE}" pid="4" name="Slides">
    <vt:i4>39</vt:i4>
  </property>
</Properties>
</file>